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6" r:id="rId10"/>
    <p:sldId id="267" r:id="rId11"/>
    <p:sldId id="269" r:id="rId12"/>
    <p:sldId id="272" r:id="rId13"/>
    <p:sldId id="270" r:id="rId14"/>
    <p:sldId id="271" r:id="rId15"/>
    <p:sldId id="26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7D31"/>
    <a:srgbClr val="F5F5F5"/>
    <a:srgbClr val="FFC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92" y="3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A60EFAF3-6BE6-4CE6-BD73-C4AD99BB7E80}"/>
              </a:ext>
            </a:extLst>
          </p:cNvPr>
          <p:cNvSpPr/>
          <p:nvPr userDrawn="1"/>
        </p:nvSpPr>
        <p:spPr>
          <a:xfrm>
            <a:off x="307731" y="325315"/>
            <a:ext cx="11544300" cy="6222382"/>
          </a:xfrm>
          <a:custGeom>
            <a:avLst/>
            <a:gdLst/>
            <a:ahLst/>
            <a:cxnLst/>
            <a:rect l="0" t="0" r="r" b="b"/>
            <a:pathLst>
              <a:path w="29713" h="20892">
                <a:moveTo>
                  <a:pt x="0" y="0"/>
                </a:moveTo>
                <a:lnTo>
                  <a:pt x="29713" y="0"/>
                </a:lnTo>
                <a:lnTo>
                  <a:pt x="29713" y="20892"/>
                </a:lnTo>
                <a:lnTo>
                  <a:pt x="0" y="20892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bg object 16">
            <a:extLst>
              <a:ext uri="{FF2B5EF4-FFF2-40B4-BE49-F238E27FC236}">
                <a16:creationId xmlns:a16="http://schemas.microsoft.com/office/drawing/2014/main" id="{60183851-2942-4B9C-9861-388A640D3E3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91515" y="193431"/>
            <a:ext cx="11774816" cy="6453554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6941DE-00FE-4F68-94DA-82027DF8277A}"/>
              </a:ext>
            </a:extLst>
          </p:cNvPr>
          <p:cNvCxnSpPr>
            <a:cxnSpLocks/>
          </p:cNvCxnSpPr>
          <p:nvPr userDrawn="1"/>
        </p:nvCxnSpPr>
        <p:spPr>
          <a:xfrm>
            <a:off x="497084" y="890998"/>
            <a:ext cx="11019170" cy="0"/>
          </a:xfrm>
          <a:prstGeom prst="line">
            <a:avLst/>
          </a:prstGeom>
          <a:ln w="222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07C2F46-F36C-4D88-BD95-45390248299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722837" y="788200"/>
            <a:ext cx="1189893" cy="36902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00674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297" y="322530"/>
            <a:ext cx="10971864" cy="13500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r>
              <a:rPr lang="en-US" sz="5012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297" y="1892091"/>
            <a:ext cx="10971864" cy="46902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92048" indent="-369036">
              <a:spcBef>
                <a:spcPts val="16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45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84096" lvl="1" indent="-369036">
              <a:spcBef>
                <a:spcPts val="129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8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476144" lvl="2" indent="-328032">
              <a:spcBef>
                <a:spcPts val="9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734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968192" lvl="3" indent="-246024">
              <a:spcBef>
                <a:spcPts val="64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78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460240" lvl="4" indent="-246024">
              <a:spcBef>
                <a:spcPts val="32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78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952288" lvl="5" indent="-246024">
              <a:spcBef>
                <a:spcPts val="32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78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444336" lvl="6" indent="-246024">
              <a:spcBef>
                <a:spcPts val="32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78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2043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8CFF958-1E07-4A10-9160-10A68577C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E443D5-EBE6-4316-81F3-C3E0BFB6A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667A64-6C06-4EB2-83B4-BD8131E7B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3E774-48CD-4AD6-92C8-7C40EA74D56A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88C94-3BE3-4243-AAA9-630F3B110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98E4DA-2CA4-402B-BB5B-4072D64DF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0D04B-E2F9-4962-A0AE-BC41A8AAC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4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/>
          <p:nvPr/>
        </p:nvPicPr>
        <p:blipFill>
          <a:blip r:embed="rId2"/>
          <a:stretch/>
        </p:blipFill>
        <p:spPr>
          <a:xfrm>
            <a:off x="0" y="2656"/>
            <a:ext cx="12192000" cy="70676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그림 28"/>
          <p:cNvPicPr/>
          <p:nvPr/>
        </p:nvPicPr>
        <p:blipFill>
          <a:blip r:embed="rId3"/>
          <a:stretch/>
        </p:blipFill>
        <p:spPr>
          <a:xfrm>
            <a:off x="2650198" y="322477"/>
            <a:ext cx="3570910" cy="35709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그림 30"/>
          <p:cNvPicPr/>
          <p:nvPr/>
        </p:nvPicPr>
        <p:blipFill>
          <a:blip r:embed="rId4"/>
          <a:stretch/>
        </p:blipFill>
        <p:spPr>
          <a:xfrm>
            <a:off x="464969" y="3759717"/>
            <a:ext cx="2380196" cy="238019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그림 33"/>
          <p:cNvPicPr/>
          <p:nvPr/>
        </p:nvPicPr>
        <p:blipFill>
          <a:blip r:embed="rId5"/>
          <a:stretch/>
        </p:blipFill>
        <p:spPr>
          <a:xfrm>
            <a:off x="0" y="5285011"/>
            <a:ext cx="2380196" cy="17852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그림 34"/>
          <p:cNvPicPr/>
          <p:nvPr/>
        </p:nvPicPr>
        <p:blipFill>
          <a:blip r:embed="rId6"/>
          <a:stretch/>
        </p:blipFill>
        <p:spPr>
          <a:xfrm>
            <a:off x="5356980" y="3071695"/>
            <a:ext cx="1189893" cy="3690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4961866" y="2480409"/>
            <a:ext cx="1979709" cy="5398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508" dirty="0" err="1">
                <a:solidFill>
                  <a:srgbClr val="FFFFFF"/>
                </a:solidFill>
                <a:latin typeface="NotoSansKR"/>
                <a:ea typeface="NotoSansKR"/>
              </a:rPr>
              <a:t>MindMesh</a:t>
            </a:r>
            <a:endParaRPr lang="en-US" sz="3508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87491" y="3361583"/>
            <a:ext cx="6043321" cy="3381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197" dirty="0">
                <a:solidFill>
                  <a:srgbClr val="FFFFFF"/>
                </a:solidFill>
                <a:latin typeface="NotoSansKR"/>
                <a:ea typeface="NotoSansKR"/>
              </a:rPr>
              <a:t>보안과 효율성을 결합한 </a:t>
            </a:r>
            <a:r>
              <a:rPr lang="en-US" sz="2197" dirty="0">
                <a:solidFill>
                  <a:srgbClr val="FFFFFF"/>
                </a:solidFill>
                <a:latin typeface="NotoSansKR"/>
                <a:ea typeface="NotoSansKR"/>
              </a:rPr>
              <a:t>AI </a:t>
            </a:r>
            <a:r>
              <a:rPr lang="zh-CN" altLang="en-US" sz="2197" dirty="0">
                <a:solidFill>
                  <a:srgbClr val="FFFFFF"/>
                </a:solidFill>
                <a:latin typeface="NotoSansKR"/>
                <a:ea typeface="NotoSansKR"/>
              </a:rPr>
              <a:t>기반 내부 지원 시스템</a:t>
            </a:r>
            <a:endParaRPr lang="en-US" sz="2197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483113" y="3996303"/>
            <a:ext cx="7316042" cy="2243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458">
                <a:solidFill>
                  <a:srgbClr val="DBEAFE"/>
                </a:solidFill>
                <a:latin typeface="NotoSansKR"/>
                <a:ea typeface="NotoSansKR"/>
              </a:rPr>
              <a:t>자체구축 독립형 </a:t>
            </a:r>
            <a:r>
              <a:rPr lang="en-US" sz="1458">
                <a:solidFill>
                  <a:srgbClr val="DBEAFE"/>
                </a:solidFill>
                <a:latin typeface="NotoSansKR"/>
                <a:ea typeface="NotoSansKR"/>
              </a:rPr>
              <a:t>LLM </a:t>
            </a:r>
            <a:r>
              <a:rPr lang="zh-CN" altLang="en-US" sz="1458">
                <a:solidFill>
                  <a:srgbClr val="DBEAFE"/>
                </a:solidFill>
                <a:latin typeface="NotoSansKR"/>
                <a:ea typeface="NotoSansKR"/>
              </a:rPr>
              <a:t>기반 </a:t>
            </a:r>
            <a:r>
              <a:rPr lang="en-US" sz="1458">
                <a:solidFill>
                  <a:srgbClr val="DBEAFE"/>
                </a:solidFill>
                <a:latin typeface="NotoSansKR"/>
                <a:ea typeface="NotoSansKR"/>
              </a:rPr>
              <a:t>Agent</a:t>
            </a:r>
            <a:r>
              <a:rPr lang="zh-CN" altLang="en-US" sz="1458">
                <a:solidFill>
                  <a:srgbClr val="DBEAFE"/>
                </a:solidFill>
                <a:latin typeface="NotoSansKR"/>
                <a:ea typeface="NotoSansKR"/>
              </a:rPr>
              <a:t>로 데이터 보안이 중요한 환경에서 정책서</a:t>
            </a:r>
            <a:r>
              <a:rPr lang="en-US" sz="1458">
                <a:solidFill>
                  <a:srgbClr val="DBEAFE"/>
                </a:solidFill>
                <a:latin typeface="NotoSansKR"/>
                <a:ea typeface="NotoSansKR"/>
              </a:rPr>
              <a:t>, </a:t>
            </a:r>
            <a:r>
              <a:rPr lang="zh-CN" altLang="en-US" sz="1458">
                <a:solidFill>
                  <a:srgbClr val="DBEAFE"/>
                </a:solidFill>
                <a:latin typeface="NotoSansKR"/>
                <a:ea typeface="NotoSansKR"/>
              </a:rPr>
              <a:t>메뉴얼</a:t>
            </a:r>
            <a:r>
              <a:rPr lang="en-US" sz="1458">
                <a:solidFill>
                  <a:srgbClr val="DBEAFE"/>
                </a:solidFill>
                <a:latin typeface="NotoSansKR"/>
                <a:ea typeface="NotoSansKR"/>
              </a:rPr>
              <a:t>, </a:t>
            </a:r>
            <a:r>
              <a:rPr lang="zh-CN" altLang="en-US" sz="1458">
                <a:solidFill>
                  <a:srgbClr val="DBEAFE"/>
                </a:solidFill>
                <a:latin typeface="NotoSansKR"/>
                <a:ea typeface="NotoSansKR"/>
              </a:rPr>
              <a:t>규정을</a:t>
            </a:r>
            <a:endParaRPr lang="en-US" sz="1458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" name="그림 38"/>
          <p:cNvPicPr/>
          <p:nvPr/>
        </p:nvPicPr>
        <p:blipFill>
          <a:blip r:embed="rId7"/>
          <a:stretch/>
        </p:blipFill>
        <p:spPr>
          <a:xfrm>
            <a:off x="4240891" y="4857355"/>
            <a:ext cx="194762" cy="22264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Box 39"/>
          <p:cNvSpPr txBox="1"/>
          <p:nvPr/>
        </p:nvSpPr>
        <p:spPr>
          <a:xfrm>
            <a:off x="4780074" y="4256669"/>
            <a:ext cx="2563202" cy="2243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458">
                <a:solidFill>
                  <a:srgbClr val="DBEAFE"/>
                </a:solidFill>
                <a:latin typeface="NotoSansKR"/>
                <a:ea typeface="NotoSansKR"/>
              </a:rPr>
              <a:t>쉽게 검색하고 활용하는 솔루션</a:t>
            </a:r>
            <a:endParaRPr lang="en-US" sz="1458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1" name="그림 40"/>
          <p:cNvPicPr/>
          <p:nvPr/>
        </p:nvPicPr>
        <p:blipFill>
          <a:blip r:embed="rId8"/>
          <a:stretch/>
        </p:blipFill>
        <p:spPr>
          <a:xfrm>
            <a:off x="5496804" y="4857355"/>
            <a:ext cx="222644" cy="22264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4017428" y="5182915"/>
            <a:ext cx="687689" cy="1577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25">
                <a:solidFill>
                  <a:srgbClr val="FFFFFF"/>
                </a:solidFill>
                <a:latin typeface="NotoSansKR"/>
                <a:ea typeface="NotoSansKR"/>
              </a:rPr>
              <a:t>데이터 보안</a:t>
            </a:r>
            <a:endParaRPr lang="en-US" sz="1025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3" name="그림 42"/>
          <p:cNvPicPr/>
          <p:nvPr/>
        </p:nvPicPr>
        <p:blipFill>
          <a:blip r:embed="rId9"/>
          <a:stretch/>
        </p:blipFill>
        <p:spPr>
          <a:xfrm>
            <a:off x="6584185" y="4857355"/>
            <a:ext cx="278407" cy="22264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5347965" y="5182915"/>
            <a:ext cx="556243" cy="1577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25">
                <a:solidFill>
                  <a:srgbClr val="FFFFFF"/>
                </a:solidFill>
                <a:latin typeface="NotoSansKR"/>
                <a:ea typeface="NotoSansKR"/>
              </a:rPr>
              <a:t>자체 구축</a:t>
            </a:r>
            <a:endParaRPr lang="en-US" sz="1025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5" name="그림 44"/>
          <p:cNvPicPr/>
          <p:nvPr/>
        </p:nvPicPr>
        <p:blipFill>
          <a:blip r:embed="rId10"/>
          <a:stretch/>
        </p:blipFill>
        <p:spPr>
          <a:xfrm>
            <a:off x="7542414" y="4857355"/>
            <a:ext cx="166880" cy="22264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Box 45"/>
          <p:cNvSpPr txBox="1"/>
          <p:nvPr/>
        </p:nvSpPr>
        <p:spPr>
          <a:xfrm>
            <a:off x="6519401" y="5182915"/>
            <a:ext cx="402354" cy="1577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25">
                <a:solidFill>
                  <a:srgbClr val="FFFFFF"/>
                </a:solidFill>
                <a:latin typeface="NotoSansKR"/>
                <a:ea typeface="NotoSansKR"/>
              </a:rPr>
              <a:t>AI </a:t>
            </a:r>
            <a:r>
              <a:rPr lang="zh-CN" altLang="en-US" sz="1025">
                <a:solidFill>
                  <a:srgbClr val="FFFFFF"/>
                </a:solidFill>
                <a:latin typeface="NotoSansKR"/>
                <a:ea typeface="NotoSansKR"/>
              </a:rPr>
              <a:t>챗봇</a:t>
            </a:r>
            <a:endParaRPr lang="en-US" sz="1025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7" name="그림 46"/>
          <p:cNvPicPr/>
          <p:nvPr/>
        </p:nvPicPr>
        <p:blipFill>
          <a:blip r:embed="rId11"/>
          <a:stretch/>
        </p:blipFill>
        <p:spPr>
          <a:xfrm>
            <a:off x="5393882" y="1286035"/>
            <a:ext cx="1115679" cy="8922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그림 47"/>
          <p:cNvPicPr/>
          <p:nvPr/>
        </p:nvPicPr>
        <p:blipFill>
          <a:blip r:embed="rId12"/>
          <a:stretch/>
        </p:blipFill>
        <p:spPr>
          <a:xfrm>
            <a:off x="5393882" y="1286035"/>
            <a:ext cx="1115679" cy="8922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Box 48"/>
          <p:cNvSpPr txBox="1"/>
          <p:nvPr/>
        </p:nvSpPr>
        <p:spPr>
          <a:xfrm>
            <a:off x="7365694" y="5182915"/>
            <a:ext cx="556243" cy="1577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25">
                <a:solidFill>
                  <a:srgbClr val="FFFFFF"/>
                </a:solidFill>
                <a:latin typeface="NotoSansKR"/>
                <a:ea typeface="NotoSansKR"/>
              </a:rPr>
              <a:t>문서 관리</a:t>
            </a:r>
            <a:endParaRPr lang="en-US" sz="1025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31A981-E3C5-49E1-AD2C-751270FE66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894" y="6356412"/>
            <a:ext cx="1447061" cy="30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3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BD5BC-538E-401F-91D4-10985BC5C7F7}"/>
              </a:ext>
            </a:extLst>
          </p:cNvPr>
          <p:cNvSpPr txBox="1"/>
          <p:nvPr/>
        </p:nvSpPr>
        <p:spPr>
          <a:xfrm>
            <a:off x="480941" y="389520"/>
            <a:ext cx="3598078" cy="3647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237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sz="237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 dirty="0">
                <a:solidFill>
                  <a:srgbClr val="1F2937"/>
                </a:solidFill>
                <a:latin typeface="Pretendard"/>
                <a:ea typeface="Pretendard"/>
              </a:rPr>
              <a:t>개요</a:t>
            </a:r>
            <a:endParaRPr lang="en-US" sz="237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1C8C61AE-60F3-4EF3-B9AB-19117DBAC94E}"/>
              </a:ext>
            </a:extLst>
          </p:cNvPr>
          <p:cNvSpPr/>
          <p:nvPr/>
        </p:nvSpPr>
        <p:spPr>
          <a:xfrm>
            <a:off x="498698" y="1103040"/>
            <a:ext cx="11113294" cy="1303920"/>
          </a:xfrm>
          <a:custGeom>
            <a:avLst/>
            <a:gdLst/>
            <a:ahLst/>
            <a:cxnLst/>
            <a:rect l="0" t="0" r="r" b="b"/>
            <a:pathLst>
              <a:path w="27485" h="4179">
                <a:moveTo>
                  <a:pt x="0" y="399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27299" y="0"/>
                </a:lnTo>
                <a:cubicBezTo>
                  <a:pt x="27311" y="0"/>
                  <a:pt x="27324" y="1"/>
                  <a:pt x="27336" y="3"/>
                </a:cubicBezTo>
                <a:cubicBezTo>
                  <a:pt x="27347" y="6"/>
                  <a:pt x="27359" y="9"/>
                  <a:pt x="27370" y="14"/>
                </a:cubicBezTo>
                <a:cubicBezTo>
                  <a:pt x="27382" y="18"/>
                  <a:pt x="27392" y="24"/>
                  <a:pt x="27402" y="31"/>
                </a:cubicBezTo>
                <a:cubicBezTo>
                  <a:pt x="27413" y="38"/>
                  <a:pt x="27422" y="45"/>
                  <a:pt x="27431" y="54"/>
                </a:cubicBezTo>
                <a:cubicBezTo>
                  <a:pt x="27439" y="63"/>
                  <a:pt x="27447" y="72"/>
                  <a:pt x="27454" y="82"/>
                </a:cubicBezTo>
                <a:cubicBezTo>
                  <a:pt x="27460" y="92"/>
                  <a:pt x="27466" y="103"/>
                  <a:pt x="27471" y="114"/>
                </a:cubicBezTo>
                <a:cubicBezTo>
                  <a:pt x="27476" y="126"/>
                  <a:pt x="27479" y="137"/>
                  <a:pt x="27481" y="149"/>
                </a:cubicBezTo>
                <a:cubicBezTo>
                  <a:pt x="27484" y="161"/>
                  <a:pt x="27485" y="173"/>
                  <a:pt x="27485" y="185"/>
                </a:cubicBezTo>
                <a:lnTo>
                  <a:pt x="27485" y="3993"/>
                </a:lnTo>
                <a:cubicBezTo>
                  <a:pt x="27485" y="4005"/>
                  <a:pt x="27484" y="4018"/>
                  <a:pt x="27481" y="4029"/>
                </a:cubicBezTo>
                <a:cubicBezTo>
                  <a:pt x="27479" y="4041"/>
                  <a:pt x="27476" y="4053"/>
                  <a:pt x="27471" y="4064"/>
                </a:cubicBezTo>
                <a:cubicBezTo>
                  <a:pt x="27466" y="4076"/>
                  <a:pt x="27460" y="4086"/>
                  <a:pt x="27454" y="4096"/>
                </a:cubicBezTo>
                <a:cubicBezTo>
                  <a:pt x="27447" y="4107"/>
                  <a:pt x="27439" y="4116"/>
                  <a:pt x="27431" y="4125"/>
                </a:cubicBezTo>
                <a:cubicBezTo>
                  <a:pt x="27422" y="4133"/>
                  <a:pt x="27413" y="4141"/>
                  <a:pt x="27402" y="4148"/>
                </a:cubicBezTo>
                <a:cubicBezTo>
                  <a:pt x="27392" y="4154"/>
                  <a:pt x="27382" y="4160"/>
                  <a:pt x="27370" y="4165"/>
                </a:cubicBezTo>
                <a:cubicBezTo>
                  <a:pt x="27359" y="4170"/>
                  <a:pt x="27347" y="4173"/>
                  <a:pt x="27336" y="4175"/>
                </a:cubicBezTo>
                <a:cubicBezTo>
                  <a:pt x="27324" y="4178"/>
                  <a:pt x="27311" y="4179"/>
                  <a:pt x="27299" y="4179"/>
                </a:cubicBezTo>
                <a:lnTo>
                  <a:pt x="185" y="4179"/>
                </a:lnTo>
                <a:cubicBezTo>
                  <a:pt x="173" y="4179"/>
                  <a:pt x="161" y="4178"/>
                  <a:pt x="149" y="4175"/>
                </a:cubicBezTo>
                <a:cubicBezTo>
                  <a:pt x="137" y="4173"/>
                  <a:pt x="126" y="4170"/>
                  <a:pt x="114" y="4165"/>
                </a:cubicBezTo>
                <a:cubicBezTo>
                  <a:pt x="103" y="4160"/>
                  <a:pt x="92" y="4154"/>
                  <a:pt x="82" y="4148"/>
                </a:cubicBezTo>
                <a:cubicBezTo>
                  <a:pt x="72" y="4141"/>
                  <a:pt x="63" y="4133"/>
                  <a:pt x="54" y="4125"/>
                </a:cubicBezTo>
                <a:cubicBezTo>
                  <a:pt x="45" y="4116"/>
                  <a:pt x="38" y="4107"/>
                  <a:pt x="31" y="4096"/>
                </a:cubicBezTo>
                <a:cubicBezTo>
                  <a:pt x="24" y="4086"/>
                  <a:pt x="19" y="4076"/>
                  <a:pt x="14" y="4064"/>
                </a:cubicBezTo>
                <a:cubicBezTo>
                  <a:pt x="9" y="4053"/>
                  <a:pt x="6" y="4041"/>
                  <a:pt x="3" y="4029"/>
                </a:cubicBezTo>
                <a:cubicBezTo>
                  <a:pt x="1" y="4018"/>
                  <a:pt x="0" y="4005"/>
                  <a:pt x="0" y="39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1C5AA5C4-3E26-400B-8237-504DCFF770C4}"/>
              </a:ext>
            </a:extLst>
          </p:cNvPr>
          <p:cNvSpPr/>
          <p:nvPr/>
        </p:nvSpPr>
        <p:spPr>
          <a:xfrm>
            <a:off x="699217" y="1823188"/>
            <a:ext cx="45719" cy="468360"/>
          </a:xfrm>
          <a:custGeom>
            <a:avLst/>
            <a:gdLst/>
            <a:ahLst/>
            <a:cxnLst/>
            <a:rect l="0" t="0" r="r" b="b"/>
            <a:pathLst>
              <a:path w="94" h="1301">
                <a:moveTo>
                  <a:pt x="0" y="0"/>
                </a:moveTo>
                <a:lnTo>
                  <a:pt x="94" y="0"/>
                </a:lnTo>
                <a:lnTo>
                  <a:pt x="94" y="1301"/>
                </a:lnTo>
                <a:lnTo>
                  <a:pt x="0" y="1301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C2548381-6950-4CE1-874C-6DF2E5815BF2}"/>
              </a:ext>
            </a:extLst>
          </p:cNvPr>
          <p:cNvSpPr/>
          <p:nvPr/>
        </p:nvSpPr>
        <p:spPr>
          <a:xfrm>
            <a:off x="699218" y="1303560"/>
            <a:ext cx="563650" cy="501840"/>
          </a:xfrm>
          <a:custGeom>
            <a:avLst/>
            <a:gdLst/>
            <a:ahLst/>
            <a:cxnLst/>
            <a:rect l="0" t="0" r="r" b="b"/>
            <a:pathLst>
              <a:path w="1394" h="1394">
                <a:moveTo>
                  <a:pt x="1394" y="696"/>
                </a:moveTo>
                <a:cubicBezTo>
                  <a:pt x="1394" y="719"/>
                  <a:pt x="1393" y="742"/>
                  <a:pt x="1390" y="764"/>
                </a:cubicBezTo>
                <a:cubicBezTo>
                  <a:pt x="1388" y="787"/>
                  <a:pt x="1385" y="810"/>
                  <a:pt x="1380" y="832"/>
                </a:cubicBezTo>
                <a:cubicBezTo>
                  <a:pt x="1376" y="854"/>
                  <a:pt x="1370" y="876"/>
                  <a:pt x="1364" y="898"/>
                </a:cubicBezTo>
                <a:cubicBezTo>
                  <a:pt x="1357" y="920"/>
                  <a:pt x="1349" y="942"/>
                  <a:pt x="1341" y="963"/>
                </a:cubicBezTo>
                <a:cubicBezTo>
                  <a:pt x="1332" y="984"/>
                  <a:pt x="1322" y="1004"/>
                  <a:pt x="1311" y="1024"/>
                </a:cubicBezTo>
                <a:cubicBezTo>
                  <a:pt x="1301" y="1045"/>
                  <a:pt x="1289" y="1064"/>
                  <a:pt x="1276" y="1083"/>
                </a:cubicBezTo>
                <a:cubicBezTo>
                  <a:pt x="1264" y="1102"/>
                  <a:pt x="1250" y="1120"/>
                  <a:pt x="1236" y="1138"/>
                </a:cubicBezTo>
                <a:cubicBezTo>
                  <a:pt x="1221" y="1156"/>
                  <a:pt x="1206" y="1172"/>
                  <a:pt x="1190" y="1189"/>
                </a:cubicBezTo>
                <a:cubicBezTo>
                  <a:pt x="1174" y="1205"/>
                  <a:pt x="1157" y="1220"/>
                  <a:pt x="1139" y="1234"/>
                </a:cubicBezTo>
                <a:cubicBezTo>
                  <a:pt x="1121" y="1249"/>
                  <a:pt x="1103" y="1263"/>
                  <a:pt x="1084" y="1276"/>
                </a:cubicBezTo>
                <a:cubicBezTo>
                  <a:pt x="1065" y="1289"/>
                  <a:pt x="1046" y="1301"/>
                  <a:pt x="1026" y="1311"/>
                </a:cubicBezTo>
                <a:cubicBezTo>
                  <a:pt x="1005" y="1322"/>
                  <a:pt x="985" y="1332"/>
                  <a:pt x="964" y="1341"/>
                </a:cubicBezTo>
                <a:cubicBezTo>
                  <a:pt x="943" y="1349"/>
                  <a:pt x="921" y="1357"/>
                  <a:pt x="899" y="1364"/>
                </a:cubicBezTo>
                <a:cubicBezTo>
                  <a:pt x="878" y="1370"/>
                  <a:pt x="855" y="1376"/>
                  <a:pt x="833" y="1380"/>
                </a:cubicBezTo>
                <a:cubicBezTo>
                  <a:pt x="811" y="1385"/>
                  <a:pt x="788" y="1388"/>
                  <a:pt x="765" y="1390"/>
                </a:cubicBezTo>
                <a:cubicBezTo>
                  <a:pt x="743" y="1392"/>
                  <a:pt x="720" y="1394"/>
                  <a:pt x="697" y="1394"/>
                </a:cubicBezTo>
                <a:cubicBezTo>
                  <a:pt x="674" y="1394"/>
                  <a:pt x="652" y="1392"/>
                  <a:pt x="629" y="1390"/>
                </a:cubicBezTo>
                <a:cubicBezTo>
                  <a:pt x="606" y="1388"/>
                  <a:pt x="584" y="1385"/>
                  <a:pt x="561" y="1380"/>
                </a:cubicBezTo>
                <a:cubicBezTo>
                  <a:pt x="539" y="1376"/>
                  <a:pt x="517" y="1370"/>
                  <a:pt x="495" y="1364"/>
                </a:cubicBezTo>
                <a:cubicBezTo>
                  <a:pt x="473" y="1357"/>
                  <a:pt x="452" y="1349"/>
                  <a:pt x="431" y="1341"/>
                </a:cubicBezTo>
                <a:cubicBezTo>
                  <a:pt x="409" y="1332"/>
                  <a:pt x="388" y="1322"/>
                  <a:pt x="368" y="1311"/>
                </a:cubicBezTo>
                <a:cubicBezTo>
                  <a:pt x="348" y="1301"/>
                  <a:pt x="328" y="1289"/>
                  <a:pt x="309" y="1276"/>
                </a:cubicBezTo>
                <a:cubicBezTo>
                  <a:pt x="290" y="1263"/>
                  <a:pt x="272" y="1249"/>
                  <a:pt x="254" y="1234"/>
                </a:cubicBezTo>
                <a:cubicBezTo>
                  <a:pt x="237" y="1220"/>
                  <a:pt x="220" y="1205"/>
                  <a:pt x="204" y="1189"/>
                </a:cubicBezTo>
                <a:cubicBezTo>
                  <a:pt x="188" y="1172"/>
                  <a:pt x="172" y="1156"/>
                  <a:pt x="158" y="1138"/>
                </a:cubicBezTo>
                <a:cubicBezTo>
                  <a:pt x="143" y="1120"/>
                  <a:pt x="130" y="1102"/>
                  <a:pt x="117" y="1083"/>
                </a:cubicBezTo>
                <a:cubicBezTo>
                  <a:pt x="105" y="1064"/>
                  <a:pt x="93" y="1045"/>
                  <a:pt x="82" y="1024"/>
                </a:cubicBezTo>
                <a:cubicBezTo>
                  <a:pt x="71" y="1004"/>
                  <a:pt x="62" y="984"/>
                  <a:pt x="53" y="963"/>
                </a:cubicBezTo>
                <a:cubicBezTo>
                  <a:pt x="44" y="942"/>
                  <a:pt x="36" y="920"/>
                  <a:pt x="30" y="898"/>
                </a:cubicBezTo>
                <a:cubicBezTo>
                  <a:pt x="23" y="876"/>
                  <a:pt x="18" y="854"/>
                  <a:pt x="13" y="832"/>
                </a:cubicBezTo>
                <a:cubicBezTo>
                  <a:pt x="9" y="810"/>
                  <a:pt x="5" y="787"/>
                  <a:pt x="3" y="764"/>
                </a:cubicBezTo>
                <a:cubicBezTo>
                  <a:pt x="1" y="742"/>
                  <a:pt x="0" y="719"/>
                  <a:pt x="0" y="696"/>
                </a:cubicBezTo>
                <a:cubicBezTo>
                  <a:pt x="0" y="673"/>
                  <a:pt x="1" y="651"/>
                  <a:pt x="3" y="628"/>
                </a:cubicBezTo>
                <a:cubicBezTo>
                  <a:pt x="5" y="605"/>
                  <a:pt x="9" y="583"/>
                  <a:pt x="13" y="560"/>
                </a:cubicBezTo>
                <a:cubicBezTo>
                  <a:pt x="18" y="538"/>
                  <a:pt x="23" y="516"/>
                  <a:pt x="30" y="494"/>
                </a:cubicBezTo>
                <a:cubicBezTo>
                  <a:pt x="36" y="472"/>
                  <a:pt x="44" y="451"/>
                  <a:pt x="53" y="430"/>
                </a:cubicBezTo>
                <a:cubicBezTo>
                  <a:pt x="62" y="409"/>
                  <a:pt x="71" y="388"/>
                  <a:pt x="82" y="368"/>
                </a:cubicBezTo>
                <a:cubicBezTo>
                  <a:pt x="93" y="348"/>
                  <a:pt x="105" y="328"/>
                  <a:pt x="117" y="309"/>
                </a:cubicBezTo>
                <a:cubicBezTo>
                  <a:pt x="130" y="290"/>
                  <a:pt x="143" y="272"/>
                  <a:pt x="158" y="254"/>
                </a:cubicBezTo>
                <a:cubicBezTo>
                  <a:pt x="172" y="237"/>
                  <a:pt x="188" y="220"/>
                  <a:pt x="204" y="204"/>
                </a:cubicBezTo>
                <a:cubicBezTo>
                  <a:pt x="220" y="188"/>
                  <a:pt x="237" y="172"/>
                  <a:pt x="254" y="158"/>
                </a:cubicBezTo>
                <a:cubicBezTo>
                  <a:pt x="272" y="143"/>
                  <a:pt x="290" y="130"/>
                  <a:pt x="309" y="117"/>
                </a:cubicBezTo>
                <a:cubicBezTo>
                  <a:pt x="328" y="104"/>
                  <a:pt x="348" y="93"/>
                  <a:pt x="368" y="82"/>
                </a:cubicBezTo>
                <a:cubicBezTo>
                  <a:pt x="388" y="71"/>
                  <a:pt x="409" y="61"/>
                  <a:pt x="431" y="53"/>
                </a:cubicBezTo>
                <a:cubicBezTo>
                  <a:pt x="452" y="44"/>
                  <a:pt x="473" y="36"/>
                  <a:pt x="495" y="30"/>
                </a:cubicBezTo>
                <a:cubicBezTo>
                  <a:pt x="517" y="23"/>
                  <a:pt x="539" y="18"/>
                  <a:pt x="561" y="13"/>
                </a:cubicBezTo>
                <a:cubicBezTo>
                  <a:pt x="584" y="9"/>
                  <a:pt x="606" y="5"/>
                  <a:pt x="629" y="3"/>
                </a:cubicBezTo>
                <a:cubicBezTo>
                  <a:pt x="652" y="1"/>
                  <a:pt x="674" y="0"/>
                  <a:pt x="697" y="0"/>
                </a:cubicBezTo>
                <a:cubicBezTo>
                  <a:pt x="720" y="0"/>
                  <a:pt x="743" y="1"/>
                  <a:pt x="765" y="3"/>
                </a:cubicBezTo>
                <a:cubicBezTo>
                  <a:pt x="788" y="5"/>
                  <a:pt x="811" y="9"/>
                  <a:pt x="833" y="13"/>
                </a:cubicBezTo>
                <a:cubicBezTo>
                  <a:pt x="855" y="18"/>
                  <a:pt x="878" y="23"/>
                  <a:pt x="899" y="30"/>
                </a:cubicBezTo>
                <a:cubicBezTo>
                  <a:pt x="921" y="36"/>
                  <a:pt x="943" y="44"/>
                  <a:pt x="964" y="53"/>
                </a:cubicBezTo>
                <a:cubicBezTo>
                  <a:pt x="985" y="61"/>
                  <a:pt x="1005" y="71"/>
                  <a:pt x="1026" y="82"/>
                </a:cubicBezTo>
                <a:cubicBezTo>
                  <a:pt x="1046" y="93"/>
                  <a:pt x="1065" y="104"/>
                  <a:pt x="1084" y="117"/>
                </a:cubicBezTo>
                <a:cubicBezTo>
                  <a:pt x="1103" y="130"/>
                  <a:pt x="1121" y="143"/>
                  <a:pt x="1139" y="158"/>
                </a:cubicBezTo>
                <a:cubicBezTo>
                  <a:pt x="1157" y="172"/>
                  <a:pt x="1174" y="188"/>
                  <a:pt x="1190" y="204"/>
                </a:cubicBezTo>
                <a:cubicBezTo>
                  <a:pt x="1206" y="220"/>
                  <a:pt x="1221" y="237"/>
                  <a:pt x="1236" y="254"/>
                </a:cubicBezTo>
                <a:cubicBezTo>
                  <a:pt x="1250" y="272"/>
                  <a:pt x="1264" y="290"/>
                  <a:pt x="1276" y="309"/>
                </a:cubicBezTo>
                <a:cubicBezTo>
                  <a:pt x="1289" y="328"/>
                  <a:pt x="1301" y="348"/>
                  <a:pt x="1311" y="368"/>
                </a:cubicBezTo>
                <a:cubicBezTo>
                  <a:pt x="1322" y="388"/>
                  <a:pt x="1332" y="409"/>
                  <a:pt x="1341" y="430"/>
                </a:cubicBezTo>
                <a:cubicBezTo>
                  <a:pt x="1349" y="451"/>
                  <a:pt x="1357" y="472"/>
                  <a:pt x="1364" y="494"/>
                </a:cubicBezTo>
                <a:cubicBezTo>
                  <a:pt x="1370" y="516"/>
                  <a:pt x="1376" y="538"/>
                  <a:pt x="1380" y="560"/>
                </a:cubicBezTo>
                <a:cubicBezTo>
                  <a:pt x="1385" y="583"/>
                  <a:pt x="1388" y="605"/>
                  <a:pt x="1390" y="628"/>
                </a:cubicBezTo>
                <a:cubicBezTo>
                  <a:pt x="1393" y="651"/>
                  <a:pt x="1394" y="673"/>
                  <a:pt x="1394" y="696"/>
                </a:cubicBezTo>
                <a:close/>
              </a:path>
            </a:pathLst>
          </a:custGeom>
          <a:solidFill>
            <a:srgbClr val="003366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AC02F62A-A74A-46DC-9A00-754A647E5DC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91378" y="1428840"/>
            <a:ext cx="356224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628F26D-8301-4ED8-9F2A-D7283148A6FE}"/>
              </a:ext>
            </a:extLst>
          </p:cNvPr>
          <p:cNvSpPr txBox="1"/>
          <p:nvPr/>
        </p:nvSpPr>
        <p:spPr>
          <a:xfrm>
            <a:off x="1334618" y="1368360"/>
            <a:ext cx="1822050" cy="2431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1580" b="0" u="none" strike="noStrike" dirty="0" err="1">
                <a:solidFill>
                  <a:srgbClr val="1F2937"/>
                </a:solidFill>
                <a:effectLst/>
                <a:uFillTx/>
                <a:latin typeface="NotoSansKR"/>
                <a:ea typeface="NotoSansKR"/>
              </a:rPr>
              <a:t>MindMesh</a:t>
            </a:r>
            <a:r>
              <a:rPr lang="en-US" altLang="zh-CN" sz="1580" dirty="0">
                <a:solidFill>
                  <a:srgbClr val="1F2937"/>
                </a:solidFill>
                <a:latin typeface="NotoSansKR"/>
                <a:ea typeface="NotoSansKR"/>
              </a:rPr>
              <a:t> </a:t>
            </a:r>
            <a:r>
              <a:rPr lang="ko-KR" altLang="en-US" sz="1580" dirty="0">
                <a:solidFill>
                  <a:srgbClr val="1F2937"/>
                </a:solidFill>
                <a:latin typeface="NotoSansKR"/>
                <a:ea typeface="NotoSansKR"/>
              </a:rPr>
              <a:t>란</a:t>
            </a:r>
            <a:r>
              <a:rPr lang="en-US" altLang="ko-KR" sz="1580" dirty="0">
                <a:solidFill>
                  <a:srgbClr val="1F2937"/>
                </a:solidFill>
                <a:latin typeface="NotoSansKR"/>
                <a:ea typeface="NotoSansKR"/>
              </a:rPr>
              <a:t>?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304DE5-621D-48B5-86A4-3AF9483C312B}"/>
              </a:ext>
            </a:extLst>
          </p:cNvPr>
          <p:cNvSpPr txBox="1"/>
          <p:nvPr/>
        </p:nvSpPr>
        <p:spPr>
          <a:xfrm>
            <a:off x="1334617" y="1629720"/>
            <a:ext cx="1246177" cy="14157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920" b="0" u="none" strike="noStrike" dirty="0">
                <a:solidFill>
                  <a:srgbClr val="6B7280"/>
                </a:solidFill>
                <a:effectLst/>
                <a:uFillTx/>
                <a:latin typeface="NotoSansKR"/>
                <a:ea typeface="NotoSansKR"/>
              </a:rPr>
              <a:t>Ask AI Department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768D2A-EC1A-4D81-8BD4-87D6CA366311}"/>
              </a:ext>
            </a:extLst>
          </p:cNvPr>
          <p:cNvSpPr txBox="1"/>
          <p:nvPr/>
        </p:nvSpPr>
        <p:spPr>
          <a:xfrm>
            <a:off x="866618" y="1982880"/>
            <a:ext cx="10531448" cy="544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180" b="0" u="none" strike="noStrike" dirty="0" err="1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MindMesh</a:t>
            </a:r>
            <a:r>
              <a:rPr lang="zh-CN" sz="1180" b="0" u="none" strike="noStrike" dirty="0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는 기업 및 공공기관을 위한 </a:t>
            </a:r>
            <a:r>
              <a:rPr lang="zh-CN" sz="1180" b="0" u="none" strike="noStrike" dirty="0">
                <a:solidFill>
                  <a:srgbClr val="FF6600"/>
                </a:solidFill>
                <a:effectLst/>
                <a:uFillTx/>
                <a:latin typeface="NotoSansKR"/>
                <a:ea typeface="NotoSansKR"/>
              </a:rPr>
              <a:t>자체구축 독립형 </a:t>
            </a:r>
            <a:r>
              <a:rPr lang="en-US" sz="1180" b="0" u="none" strike="noStrike" dirty="0" err="1">
                <a:solidFill>
                  <a:srgbClr val="FF6600"/>
                </a:solidFill>
                <a:effectLst/>
                <a:uFillTx/>
                <a:latin typeface="NotoSansKR"/>
                <a:ea typeface="NotoSansKR"/>
              </a:rPr>
              <a:t>LLM</a:t>
            </a:r>
            <a:r>
              <a:rPr lang="en-US" sz="1180" b="0" u="none" strike="noStrike" dirty="0">
                <a:solidFill>
                  <a:srgbClr val="FF6600"/>
                </a:solidFill>
                <a:effectLst/>
                <a:uFillTx/>
                <a:latin typeface="NotoSansKR"/>
                <a:ea typeface="NotoSansKR"/>
              </a:rPr>
              <a:t> </a:t>
            </a:r>
            <a:r>
              <a:rPr lang="zh-CN" sz="1180" b="0" u="none" strike="noStrike" dirty="0">
                <a:solidFill>
                  <a:srgbClr val="FF6600"/>
                </a:solidFill>
                <a:effectLst/>
                <a:uFillTx/>
                <a:latin typeface="NotoSansKR"/>
                <a:ea typeface="NotoSansKR"/>
              </a:rPr>
              <a:t>기반 </a:t>
            </a:r>
            <a:r>
              <a:rPr lang="en-US" sz="1180" b="0" u="none" strike="noStrike" dirty="0">
                <a:solidFill>
                  <a:srgbClr val="FF6600"/>
                </a:solidFill>
                <a:effectLst/>
                <a:uFillTx/>
                <a:latin typeface="NotoSansKR"/>
                <a:ea typeface="NotoSansKR"/>
              </a:rPr>
              <a:t>Agent</a:t>
            </a:r>
            <a:r>
              <a:rPr lang="zh-CN" sz="1180" b="0" u="none" strike="noStrike" dirty="0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로</a:t>
            </a:r>
            <a:r>
              <a:rPr lang="en-US" sz="1180" b="0" u="none" strike="noStrike" dirty="0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, </a:t>
            </a:r>
            <a:r>
              <a:rPr lang="zh-CN" sz="1180" b="0" u="none" strike="noStrike" dirty="0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데이터 보안이 중요한 환경에서 내부 정보를 안전하게 활용할 수 있는</a:t>
            </a:r>
            <a:r>
              <a:rPr lang="en-US" altLang="zh-CN" sz="1180" b="0" u="none" strike="noStrike" dirty="0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 </a:t>
            </a:r>
          </a:p>
          <a:p>
            <a:pPr algn="just"/>
            <a:r>
              <a:rPr lang="zh-CN" altLang="ko-KR" sz="1180" b="0" u="none" strike="noStrike" dirty="0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전용 </a:t>
            </a:r>
            <a:r>
              <a:rPr lang="en-US" altLang="ko-KR" sz="1180" b="0" u="none" strike="noStrike" dirty="0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AI </a:t>
            </a:r>
            <a:r>
              <a:rPr lang="zh-CN" altLang="ko-KR" sz="1180" b="0" u="none" strike="noStrike" dirty="0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솔루션입니다</a:t>
            </a:r>
            <a:r>
              <a:rPr lang="en-US" altLang="ko-KR" sz="1180" b="0" u="none" strike="noStrike" dirty="0">
                <a:solidFill>
                  <a:srgbClr val="374151"/>
                </a:solidFill>
                <a:effectLst/>
                <a:uFillTx/>
                <a:latin typeface="NotoSansKR"/>
                <a:ea typeface="NotoSansKR"/>
              </a:rPr>
              <a:t>.</a:t>
            </a:r>
            <a:endParaRPr lang="en-US" altLang="ko-KR" sz="11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/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자유형 168">
            <a:extLst>
              <a:ext uri="{FF2B5EF4-FFF2-40B4-BE49-F238E27FC236}">
                <a16:creationId xmlns:a16="http://schemas.microsoft.com/office/drawing/2014/main" id="{06422AA3-6002-4E27-BAB3-65963D977DD7}"/>
              </a:ext>
            </a:extLst>
          </p:cNvPr>
          <p:cNvSpPr/>
          <p:nvPr/>
        </p:nvSpPr>
        <p:spPr>
          <a:xfrm>
            <a:off x="836440" y="2702497"/>
            <a:ext cx="4797000" cy="1771920"/>
          </a:xfrm>
          <a:custGeom>
            <a:avLst/>
            <a:gdLst/>
            <a:ahLst/>
            <a:cxnLst/>
            <a:rect l="0" t="0" r="r" b="b"/>
            <a:pathLst>
              <a:path w="13325" h="4922">
                <a:moveTo>
                  <a:pt x="0" y="473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4"/>
                </a:cubicBezTo>
                <a:cubicBezTo>
                  <a:pt x="14" y="103"/>
                  <a:pt x="19" y="92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3140" y="0"/>
                </a:lnTo>
                <a:cubicBezTo>
                  <a:pt x="13152" y="0"/>
                  <a:pt x="13164" y="1"/>
                  <a:pt x="13176" y="3"/>
                </a:cubicBezTo>
                <a:cubicBezTo>
                  <a:pt x="13188" y="6"/>
                  <a:pt x="13200" y="9"/>
                  <a:pt x="13211" y="14"/>
                </a:cubicBezTo>
                <a:cubicBezTo>
                  <a:pt x="13222" y="18"/>
                  <a:pt x="13233" y="24"/>
                  <a:pt x="13243" y="31"/>
                </a:cubicBezTo>
                <a:cubicBezTo>
                  <a:pt x="13253" y="38"/>
                  <a:pt x="13262" y="45"/>
                  <a:pt x="13271" y="54"/>
                </a:cubicBezTo>
                <a:cubicBezTo>
                  <a:pt x="13280" y="63"/>
                  <a:pt x="13287" y="72"/>
                  <a:pt x="13294" y="82"/>
                </a:cubicBezTo>
                <a:cubicBezTo>
                  <a:pt x="13301" y="92"/>
                  <a:pt x="13307" y="103"/>
                  <a:pt x="13311" y="114"/>
                </a:cubicBezTo>
                <a:cubicBezTo>
                  <a:pt x="13316" y="126"/>
                  <a:pt x="13319" y="137"/>
                  <a:pt x="13322" y="149"/>
                </a:cubicBezTo>
                <a:cubicBezTo>
                  <a:pt x="13324" y="161"/>
                  <a:pt x="13325" y="173"/>
                  <a:pt x="13325" y="185"/>
                </a:cubicBezTo>
                <a:lnTo>
                  <a:pt x="13325" y="4736"/>
                </a:lnTo>
                <a:cubicBezTo>
                  <a:pt x="13325" y="4748"/>
                  <a:pt x="13324" y="4760"/>
                  <a:pt x="13322" y="4772"/>
                </a:cubicBezTo>
                <a:cubicBezTo>
                  <a:pt x="13319" y="4784"/>
                  <a:pt x="13316" y="4796"/>
                  <a:pt x="13311" y="4807"/>
                </a:cubicBezTo>
                <a:cubicBezTo>
                  <a:pt x="13307" y="4818"/>
                  <a:pt x="13301" y="4829"/>
                  <a:pt x="13294" y="4839"/>
                </a:cubicBezTo>
                <a:cubicBezTo>
                  <a:pt x="13287" y="4849"/>
                  <a:pt x="13280" y="4859"/>
                  <a:pt x="13271" y="4867"/>
                </a:cubicBezTo>
                <a:cubicBezTo>
                  <a:pt x="13262" y="4876"/>
                  <a:pt x="13253" y="4884"/>
                  <a:pt x="13243" y="4890"/>
                </a:cubicBezTo>
                <a:cubicBezTo>
                  <a:pt x="13233" y="4897"/>
                  <a:pt x="13222" y="4903"/>
                  <a:pt x="13211" y="4908"/>
                </a:cubicBezTo>
                <a:cubicBezTo>
                  <a:pt x="13200" y="4912"/>
                  <a:pt x="13188" y="4916"/>
                  <a:pt x="13176" y="4918"/>
                </a:cubicBezTo>
                <a:cubicBezTo>
                  <a:pt x="13164" y="4921"/>
                  <a:pt x="13152" y="4922"/>
                  <a:pt x="13140" y="4922"/>
                </a:cubicBezTo>
                <a:lnTo>
                  <a:pt x="139" y="4922"/>
                </a:lnTo>
                <a:cubicBezTo>
                  <a:pt x="130" y="4922"/>
                  <a:pt x="121" y="4921"/>
                  <a:pt x="112" y="4918"/>
                </a:cubicBezTo>
                <a:cubicBezTo>
                  <a:pt x="103" y="4916"/>
                  <a:pt x="95" y="4912"/>
                  <a:pt x="86" y="4908"/>
                </a:cubicBezTo>
                <a:cubicBezTo>
                  <a:pt x="78" y="4903"/>
                  <a:pt x="70" y="4897"/>
                  <a:pt x="62" y="4890"/>
                </a:cubicBezTo>
                <a:cubicBezTo>
                  <a:pt x="54" y="4884"/>
                  <a:pt x="47" y="4876"/>
                  <a:pt x="41" y="4867"/>
                </a:cubicBezTo>
                <a:cubicBezTo>
                  <a:pt x="34" y="4859"/>
                  <a:pt x="29" y="4849"/>
                  <a:pt x="24" y="4839"/>
                </a:cubicBezTo>
                <a:cubicBezTo>
                  <a:pt x="19" y="4829"/>
                  <a:pt x="14" y="4818"/>
                  <a:pt x="11" y="4807"/>
                </a:cubicBezTo>
                <a:cubicBezTo>
                  <a:pt x="7" y="4796"/>
                  <a:pt x="5" y="4784"/>
                  <a:pt x="3" y="4772"/>
                </a:cubicBezTo>
                <a:cubicBezTo>
                  <a:pt x="1" y="4760"/>
                  <a:pt x="0" y="4748"/>
                  <a:pt x="0" y="47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자유형 169">
            <a:extLst>
              <a:ext uri="{FF2B5EF4-FFF2-40B4-BE49-F238E27FC236}">
                <a16:creationId xmlns:a16="http://schemas.microsoft.com/office/drawing/2014/main" id="{A7BD1B6C-2421-4D4A-B41C-53FAEF14B16C}"/>
              </a:ext>
            </a:extLst>
          </p:cNvPr>
          <p:cNvSpPr/>
          <p:nvPr/>
        </p:nvSpPr>
        <p:spPr>
          <a:xfrm>
            <a:off x="819880" y="2702497"/>
            <a:ext cx="66960" cy="1771920"/>
          </a:xfrm>
          <a:custGeom>
            <a:avLst/>
            <a:gdLst/>
            <a:ahLst/>
            <a:cxnLst/>
            <a:rect l="0" t="0" r="r" b="b"/>
            <a:pathLst>
              <a:path w="186" h="4922">
                <a:moveTo>
                  <a:pt x="0" y="0"/>
                </a:moveTo>
                <a:lnTo>
                  <a:pt x="186" y="0"/>
                </a:lnTo>
                <a:lnTo>
                  <a:pt x="186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FB923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자유형 170">
            <a:extLst>
              <a:ext uri="{FF2B5EF4-FFF2-40B4-BE49-F238E27FC236}">
                <a16:creationId xmlns:a16="http://schemas.microsoft.com/office/drawing/2014/main" id="{8C1BDCAE-AE16-4E3E-A3FE-D63E206364B5}"/>
              </a:ext>
            </a:extLst>
          </p:cNvPr>
          <p:cNvSpPr/>
          <p:nvPr/>
        </p:nvSpPr>
        <p:spPr>
          <a:xfrm>
            <a:off x="1120480" y="2969617"/>
            <a:ext cx="668880" cy="668880"/>
          </a:xfrm>
          <a:custGeom>
            <a:avLst/>
            <a:gdLst/>
            <a:ahLst/>
            <a:cxnLst/>
            <a:rect l="0" t="0" r="r" b="b"/>
            <a:pathLst>
              <a:path w="1858" h="1858">
                <a:moveTo>
                  <a:pt x="1858" y="930"/>
                </a:moveTo>
                <a:cubicBezTo>
                  <a:pt x="1858" y="960"/>
                  <a:pt x="1857" y="991"/>
                  <a:pt x="1854" y="1021"/>
                </a:cubicBezTo>
                <a:cubicBezTo>
                  <a:pt x="1851" y="1051"/>
                  <a:pt x="1847" y="1081"/>
                  <a:pt x="1841" y="1111"/>
                </a:cubicBezTo>
                <a:cubicBezTo>
                  <a:pt x="1835" y="1141"/>
                  <a:pt x="1827" y="1170"/>
                  <a:pt x="1818" y="1199"/>
                </a:cubicBezTo>
                <a:cubicBezTo>
                  <a:pt x="1810" y="1229"/>
                  <a:pt x="1799" y="1257"/>
                  <a:pt x="1788" y="1285"/>
                </a:cubicBezTo>
                <a:cubicBezTo>
                  <a:pt x="1776" y="1313"/>
                  <a:pt x="1763" y="1341"/>
                  <a:pt x="1749" y="1368"/>
                </a:cubicBezTo>
                <a:cubicBezTo>
                  <a:pt x="1734" y="1394"/>
                  <a:pt x="1719" y="1421"/>
                  <a:pt x="1702" y="1446"/>
                </a:cubicBezTo>
                <a:cubicBezTo>
                  <a:pt x="1685" y="1471"/>
                  <a:pt x="1667" y="1496"/>
                  <a:pt x="1648" y="1519"/>
                </a:cubicBezTo>
                <a:cubicBezTo>
                  <a:pt x="1628" y="1543"/>
                  <a:pt x="1608" y="1565"/>
                  <a:pt x="1586" y="1587"/>
                </a:cubicBezTo>
                <a:cubicBezTo>
                  <a:pt x="1565" y="1608"/>
                  <a:pt x="1542" y="1628"/>
                  <a:pt x="1519" y="1648"/>
                </a:cubicBezTo>
                <a:cubicBezTo>
                  <a:pt x="1495" y="1667"/>
                  <a:pt x="1471" y="1685"/>
                  <a:pt x="1446" y="1702"/>
                </a:cubicBezTo>
                <a:cubicBezTo>
                  <a:pt x="1420" y="1719"/>
                  <a:pt x="1394" y="1735"/>
                  <a:pt x="1368" y="1749"/>
                </a:cubicBezTo>
                <a:cubicBezTo>
                  <a:pt x="1341" y="1763"/>
                  <a:pt x="1313" y="1776"/>
                  <a:pt x="1285" y="1788"/>
                </a:cubicBezTo>
                <a:cubicBezTo>
                  <a:pt x="1257" y="1799"/>
                  <a:pt x="1229" y="1810"/>
                  <a:pt x="1199" y="1819"/>
                </a:cubicBezTo>
                <a:cubicBezTo>
                  <a:pt x="1170" y="1827"/>
                  <a:pt x="1141" y="1835"/>
                  <a:pt x="1111" y="1841"/>
                </a:cubicBezTo>
                <a:cubicBezTo>
                  <a:pt x="1081" y="1847"/>
                  <a:pt x="1051" y="1851"/>
                  <a:pt x="1021" y="1854"/>
                </a:cubicBezTo>
                <a:cubicBezTo>
                  <a:pt x="991" y="1857"/>
                  <a:pt x="960" y="1858"/>
                  <a:pt x="930" y="1858"/>
                </a:cubicBezTo>
                <a:cubicBezTo>
                  <a:pt x="900" y="1858"/>
                  <a:pt x="869" y="1857"/>
                  <a:pt x="839" y="1854"/>
                </a:cubicBezTo>
                <a:cubicBezTo>
                  <a:pt x="808" y="1851"/>
                  <a:pt x="778" y="1847"/>
                  <a:pt x="748" y="1841"/>
                </a:cubicBezTo>
                <a:cubicBezTo>
                  <a:pt x="718" y="1835"/>
                  <a:pt x="688" y="1827"/>
                  <a:pt x="659" y="1819"/>
                </a:cubicBezTo>
                <a:cubicBezTo>
                  <a:pt x="630" y="1810"/>
                  <a:pt x="602" y="1799"/>
                  <a:pt x="574" y="1788"/>
                </a:cubicBezTo>
                <a:cubicBezTo>
                  <a:pt x="545" y="1776"/>
                  <a:pt x="518" y="1763"/>
                  <a:pt x="491" y="1749"/>
                </a:cubicBezTo>
                <a:cubicBezTo>
                  <a:pt x="464" y="1735"/>
                  <a:pt x="438" y="1719"/>
                  <a:pt x="413" y="1702"/>
                </a:cubicBezTo>
                <a:cubicBezTo>
                  <a:pt x="388" y="1685"/>
                  <a:pt x="363" y="1667"/>
                  <a:pt x="340" y="1648"/>
                </a:cubicBezTo>
                <a:cubicBezTo>
                  <a:pt x="316" y="1628"/>
                  <a:pt x="294" y="1608"/>
                  <a:pt x="272" y="1587"/>
                </a:cubicBezTo>
                <a:cubicBezTo>
                  <a:pt x="251" y="1565"/>
                  <a:pt x="230" y="1543"/>
                  <a:pt x="211" y="1519"/>
                </a:cubicBezTo>
                <a:cubicBezTo>
                  <a:pt x="192" y="1496"/>
                  <a:pt x="174" y="1471"/>
                  <a:pt x="157" y="1446"/>
                </a:cubicBezTo>
                <a:cubicBezTo>
                  <a:pt x="140" y="1421"/>
                  <a:pt x="124" y="1394"/>
                  <a:pt x="110" y="1368"/>
                </a:cubicBezTo>
                <a:cubicBezTo>
                  <a:pt x="96" y="1341"/>
                  <a:pt x="83" y="1313"/>
                  <a:pt x="71" y="1285"/>
                </a:cubicBezTo>
                <a:cubicBezTo>
                  <a:pt x="59" y="1257"/>
                  <a:pt x="49" y="1229"/>
                  <a:pt x="40" y="1199"/>
                </a:cubicBezTo>
                <a:cubicBezTo>
                  <a:pt x="32" y="1170"/>
                  <a:pt x="24" y="1141"/>
                  <a:pt x="18" y="1111"/>
                </a:cubicBezTo>
                <a:cubicBezTo>
                  <a:pt x="12" y="1081"/>
                  <a:pt x="8" y="1051"/>
                  <a:pt x="5" y="1021"/>
                </a:cubicBezTo>
                <a:cubicBezTo>
                  <a:pt x="2" y="991"/>
                  <a:pt x="0" y="960"/>
                  <a:pt x="0" y="930"/>
                </a:cubicBezTo>
                <a:cubicBezTo>
                  <a:pt x="0" y="900"/>
                  <a:pt x="2" y="869"/>
                  <a:pt x="5" y="839"/>
                </a:cubicBezTo>
                <a:cubicBezTo>
                  <a:pt x="8" y="808"/>
                  <a:pt x="12" y="778"/>
                  <a:pt x="18" y="748"/>
                </a:cubicBezTo>
                <a:cubicBezTo>
                  <a:pt x="24" y="718"/>
                  <a:pt x="32" y="689"/>
                  <a:pt x="40" y="659"/>
                </a:cubicBezTo>
                <a:cubicBezTo>
                  <a:pt x="49" y="630"/>
                  <a:pt x="59" y="602"/>
                  <a:pt x="71" y="574"/>
                </a:cubicBezTo>
                <a:cubicBezTo>
                  <a:pt x="83" y="546"/>
                  <a:pt x="96" y="518"/>
                  <a:pt x="110" y="491"/>
                </a:cubicBezTo>
                <a:cubicBezTo>
                  <a:pt x="124" y="464"/>
                  <a:pt x="140" y="438"/>
                  <a:pt x="157" y="413"/>
                </a:cubicBezTo>
                <a:cubicBezTo>
                  <a:pt x="174" y="388"/>
                  <a:pt x="192" y="363"/>
                  <a:pt x="211" y="340"/>
                </a:cubicBezTo>
                <a:cubicBezTo>
                  <a:pt x="230" y="316"/>
                  <a:pt x="251" y="294"/>
                  <a:pt x="272" y="272"/>
                </a:cubicBezTo>
                <a:cubicBezTo>
                  <a:pt x="294" y="251"/>
                  <a:pt x="316" y="230"/>
                  <a:pt x="340" y="211"/>
                </a:cubicBezTo>
                <a:cubicBezTo>
                  <a:pt x="363" y="192"/>
                  <a:pt x="388" y="174"/>
                  <a:pt x="413" y="157"/>
                </a:cubicBezTo>
                <a:cubicBezTo>
                  <a:pt x="438" y="140"/>
                  <a:pt x="464" y="124"/>
                  <a:pt x="491" y="110"/>
                </a:cubicBezTo>
                <a:cubicBezTo>
                  <a:pt x="518" y="96"/>
                  <a:pt x="545" y="83"/>
                  <a:pt x="574" y="71"/>
                </a:cubicBezTo>
                <a:cubicBezTo>
                  <a:pt x="602" y="59"/>
                  <a:pt x="630" y="49"/>
                  <a:pt x="659" y="40"/>
                </a:cubicBezTo>
                <a:cubicBezTo>
                  <a:pt x="688" y="32"/>
                  <a:pt x="718" y="24"/>
                  <a:pt x="748" y="18"/>
                </a:cubicBezTo>
                <a:cubicBezTo>
                  <a:pt x="778" y="12"/>
                  <a:pt x="808" y="8"/>
                  <a:pt x="839" y="5"/>
                </a:cubicBezTo>
                <a:cubicBezTo>
                  <a:pt x="869" y="2"/>
                  <a:pt x="900" y="0"/>
                  <a:pt x="930" y="0"/>
                </a:cubicBezTo>
                <a:cubicBezTo>
                  <a:pt x="960" y="0"/>
                  <a:pt x="991" y="2"/>
                  <a:pt x="1021" y="5"/>
                </a:cubicBezTo>
                <a:cubicBezTo>
                  <a:pt x="1051" y="8"/>
                  <a:pt x="1081" y="12"/>
                  <a:pt x="1111" y="18"/>
                </a:cubicBezTo>
                <a:cubicBezTo>
                  <a:pt x="1141" y="24"/>
                  <a:pt x="1170" y="32"/>
                  <a:pt x="1199" y="40"/>
                </a:cubicBezTo>
                <a:cubicBezTo>
                  <a:pt x="1229" y="49"/>
                  <a:pt x="1257" y="59"/>
                  <a:pt x="1285" y="71"/>
                </a:cubicBezTo>
                <a:cubicBezTo>
                  <a:pt x="1313" y="83"/>
                  <a:pt x="1341" y="96"/>
                  <a:pt x="1368" y="110"/>
                </a:cubicBezTo>
                <a:cubicBezTo>
                  <a:pt x="1394" y="124"/>
                  <a:pt x="1420" y="140"/>
                  <a:pt x="1446" y="157"/>
                </a:cubicBezTo>
                <a:cubicBezTo>
                  <a:pt x="1471" y="174"/>
                  <a:pt x="1495" y="192"/>
                  <a:pt x="1519" y="211"/>
                </a:cubicBezTo>
                <a:cubicBezTo>
                  <a:pt x="1542" y="230"/>
                  <a:pt x="1565" y="251"/>
                  <a:pt x="1586" y="272"/>
                </a:cubicBezTo>
                <a:cubicBezTo>
                  <a:pt x="1608" y="294"/>
                  <a:pt x="1628" y="316"/>
                  <a:pt x="1648" y="340"/>
                </a:cubicBezTo>
                <a:cubicBezTo>
                  <a:pt x="1667" y="363"/>
                  <a:pt x="1685" y="388"/>
                  <a:pt x="1702" y="413"/>
                </a:cubicBezTo>
                <a:cubicBezTo>
                  <a:pt x="1719" y="438"/>
                  <a:pt x="1734" y="464"/>
                  <a:pt x="1749" y="491"/>
                </a:cubicBezTo>
                <a:cubicBezTo>
                  <a:pt x="1763" y="518"/>
                  <a:pt x="1776" y="546"/>
                  <a:pt x="1788" y="574"/>
                </a:cubicBezTo>
                <a:cubicBezTo>
                  <a:pt x="1799" y="602"/>
                  <a:pt x="1810" y="630"/>
                  <a:pt x="1818" y="659"/>
                </a:cubicBezTo>
                <a:cubicBezTo>
                  <a:pt x="1827" y="689"/>
                  <a:pt x="1835" y="718"/>
                  <a:pt x="1841" y="748"/>
                </a:cubicBezTo>
                <a:cubicBezTo>
                  <a:pt x="1847" y="778"/>
                  <a:pt x="1851" y="808"/>
                  <a:pt x="1854" y="839"/>
                </a:cubicBezTo>
                <a:cubicBezTo>
                  <a:pt x="1857" y="869"/>
                  <a:pt x="1858" y="900"/>
                  <a:pt x="1858" y="930"/>
                </a:cubicBezTo>
                <a:close/>
              </a:path>
            </a:pathLst>
          </a:custGeom>
          <a:solidFill>
            <a:srgbClr val="FFEDD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A8439D6E-D8E7-46ED-9278-D68EE72C64E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304800" y="3153937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39F03D9-E45C-4D41-80F5-DCC153690881}"/>
              </a:ext>
            </a:extLst>
          </p:cNvPr>
          <p:cNvSpPr txBox="1"/>
          <p:nvPr/>
        </p:nvSpPr>
        <p:spPr>
          <a:xfrm>
            <a:off x="1989880" y="2984377"/>
            <a:ext cx="2563202" cy="2431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80" b="1" dirty="0">
                <a:solidFill>
                  <a:srgbClr val="1F2937"/>
                </a:solidFill>
                <a:latin typeface="Pretendard"/>
                <a:ea typeface="Pretendard"/>
              </a:rPr>
              <a:t>강력한 보안과 데이터 </a:t>
            </a:r>
            <a:r>
              <a:rPr lang="ko-KR" altLang="en-US" sz="1580" b="1" dirty="0">
                <a:solidFill>
                  <a:srgbClr val="1F2937"/>
                </a:solidFill>
                <a:latin typeface="Pretendard"/>
                <a:ea typeface="Pretendard"/>
              </a:rPr>
              <a:t>통제권</a:t>
            </a:r>
            <a:endParaRPr lang="en-US" sz="158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C8FDB1-86C0-40A8-9B0B-270A060F1641}"/>
              </a:ext>
            </a:extLst>
          </p:cNvPr>
          <p:cNvSpPr txBox="1"/>
          <p:nvPr/>
        </p:nvSpPr>
        <p:spPr>
          <a:xfrm>
            <a:off x="1989880" y="3363817"/>
            <a:ext cx="3442680" cy="80368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0"/>
              </a:lnSpc>
              <a:defRPr/>
            </a:pP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고객사의 데이터를 외부로 유출하지 않는 </a:t>
            </a:r>
            <a:r>
              <a:rPr lang="zh-CN" altLang="en-US" sz="1050" b="1" dirty="0">
                <a:solidFill>
                  <a:srgbClr val="4B5563"/>
                </a:solidFill>
                <a:latin typeface="Pretendard-Semi"/>
                <a:ea typeface="Pretendard-Semi"/>
              </a:rPr>
              <a:t>온프레미스</a:t>
            </a:r>
            <a:r>
              <a:rPr lang="en-US" sz="1050" b="1" dirty="0">
                <a:solidFill>
                  <a:srgbClr val="4B5563"/>
                </a:solidFill>
                <a:latin typeface="Pretendard-Semi"/>
                <a:ea typeface="Pretendard-Semi"/>
              </a:rPr>
              <a:t>(On-</a:t>
            </a:r>
            <a:r>
              <a:rPr lang="en-US" altLang="ko-KR" sz="1050" b="1" dirty="0">
                <a:solidFill>
                  <a:srgbClr val="4B5563"/>
                </a:solidFill>
                <a:latin typeface="Pretendard-Semi"/>
                <a:ea typeface="Pretendard-Semi"/>
              </a:rPr>
              <a:t>premise) </a:t>
            </a: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및 </a:t>
            </a:r>
            <a:r>
              <a:rPr lang="zh-CN" altLang="en-US" sz="1050" b="1" dirty="0">
                <a:solidFill>
                  <a:srgbClr val="4B5563"/>
                </a:solidFill>
                <a:latin typeface="Pretendard-Semi"/>
                <a:ea typeface="Pretendard-Semi"/>
              </a:rPr>
              <a:t>프라이빗 클라우드 </a:t>
            </a: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구축을 원칙으로 합니다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. </a:t>
            </a:r>
          </a:p>
          <a:p>
            <a:pPr algn="just">
              <a:lnSpc>
                <a:spcPts val="1560"/>
              </a:lnSpc>
              <a:defRPr/>
            </a:pP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민감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한 내부 정보나 고객 데이터 유출에 대한 우려 없이 </a:t>
            </a:r>
            <a:endParaRPr lang="en-US" altLang="zh-CN" sz="1050" dirty="0">
              <a:solidFill>
                <a:srgbClr val="4B5563"/>
              </a:solidFill>
              <a:latin typeface="Pretendard"/>
              <a:ea typeface="Pretendard"/>
            </a:endParaRPr>
          </a:p>
          <a:p>
            <a:pPr algn="just">
              <a:lnSpc>
                <a:spcPts val="1560"/>
              </a:lnSpc>
              <a:defRPr/>
            </a:pP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안전하게 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AI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기술을 활용할 수 있습니다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.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자유형 177">
            <a:extLst>
              <a:ext uri="{FF2B5EF4-FFF2-40B4-BE49-F238E27FC236}">
                <a16:creationId xmlns:a16="http://schemas.microsoft.com/office/drawing/2014/main" id="{258D6A48-4735-4A75-9F6B-62A92EAD93F5}"/>
              </a:ext>
            </a:extLst>
          </p:cNvPr>
          <p:cNvSpPr/>
          <p:nvPr/>
        </p:nvSpPr>
        <p:spPr>
          <a:xfrm>
            <a:off x="6601066" y="2651857"/>
            <a:ext cx="4797000" cy="1771920"/>
          </a:xfrm>
          <a:custGeom>
            <a:avLst/>
            <a:gdLst/>
            <a:ahLst/>
            <a:cxnLst/>
            <a:rect l="0" t="0" r="r" b="b"/>
            <a:pathLst>
              <a:path w="13325" h="4922">
                <a:moveTo>
                  <a:pt x="0" y="4736"/>
                </a:moveTo>
                <a:lnTo>
                  <a:pt x="0" y="185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3139" y="0"/>
                </a:lnTo>
                <a:cubicBezTo>
                  <a:pt x="13151" y="0"/>
                  <a:pt x="13164" y="1"/>
                  <a:pt x="13176" y="3"/>
                </a:cubicBezTo>
                <a:cubicBezTo>
                  <a:pt x="13187" y="6"/>
                  <a:pt x="13199" y="9"/>
                  <a:pt x="13210" y="14"/>
                </a:cubicBezTo>
                <a:cubicBezTo>
                  <a:pt x="13222" y="18"/>
                  <a:pt x="13232" y="24"/>
                  <a:pt x="13242" y="31"/>
                </a:cubicBezTo>
                <a:cubicBezTo>
                  <a:pt x="13253" y="38"/>
                  <a:pt x="13262" y="45"/>
                  <a:pt x="13271" y="54"/>
                </a:cubicBezTo>
                <a:cubicBezTo>
                  <a:pt x="13279" y="63"/>
                  <a:pt x="13287" y="72"/>
                  <a:pt x="13294" y="82"/>
                </a:cubicBezTo>
                <a:cubicBezTo>
                  <a:pt x="13300" y="92"/>
                  <a:pt x="13306" y="103"/>
                  <a:pt x="13311" y="114"/>
                </a:cubicBezTo>
                <a:cubicBezTo>
                  <a:pt x="13316" y="126"/>
                  <a:pt x="13319" y="137"/>
                  <a:pt x="13321" y="149"/>
                </a:cubicBezTo>
                <a:cubicBezTo>
                  <a:pt x="13324" y="161"/>
                  <a:pt x="13325" y="173"/>
                  <a:pt x="13325" y="185"/>
                </a:cubicBezTo>
                <a:lnTo>
                  <a:pt x="13325" y="4736"/>
                </a:lnTo>
                <a:cubicBezTo>
                  <a:pt x="13325" y="4748"/>
                  <a:pt x="13324" y="4760"/>
                  <a:pt x="13321" y="4772"/>
                </a:cubicBezTo>
                <a:cubicBezTo>
                  <a:pt x="13319" y="4784"/>
                  <a:pt x="13316" y="4796"/>
                  <a:pt x="13311" y="4807"/>
                </a:cubicBezTo>
                <a:cubicBezTo>
                  <a:pt x="13306" y="4818"/>
                  <a:pt x="13300" y="4829"/>
                  <a:pt x="13294" y="4839"/>
                </a:cubicBezTo>
                <a:cubicBezTo>
                  <a:pt x="13287" y="4849"/>
                  <a:pt x="13279" y="4859"/>
                  <a:pt x="13271" y="4867"/>
                </a:cubicBezTo>
                <a:cubicBezTo>
                  <a:pt x="13262" y="4876"/>
                  <a:pt x="13253" y="4884"/>
                  <a:pt x="13242" y="4890"/>
                </a:cubicBezTo>
                <a:cubicBezTo>
                  <a:pt x="13232" y="4897"/>
                  <a:pt x="13222" y="4903"/>
                  <a:pt x="13210" y="4908"/>
                </a:cubicBezTo>
                <a:cubicBezTo>
                  <a:pt x="13199" y="4912"/>
                  <a:pt x="13187" y="4916"/>
                  <a:pt x="13176" y="4918"/>
                </a:cubicBezTo>
                <a:cubicBezTo>
                  <a:pt x="13164" y="4921"/>
                  <a:pt x="13151" y="4922"/>
                  <a:pt x="13139" y="4922"/>
                </a:cubicBezTo>
                <a:lnTo>
                  <a:pt x="139" y="4922"/>
                </a:lnTo>
                <a:cubicBezTo>
                  <a:pt x="130" y="4922"/>
                  <a:pt x="121" y="4921"/>
                  <a:pt x="112" y="4918"/>
                </a:cubicBezTo>
                <a:cubicBezTo>
                  <a:pt x="103" y="4916"/>
                  <a:pt x="94" y="4912"/>
                  <a:pt x="86" y="4908"/>
                </a:cubicBezTo>
                <a:cubicBezTo>
                  <a:pt x="77" y="4903"/>
                  <a:pt x="69" y="4897"/>
                  <a:pt x="62" y="4890"/>
                </a:cubicBezTo>
                <a:cubicBezTo>
                  <a:pt x="54" y="4884"/>
                  <a:pt x="47" y="4876"/>
                  <a:pt x="40" y="4867"/>
                </a:cubicBezTo>
                <a:cubicBezTo>
                  <a:pt x="34" y="4859"/>
                  <a:pt x="28" y="4849"/>
                  <a:pt x="23" y="4839"/>
                </a:cubicBezTo>
                <a:cubicBezTo>
                  <a:pt x="18" y="4829"/>
                  <a:pt x="14" y="4818"/>
                  <a:pt x="10" y="4807"/>
                </a:cubicBezTo>
                <a:cubicBezTo>
                  <a:pt x="7" y="4796"/>
                  <a:pt x="4" y="4784"/>
                  <a:pt x="2" y="4772"/>
                </a:cubicBezTo>
                <a:cubicBezTo>
                  <a:pt x="1" y="4760"/>
                  <a:pt x="0" y="4748"/>
                  <a:pt x="0" y="47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자유형 178">
            <a:extLst>
              <a:ext uri="{FF2B5EF4-FFF2-40B4-BE49-F238E27FC236}">
                <a16:creationId xmlns:a16="http://schemas.microsoft.com/office/drawing/2014/main" id="{9FF74281-F43D-4B77-B933-CD49CD8D2AF8}"/>
              </a:ext>
            </a:extLst>
          </p:cNvPr>
          <p:cNvSpPr/>
          <p:nvPr/>
        </p:nvSpPr>
        <p:spPr>
          <a:xfrm>
            <a:off x="6584146" y="2651857"/>
            <a:ext cx="67320" cy="1771920"/>
          </a:xfrm>
          <a:custGeom>
            <a:avLst/>
            <a:gdLst/>
            <a:ahLst/>
            <a:cxnLst/>
            <a:rect l="0" t="0" r="r" b="b"/>
            <a:pathLst>
              <a:path w="187" h="4922">
                <a:moveTo>
                  <a:pt x="0" y="0"/>
                </a:moveTo>
                <a:lnTo>
                  <a:pt x="187" y="0"/>
                </a:lnTo>
                <a:lnTo>
                  <a:pt x="187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자유형 179">
            <a:extLst>
              <a:ext uri="{FF2B5EF4-FFF2-40B4-BE49-F238E27FC236}">
                <a16:creationId xmlns:a16="http://schemas.microsoft.com/office/drawing/2014/main" id="{4E18C97D-3CFA-467E-B7C6-B688D8C8D085}"/>
              </a:ext>
            </a:extLst>
          </p:cNvPr>
          <p:cNvSpPr/>
          <p:nvPr/>
        </p:nvSpPr>
        <p:spPr>
          <a:xfrm>
            <a:off x="6885106" y="2918977"/>
            <a:ext cx="668880" cy="668880"/>
          </a:xfrm>
          <a:custGeom>
            <a:avLst/>
            <a:gdLst/>
            <a:ahLst/>
            <a:cxnLst/>
            <a:rect l="0" t="0" r="r" b="b"/>
            <a:pathLst>
              <a:path w="1858" h="1858">
                <a:moveTo>
                  <a:pt x="1858" y="930"/>
                </a:moveTo>
                <a:cubicBezTo>
                  <a:pt x="1858" y="960"/>
                  <a:pt x="1856" y="991"/>
                  <a:pt x="1854" y="1021"/>
                </a:cubicBezTo>
                <a:cubicBezTo>
                  <a:pt x="1851" y="1051"/>
                  <a:pt x="1846" y="1081"/>
                  <a:pt x="1840" y="1111"/>
                </a:cubicBezTo>
                <a:cubicBezTo>
                  <a:pt x="1834" y="1141"/>
                  <a:pt x="1827" y="1170"/>
                  <a:pt x="1818" y="1199"/>
                </a:cubicBezTo>
                <a:cubicBezTo>
                  <a:pt x="1809" y="1229"/>
                  <a:pt x="1799" y="1257"/>
                  <a:pt x="1787" y="1285"/>
                </a:cubicBezTo>
                <a:cubicBezTo>
                  <a:pt x="1776" y="1313"/>
                  <a:pt x="1763" y="1341"/>
                  <a:pt x="1748" y="1368"/>
                </a:cubicBezTo>
                <a:cubicBezTo>
                  <a:pt x="1734" y="1394"/>
                  <a:pt x="1718" y="1421"/>
                  <a:pt x="1701" y="1446"/>
                </a:cubicBezTo>
                <a:cubicBezTo>
                  <a:pt x="1685" y="1471"/>
                  <a:pt x="1667" y="1496"/>
                  <a:pt x="1647" y="1519"/>
                </a:cubicBezTo>
                <a:cubicBezTo>
                  <a:pt x="1628" y="1543"/>
                  <a:pt x="1608" y="1565"/>
                  <a:pt x="1586" y="1587"/>
                </a:cubicBezTo>
                <a:cubicBezTo>
                  <a:pt x="1564" y="1608"/>
                  <a:pt x="1541" y="1628"/>
                  <a:pt x="1518" y="1648"/>
                </a:cubicBezTo>
                <a:cubicBezTo>
                  <a:pt x="1494" y="1667"/>
                  <a:pt x="1470" y="1685"/>
                  <a:pt x="1444" y="1702"/>
                </a:cubicBezTo>
                <a:cubicBezTo>
                  <a:pt x="1419" y="1719"/>
                  <a:pt x="1393" y="1735"/>
                  <a:pt x="1366" y="1749"/>
                </a:cubicBezTo>
                <a:cubicBezTo>
                  <a:pt x="1339" y="1763"/>
                  <a:pt x="1312" y="1776"/>
                  <a:pt x="1284" y="1788"/>
                </a:cubicBezTo>
                <a:cubicBezTo>
                  <a:pt x="1256" y="1799"/>
                  <a:pt x="1227" y="1810"/>
                  <a:pt x="1198" y="1819"/>
                </a:cubicBezTo>
                <a:cubicBezTo>
                  <a:pt x="1169" y="1827"/>
                  <a:pt x="1139" y="1835"/>
                  <a:pt x="1110" y="1841"/>
                </a:cubicBezTo>
                <a:cubicBezTo>
                  <a:pt x="1080" y="1847"/>
                  <a:pt x="1050" y="1851"/>
                  <a:pt x="1019" y="1854"/>
                </a:cubicBezTo>
                <a:cubicBezTo>
                  <a:pt x="989" y="1857"/>
                  <a:pt x="959" y="1858"/>
                  <a:pt x="928" y="1858"/>
                </a:cubicBezTo>
                <a:cubicBezTo>
                  <a:pt x="898" y="1858"/>
                  <a:pt x="868" y="1857"/>
                  <a:pt x="837" y="1854"/>
                </a:cubicBezTo>
                <a:cubicBezTo>
                  <a:pt x="807" y="1851"/>
                  <a:pt x="777" y="1847"/>
                  <a:pt x="747" y="1841"/>
                </a:cubicBezTo>
                <a:cubicBezTo>
                  <a:pt x="717" y="1835"/>
                  <a:pt x="688" y="1827"/>
                  <a:pt x="659" y="1819"/>
                </a:cubicBezTo>
                <a:cubicBezTo>
                  <a:pt x="630" y="1810"/>
                  <a:pt x="601" y="1799"/>
                  <a:pt x="573" y="1788"/>
                </a:cubicBezTo>
                <a:cubicBezTo>
                  <a:pt x="545" y="1776"/>
                  <a:pt x="518" y="1763"/>
                  <a:pt x="491" y="1749"/>
                </a:cubicBezTo>
                <a:cubicBezTo>
                  <a:pt x="464" y="1735"/>
                  <a:pt x="438" y="1719"/>
                  <a:pt x="413" y="1702"/>
                </a:cubicBezTo>
                <a:cubicBezTo>
                  <a:pt x="387" y="1685"/>
                  <a:pt x="363" y="1667"/>
                  <a:pt x="339" y="1648"/>
                </a:cubicBezTo>
                <a:cubicBezTo>
                  <a:pt x="316" y="1628"/>
                  <a:pt x="293" y="1608"/>
                  <a:pt x="272" y="1587"/>
                </a:cubicBezTo>
                <a:cubicBezTo>
                  <a:pt x="250" y="1565"/>
                  <a:pt x="230" y="1543"/>
                  <a:pt x="211" y="1519"/>
                </a:cubicBezTo>
                <a:cubicBezTo>
                  <a:pt x="191" y="1496"/>
                  <a:pt x="173" y="1471"/>
                  <a:pt x="156" y="1446"/>
                </a:cubicBezTo>
                <a:cubicBezTo>
                  <a:pt x="140" y="1421"/>
                  <a:pt x="124" y="1394"/>
                  <a:pt x="110" y="1368"/>
                </a:cubicBezTo>
                <a:cubicBezTo>
                  <a:pt x="95" y="1341"/>
                  <a:pt x="82" y="1313"/>
                  <a:pt x="71" y="1285"/>
                </a:cubicBezTo>
                <a:cubicBezTo>
                  <a:pt x="59" y="1257"/>
                  <a:pt x="49" y="1229"/>
                  <a:pt x="40" y="1199"/>
                </a:cubicBezTo>
                <a:cubicBezTo>
                  <a:pt x="31" y="1170"/>
                  <a:pt x="24" y="1141"/>
                  <a:pt x="18" y="1111"/>
                </a:cubicBezTo>
                <a:cubicBezTo>
                  <a:pt x="12" y="1081"/>
                  <a:pt x="7" y="1051"/>
                  <a:pt x="4" y="1021"/>
                </a:cubicBezTo>
                <a:cubicBezTo>
                  <a:pt x="1" y="991"/>
                  <a:pt x="0" y="960"/>
                  <a:pt x="0" y="930"/>
                </a:cubicBezTo>
                <a:cubicBezTo>
                  <a:pt x="0" y="900"/>
                  <a:pt x="1" y="869"/>
                  <a:pt x="4" y="839"/>
                </a:cubicBezTo>
                <a:cubicBezTo>
                  <a:pt x="7" y="808"/>
                  <a:pt x="12" y="778"/>
                  <a:pt x="18" y="748"/>
                </a:cubicBezTo>
                <a:cubicBezTo>
                  <a:pt x="24" y="718"/>
                  <a:pt x="31" y="689"/>
                  <a:pt x="40" y="659"/>
                </a:cubicBezTo>
                <a:cubicBezTo>
                  <a:pt x="49" y="630"/>
                  <a:pt x="59" y="602"/>
                  <a:pt x="71" y="574"/>
                </a:cubicBezTo>
                <a:cubicBezTo>
                  <a:pt x="82" y="546"/>
                  <a:pt x="95" y="518"/>
                  <a:pt x="110" y="491"/>
                </a:cubicBezTo>
                <a:cubicBezTo>
                  <a:pt x="124" y="464"/>
                  <a:pt x="140" y="438"/>
                  <a:pt x="156" y="413"/>
                </a:cubicBezTo>
                <a:cubicBezTo>
                  <a:pt x="173" y="388"/>
                  <a:pt x="191" y="363"/>
                  <a:pt x="211" y="340"/>
                </a:cubicBezTo>
                <a:cubicBezTo>
                  <a:pt x="230" y="316"/>
                  <a:pt x="250" y="294"/>
                  <a:pt x="272" y="272"/>
                </a:cubicBezTo>
                <a:cubicBezTo>
                  <a:pt x="293" y="251"/>
                  <a:pt x="316" y="230"/>
                  <a:pt x="339" y="211"/>
                </a:cubicBezTo>
                <a:cubicBezTo>
                  <a:pt x="363" y="192"/>
                  <a:pt x="387" y="174"/>
                  <a:pt x="413" y="157"/>
                </a:cubicBezTo>
                <a:cubicBezTo>
                  <a:pt x="438" y="140"/>
                  <a:pt x="464" y="124"/>
                  <a:pt x="491" y="110"/>
                </a:cubicBezTo>
                <a:cubicBezTo>
                  <a:pt x="518" y="96"/>
                  <a:pt x="545" y="83"/>
                  <a:pt x="573" y="71"/>
                </a:cubicBezTo>
                <a:cubicBezTo>
                  <a:pt x="601" y="59"/>
                  <a:pt x="630" y="49"/>
                  <a:pt x="659" y="40"/>
                </a:cubicBezTo>
                <a:cubicBezTo>
                  <a:pt x="688" y="32"/>
                  <a:pt x="717" y="24"/>
                  <a:pt x="747" y="18"/>
                </a:cubicBezTo>
                <a:cubicBezTo>
                  <a:pt x="777" y="12"/>
                  <a:pt x="807" y="8"/>
                  <a:pt x="837" y="5"/>
                </a:cubicBezTo>
                <a:cubicBezTo>
                  <a:pt x="868" y="2"/>
                  <a:pt x="898" y="0"/>
                  <a:pt x="928" y="0"/>
                </a:cubicBezTo>
                <a:cubicBezTo>
                  <a:pt x="959" y="0"/>
                  <a:pt x="989" y="2"/>
                  <a:pt x="1019" y="5"/>
                </a:cubicBezTo>
                <a:cubicBezTo>
                  <a:pt x="1050" y="8"/>
                  <a:pt x="1080" y="12"/>
                  <a:pt x="1110" y="18"/>
                </a:cubicBezTo>
                <a:cubicBezTo>
                  <a:pt x="1139" y="24"/>
                  <a:pt x="1169" y="32"/>
                  <a:pt x="1198" y="40"/>
                </a:cubicBezTo>
                <a:cubicBezTo>
                  <a:pt x="1227" y="49"/>
                  <a:pt x="1256" y="59"/>
                  <a:pt x="1284" y="71"/>
                </a:cubicBezTo>
                <a:cubicBezTo>
                  <a:pt x="1312" y="83"/>
                  <a:pt x="1339" y="96"/>
                  <a:pt x="1366" y="110"/>
                </a:cubicBezTo>
                <a:cubicBezTo>
                  <a:pt x="1393" y="124"/>
                  <a:pt x="1419" y="140"/>
                  <a:pt x="1444" y="157"/>
                </a:cubicBezTo>
                <a:cubicBezTo>
                  <a:pt x="1470" y="174"/>
                  <a:pt x="1494" y="192"/>
                  <a:pt x="1518" y="211"/>
                </a:cubicBezTo>
                <a:cubicBezTo>
                  <a:pt x="1541" y="230"/>
                  <a:pt x="1564" y="251"/>
                  <a:pt x="1586" y="272"/>
                </a:cubicBezTo>
                <a:cubicBezTo>
                  <a:pt x="1608" y="294"/>
                  <a:pt x="1628" y="316"/>
                  <a:pt x="1647" y="340"/>
                </a:cubicBezTo>
                <a:cubicBezTo>
                  <a:pt x="1667" y="363"/>
                  <a:pt x="1685" y="388"/>
                  <a:pt x="1701" y="413"/>
                </a:cubicBezTo>
                <a:cubicBezTo>
                  <a:pt x="1718" y="438"/>
                  <a:pt x="1734" y="464"/>
                  <a:pt x="1748" y="491"/>
                </a:cubicBezTo>
                <a:cubicBezTo>
                  <a:pt x="1763" y="518"/>
                  <a:pt x="1776" y="546"/>
                  <a:pt x="1787" y="574"/>
                </a:cubicBezTo>
                <a:cubicBezTo>
                  <a:pt x="1799" y="602"/>
                  <a:pt x="1809" y="630"/>
                  <a:pt x="1818" y="659"/>
                </a:cubicBezTo>
                <a:cubicBezTo>
                  <a:pt x="1827" y="689"/>
                  <a:pt x="1834" y="718"/>
                  <a:pt x="1840" y="748"/>
                </a:cubicBezTo>
                <a:cubicBezTo>
                  <a:pt x="1846" y="778"/>
                  <a:pt x="1851" y="808"/>
                  <a:pt x="1854" y="839"/>
                </a:cubicBezTo>
                <a:cubicBezTo>
                  <a:pt x="1856" y="869"/>
                  <a:pt x="1858" y="900"/>
                  <a:pt x="1858" y="930"/>
                </a:cubicBezTo>
                <a:close/>
              </a:path>
            </a:pathLst>
          </a:custGeom>
          <a:solidFill>
            <a:srgbClr val="CEF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275F916A-706B-477E-95B9-404EB1F77C7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069066" y="3103297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1606EDE-5746-4EEB-BF36-4AE61D190476}"/>
              </a:ext>
            </a:extLst>
          </p:cNvPr>
          <p:cNvSpPr txBox="1"/>
          <p:nvPr/>
        </p:nvSpPr>
        <p:spPr>
          <a:xfrm>
            <a:off x="7754506" y="2933737"/>
            <a:ext cx="157248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80" b="1">
                <a:solidFill>
                  <a:srgbClr val="1F2937"/>
                </a:solidFill>
                <a:latin typeface="Pretendard"/>
                <a:ea typeface="Pretendard"/>
              </a:rPr>
              <a:t>고객 맞춤형 솔루션</a:t>
            </a:r>
            <a:endParaRPr lang="en-US" sz="15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D6B345-4942-4DB0-8748-E24B637AC42A}"/>
              </a:ext>
            </a:extLst>
          </p:cNvPr>
          <p:cNvSpPr txBox="1"/>
          <p:nvPr/>
        </p:nvSpPr>
        <p:spPr>
          <a:xfrm>
            <a:off x="7754506" y="3313177"/>
            <a:ext cx="3489929" cy="1005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0"/>
              </a:lnSpc>
            </a:pP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기업별 고유 데이터와 업무 프로세스를 학습</a:t>
            </a:r>
            <a:r>
              <a:rPr lang="en-US" sz="1050" dirty="0">
                <a:solidFill>
                  <a:srgbClr val="4B5563"/>
                </a:solidFill>
                <a:latin typeface="Pretendard"/>
                <a:ea typeface="Pretendard"/>
              </a:rPr>
              <a:t>(</a:t>
            </a:r>
            <a:r>
              <a:rPr lang="en-US" sz="1050" b="1" dirty="0">
                <a:solidFill>
                  <a:srgbClr val="4B5563"/>
                </a:solidFill>
                <a:latin typeface="Pretendard-Semi"/>
                <a:ea typeface="Pretendard-Semi"/>
              </a:rPr>
              <a:t>Fine-tuning</a:t>
            </a:r>
            <a:r>
              <a:rPr lang="en-US" sz="1050" dirty="0">
                <a:solidFill>
                  <a:srgbClr val="4B5563"/>
                </a:solidFill>
                <a:latin typeface="Pretendard"/>
                <a:ea typeface="Pretendard"/>
              </a:rPr>
              <a:t>)</a:t>
            </a:r>
          </a:p>
          <a:p>
            <a:pPr algn="just">
              <a:lnSpc>
                <a:spcPts val="1560"/>
              </a:lnSpc>
            </a:pP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하고</a:t>
            </a:r>
            <a:r>
              <a:rPr lang="en-US" sz="1050" dirty="0">
                <a:solidFill>
                  <a:srgbClr val="4B5563"/>
                </a:solidFill>
                <a:latin typeface="Pretendard"/>
                <a:ea typeface="Pretendard"/>
              </a:rPr>
              <a:t>, 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최신 정보를 실시간으로 반영하는 </a:t>
            </a:r>
            <a:r>
              <a:rPr lang="zh-CN" altLang="ko-KR" sz="1050" b="1" dirty="0">
                <a:solidFill>
                  <a:srgbClr val="4B5563"/>
                </a:solidFill>
                <a:latin typeface="Pretendard-Semi"/>
                <a:ea typeface="Pretendard-Semi"/>
              </a:rPr>
              <a:t>검색 증강 생성</a:t>
            </a:r>
            <a:r>
              <a:rPr lang="en-US" altLang="ko-KR" sz="1050" b="1" dirty="0">
                <a:solidFill>
                  <a:srgbClr val="4B5563"/>
                </a:solidFill>
                <a:latin typeface="Pretendard-Semi"/>
                <a:ea typeface="Pretendard-Semi"/>
              </a:rPr>
              <a:t>(RAG) 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기술을</a:t>
            </a:r>
            <a:r>
              <a:rPr lang="en-US" altLang="zh-CN" sz="1050" dirty="0">
                <a:solidFill>
                  <a:srgbClr val="4B5563"/>
                </a:solidFill>
                <a:latin typeface="Pretendard"/>
                <a:ea typeface="Pretendard"/>
              </a:rPr>
              <a:t> 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적용합니다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. 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일반적인 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AI 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모델이 제공할 수 없는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, 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해당 기업에 특화된 깊이 있고 정확한 결과물을 제공합니다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.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78344BF-E41B-495B-BEBB-2261EBB42417}"/>
              </a:ext>
            </a:extLst>
          </p:cNvPr>
          <p:cNvSpPr txBox="1"/>
          <p:nvPr/>
        </p:nvSpPr>
        <p:spPr>
          <a:xfrm>
            <a:off x="7754506" y="3530617"/>
            <a:ext cx="6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endParaRPr lang="en-US" sz="105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CB845DF-BC56-4A11-A469-886DC4D52A58}"/>
              </a:ext>
            </a:extLst>
          </p:cNvPr>
          <p:cNvSpPr txBox="1"/>
          <p:nvPr/>
        </p:nvSpPr>
        <p:spPr>
          <a:xfrm>
            <a:off x="7754506" y="3748057"/>
            <a:ext cx="6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endParaRPr lang="en-US" sz="105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A78B1E-D2B7-40B9-AE12-DB1844379BB7}"/>
              </a:ext>
            </a:extLst>
          </p:cNvPr>
          <p:cNvSpPr txBox="1"/>
          <p:nvPr/>
        </p:nvSpPr>
        <p:spPr>
          <a:xfrm>
            <a:off x="7754506" y="3965137"/>
            <a:ext cx="6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endParaRPr lang="en-US" sz="105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자유형 186">
            <a:extLst>
              <a:ext uri="{FF2B5EF4-FFF2-40B4-BE49-F238E27FC236}">
                <a16:creationId xmlns:a16="http://schemas.microsoft.com/office/drawing/2014/main" id="{444D6954-F80A-470F-B583-BD24682F5B7F}"/>
              </a:ext>
            </a:extLst>
          </p:cNvPr>
          <p:cNvSpPr/>
          <p:nvPr/>
        </p:nvSpPr>
        <p:spPr>
          <a:xfrm>
            <a:off x="3476653" y="4641217"/>
            <a:ext cx="4797000" cy="1771920"/>
          </a:xfrm>
          <a:custGeom>
            <a:avLst/>
            <a:gdLst/>
            <a:ahLst/>
            <a:cxnLst/>
            <a:rect l="0" t="0" r="r" b="b"/>
            <a:pathLst>
              <a:path w="13325" h="4922">
                <a:moveTo>
                  <a:pt x="0" y="473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5"/>
                </a:cubicBezTo>
                <a:cubicBezTo>
                  <a:pt x="14" y="103"/>
                  <a:pt x="19" y="93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3140" y="0"/>
                </a:lnTo>
                <a:cubicBezTo>
                  <a:pt x="13152" y="0"/>
                  <a:pt x="13164" y="1"/>
                  <a:pt x="13176" y="3"/>
                </a:cubicBezTo>
                <a:cubicBezTo>
                  <a:pt x="13188" y="6"/>
                  <a:pt x="13200" y="9"/>
                  <a:pt x="13211" y="14"/>
                </a:cubicBezTo>
                <a:cubicBezTo>
                  <a:pt x="13222" y="19"/>
                  <a:pt x="13233" y="24"/>
                  <a:pt x="13243" y="31"/>
                </a:cubicBezTo>
                <a:cubicBezTo>
                  <a:pt x="13253" y="38"/>
                  <a:pt x="13262" y="46"/>
                  <a:pt x="13271" y="54"/>
                </a:cubicBezTo>
                <a:cubicBezTo>
                  <a:pt x="13280" y="63"/>
                  <a:pt x="13287" y="72"/>
                  <a:pt x="13294" y="82"/>
                </a:cubicBezTo>
                <a:cubicBezTo>
                  <a:pt x="13301" y="93"/>
                  <a:pt x="13307" y="103"/>
                  <a:pt x="13311" y="115"/>
                </a:cubicBezTo>
                <a:cubicBezTo>
                  <a:pt x="13316" y="126"/>
                  <a:pt x="13319" y="137"/>
                  <a:pt x="13322" y="149"/>
                </a:cubicBezTo>
                <a:cubicBezTo>
                  <a:pt x="13324" y="161"/>
                  <a:pt x="13325" y="173"/>
                  <a:pt x="13325" y="186"/>
                </a:cubicBezTo>
                <a:lnTo>
                  <a:pt x="13325" y="4736"/>
                </a:lnTo>
                <a:cubicBezTo>
                  <a:pt x="13325" y="4749"/>
                  <a:pt x="13324" y="4761"/>
                  <a:pt x="13322" y="4773"/>
                </a:cubicBezTo>
                <a:cubicBezTo>
                  <a:pt x="13319" y="4785"/>
                  <a:pt x="13316" y="4796"/>
                  <a:pt x="13311" y="4807"/>
                </a:cubicBezTo>
                <a:cubicBezTo>
                  <a:pt x="13307" y="4819"/>
                  <a:pt x="13301" y="4829"/>
                  <a:pt x="13294" y="4840"/>
                </a:cubicBezTo>
                <a:cubicBezTo>
                  <a:pt x="13287" y="4850"/>
                  <a:pt x="13280" y="4859"/>
                  <a:pt x="13271" y="4868"/>
                </a:cubicBezTo>
                <a:cubicBezTo>
                  <a:pt x="13262" y="4876"/>
                  <a:pt x="13253" y="4884"/>
                  <a:pt x="13243" y="4891"/>
                </a:cubicBezTo>
                <a:cubicBezTo>
                  <a:pt x="13233" y="4898"/>
                  <a:pt x="13222" y="4903"/>
                  <a:pt x="13211" y="4908"/>
                </a:cubicBezTo>
                <a:cubicBezTo>
                  <a:pt x="13200" y="4913"/>
                  <a:pt x="13188" y="4916"/>
                  <a:pt x="13176" y="4918"/>
                </a:cubicBezTo>
                <a:cubicBezTo>
                  <a:pt x="13164" y="4921"/>
                  <a:pt x="13152" y="4922"/>
                  <a:pt x="13140" y="4922"/>
                </a:cubicBezTo>
                <a:lnTo>
                  <a:pt x="139" y="4922"/>
                </a:lnTo>
                <a:cubicBezTo>
                  <a:pt x="130" y="4922"/>
                  <a:pt x="121" y="4921"/>
                  <a:pt x="112" y="4918"/>
                </a:cubicBezTo>
                <a:cubicBezTo>
                  <a:pt x="103" y="4916"/>
                  <a:pt x="95" y="4913"/>
                  <a:pt x="86" y="4908"/>
                </a:cubicBezTo>
                <a:cubicBezTo>
                  <a:pt x="78" y="4903"/>
                  <a:pt x="70" y="4898"/>
                  <a:pt x="62" y="4891"/>
                </a:cubicBezTo>
                <a:cubicBezTo>
                  <a:pt x="54" y="4884"/>
                  <a:pt x="47" y="4876"/>
                  <a:pt x="41" y="4868"/>
                </a:cubicBezTo>
                <a:cubicBezTo>
                  <a:pt x="34" y="4859"/>
                  <a:pt x="29" y="4850"/>
                  <a:pt x="24" y="4840"/>
                </a:cubicBezTo>
                <a:cubicBezTo>
                  <a:pt x="19" y="4829"/>
                  <a:pt x="14" y="4819"/>
                  <a:pt x="11" y="4807"/>
                </a:cubicBezTo>
                <a:cubicBezTo>
                  <a:pt x="7" y="4796"/>
                  <a:pt x="5" y="4785"/>
                  <a:pt x="3" y="4773"/>
                </a:cubicBezTo>
                <a:cubicBezTo>
                  <a:pt x="1" y="4761"/>
                  <a:pt x="0" y="4749"/>
                  <a:pt x="0" y="47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자유형 187">
            <a:extLst>
              <a:ext uri="{FF2B5EF4-FFF2-40B4-BE49-F238E27FC236}">
                <a16:creationId xmlns:a16="http://schemas.microsoft.com/office/drawing/2014/main" id="{3D13916F-0F15-4E2C-A4B3-BB185E68D73E}"/>
              </a:ext>
            </a:extLst>
          </p:cNvPr>
          <p:cNvSpPr/>
          <p:nvPr/>
        </p:nvSpPr>
        <p:spPr>
          <a:xfrm>
            <a:off x="3460093" y="4641217"/>
            <a:ext cx="66960" cy="1771920"/>
          </a:xfrm>
          <a:custGeom>
            <a:avLst/>
            <a:gdLst/>
            <a:ahLst/>
            <a:cxnLst/>
            <a:rect l="0" t="0" r="r" b="b"/>
            <a:pathLst>
              <a:path w="186" h="4922">
                <a:moveTo>
                  <a:pt x="0" y="0"/>
                </a:moveTo>
                <a:lnTo>
                  <a:pt x="186" y="0"/>
                </a:lnTo>
                <a:lnTo>
                  <a:pt x="186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자유형 188">
            <a:extLst>
              <a:ext uri="{FF2B5EF4-FFF2-40B4-BE49-F238E27FC236}">
                <a16:creationId xmlns:a16="http://schemas.microsoft.com/office/drawing/2014/main" id="{004D234C-2204-4BD3-8D41-D49AFF9C3EC6}"/>
              </a:ext>
            </a:extLst>
          </p:cNvPr>
          <p:cNvSpPr/>
          <p:nvPr/>
        </p:nvSpPr>
        <p:spPr>
          <a:xfrm>
            <a:off x="3760693" y="4908697"/>
            <a:ext cx="668880" cy="668880"/>
          </a:xfrm>
          <a:custGeom>
            <a:avLst/>
            <a:gdLst/>
            <a:ahLst/>
            <a:cxnLst/>
            <a:rect l="0" t="0" r="r" b="b"/>
            <a:pathLst>
              <a:path w="1858" h="1858">
                <a:moveTo>
                  <a:pt x="1858" y="929"/>
                </a:moveTo>
                <a:cubicBezTo>
                  <a:pt x="1858" y="960"/>
                  <a:pt x="1857" y="990"/>
                  <a:pt x="1854" y="1020"/>
                </a:cubicBezTo>
                <a:cubicBezTo>
                  <a:pt x="1851" y="1050"/>
                  <a:pt x="1847" y="1081"/>
                  <a:pt x="1841" y="1110"/>
                </a:cubicBezTo>
                <a:cubicBezTo>
                  <a:pt x="1835" y="1140"/>
                  <a:pt x="1827" y="1170"/>
                  <a:pt x="1818" y="1199"/>
                </a:cubicBezTo>
                <a:cubicBezTo>
                  <a:pt x="1810" y="1228"/>
                  <a:pt x="1799" y="1256"/>
                  <a:pt x="1788" y="1285"/>
                </a:cubicBezTo>
                <a:cubicBezTo>
                  <a:pt x="1776" y="1313"/>
                  <a:pt x="1763" y="1340"/>
                  <a:pt x="1749" y="1367"/>
                </a:cubicBezTo>
                <a:cubicBezTo>
                  <a:pt x="1734" y="1394"/>
                  <a:pt x="1719" y="1420"/>
                  <a:pt x="1702" y="1445"/>
                </a:cubicBezTo>
                <a:cubicBezTo>
                  <a:pt x="1685" y="1470"/>
                  <a:pt x="1667" y="1495"/>
                  <a:pt x="1648" y="1518"/>
                </a:cubicBezTo>
                <a:cubicBezTo>
                  <a:pt x="1628" y="1542"/>
                  <a:pt x="1608" y="1564"/>
                  <a:pt x="1586" y="1586"/>
                </a:cubicBezTo>
                <a:cubicBezTo>
                  <a:pt x="1565" y="1607"/>
                  <a:pt x="1542" y="1628"/>
                  <a:pt x="1519" y="1647"/>
                </a:cubicBezTo>
                <a:cubicBezTo>
                  <a:pt x="1495" y="1666"/>
                  <a:pt x="1471" y="1684"/>
                  <a:pt x="1446" y="1701"/>
                </a:cubicBezTo>
                <a:cubicBezTo>
                  <a:pt x="1420" y="1718"/>
                  <a:pt x="1394" y="1734"/>
                  <a:pt x="1368" y="1748"/>
                </a:cubicBezTo>
                <a:cubicBezTo>
                  <a:pt x="1341" y="1762"/>
                  <a:pt x="1313" y="1775"/>
                  <a:pt x="1285" y="1787"/>
                </a:cubicBezTo>
                <a:cubicBezTo>
                  <a:pt x="1257" y="1799"/>
                  <a:pt x="1229" y="1809"/>
                  <a:pt x="1199" y="1818"/>
                </a:cubicBezTo>
                <a:cubicBezTo>
                  <a:pt x="1170" y="1827"/>
                  <a:pt x="1141" y="1834"/>
                  <a:pt x="1111" y="1840"/>
                </a:cubicBezTo>
                <a:cubicBezTo>
                  <a:pt x="1081" y="1846"/>
                  <a:pt x="1051" y="1850"/>
                  <a:pt x="1021" y="1853"/>
                </a:cubicBezTo>
                <a:cubicBezTo>
                  <a:pt x="991" y="1856"/>
                  <a:pt x="960" y="1858"/>
                  <a:pt x="930" y="1858"/>
                </a:cubicBezTo>
                <a:cubicBezTo>
                  <a:pt x="900" y="1858"/>
                  <a:pt x="869" y="1856"/>
                  <a:pt x="839" y="1853"/>
                </a:cubicBezTo>
                <a:cubicBezTo>
                  <a:pt x="808" y="1850"/>
                  <a:pt x="778" y="1846"/>
                  <a:pt x="748" y="1840"/>
                </a:cubicBezTo>
                <a:cubicBezTo>
                  <a:pt x="718" y="1834"/>
                  <a:pt x="688" y="1827"/>
                  <a:pt x="659" y="1818"/>
                </a:cubicBezTo>
                <a:cubicBezTo>
                  <a:pt x="630" y="1809"/>
                  <a:pt x="602" y="1799"/>
                  <a:pt x="574" y="1787"/>
                </a:cubicBezTo>
                <a:cubicBezTo>
                  <a:pt x="545" y="1775"/>
                  <a:pt x="518" y="1762"/>
                  <a:pt x="491" y="1748"/>
                </a:cubicBezTo>
                <a:cubicBezTo>
                  <a:pt x="464" y="1734"/>
                  <a:pt x="438" y="1718"/>
                  <a:pt x="413" y="1701"/>
                </a:cubicBezTo>
                <a:cubicBezTo>
                  <a:pt x="388" y="1684"/>
                  <a:pt x="363" y="1666"/>
                  <a:pt x="340" y="1647"/>
                </a:cubicBezTo>
                <a:cubicBezTo>
                  <a:pt x="316" y="1628"/>
                  <a:pt x="294" y="1607"/>
                  <a:pt x="272" y="1586"/>
                </a:cubicBezTo>
                <a:cubicBezTo>
                  <a:pt x="251" y="1564"/>
                  <a:pt x="230" y="1542"/>
                  <a:pt x="211" y="1518"/>
                </a:cubicBezTo>
                <a:cubicBezTo>
                  <a:pt x="192" y="1495"/>
                  <a:pt x="174" y="1470"/>
                  <a:pt x="157" y="1445"/>
                </a:cubicBezTo>
                <a:cubicBezTo>
                  <a:pt x="140" y="1420"/>
                  <a:pt x="124" y="1394"/>
                  <a:pt x="110" y="1367"/>
                </a:cubicBezTo>
                <a:cubicBezTo>
                  <a:pt x="96" y="1340"/>
                  <a:pt x="83" y="1313"/>
                  <a:pt x="71" y="1285"/>
                </a:cubicBezTo>
                <a:cubicBezTo>
                  <a:pt x="59" y="1256"/>
                  <a:pt x="49" y="1228"/>
                  <a:pt x="40" y="1199"/>
                </a:cubicBezTo>
                <a:cubicBezTo>
                  <a:pt x="32" y="1170"/>
                  <a:pt x="24" y="1140"/>
                  <a:pt x="18" y="1110"/>
                </a:cubicBezTo>
                <a:cubicBezTo>
                  <a:pt x="12" y="1081"/>
                  <a:pt x="8" y="1050"/>
                  <a:pt x="5" y="1020"/>
                </a:cubicBezTo>
                <a:cubicBezTo>
                  <a:pt x="2" y="990"/>
                  <a:pt x="0" y="960"/>
                  <a:pt x="0" y="929"/>
                </a:cubicBezTo>
                <a:cubicBezTo>
                  <a:pt x="0" y="899"/>
                  <a:pt x="2" y="868"/>
                  <a:pt x="5" y="838"/>
                </a:cubicBezTo>
                <a:cubicBezTo>
                  <a:pt x="8" y="808"/>
                  <a:pt x="12" y="778"/>
                  <a:pt x="18" y="748"/>
                </a:cubicBezTo>
                <a:cubicBezTo>
                  <a:pt x="24" y="718"/>
                  <a:pt x="32" y="689"/>
                  <a:pt x="40" y="660"/>
                </a:cubicBezTo>
                <a:cubicBezTo>
                  <a:pt x="49" y="631"/>
                  <a:pt x="59" y="602"/>
                  <a:pt x="71" y="574"/>
                </a:cubicBezTo>
                <a:cubicBezTo>
                  <a:pt x="83" y="546"/>
                  <a:pt x="96" y="518"/>
                  <a:pt x="110" y="492"/>
                </a:cubicBezTo>
                <a:cubicBezTo>
                  <a:pt x="124" y="465"/>
                  <a:pt x="140" y="439"/>
                  <a:pt x="157" y="413"/>
                </a:cubicBezTo>
                <a:cubicBezTo>
                  <a:pt x="174" y="388"/>
                  <a:pt x="192" y="364"/>
                  <a:pt x="211" y="340"/>
                </a:cubicBezTo>
                <a:cubicBezTo>
                  <a:pt x="230" y="317"/>
                  <a:pt x="251" y="294"/>
                  <a:pt x="272" y="272"/>
                </a:cubicBezTo>
                <a:cubicBezTo>
                  <a:pt x="294" y="250"/>
                  <a:pt x="316" y="230"/>
                  <a:pt x="340" y="210"/>
                </a:cubicBezTo>
                <a:cubicBezTo>
                  <a:pt x="363" y="191"/>
                  <a:pt x="388" y="173"/>
                  <a:pt x="413" y="156"/>
                </a:cubicBezTo>
                <a:cubicBezTo>
                  <a:pt x="438" y="139"/>
                  <a:pt x="464" y="124"/>
                  <a:pt x="491" y="109"/>
                </a:cubicBezTo>
                <a:cubicBezTo>
                  <a:pt x="518" y="95"/>
                  <a:pt x="545" y="82"/>
                  <a:pt x="574" y="70"/>
                </a:cubicBezTo>
                <a:cubicBezTo>
                  <a:pt x="602" y="59"/>
                  <a:pt x="630" y="48"/>
                  <a:pt x="659" y="40"/>
                </a:cubicBezTo>
                <a:cubicBezTo>
                  <a:pt x="688" y="31"/>
                  <a:pt x="718" y="23"/>
                  <a:pt x="748" y="18"/>
                </a:cubicBezTo>
                <a:cubicBezTo>
                  <a:pt x="778" y="12"/>
                  <a:pt x="808" y="7"/>
                  <a:pt x="839" y="4"/>
                </a:cubicBezTo>
                <a:cubicBezTo>
                  <a:pt x="869" y="1"/>
                  <a:pt x="900" y="0"/>
                  <a:pt x="930" y="0"/>
                </a:cubicBezTo>
                <a:cubicBezTo>
                  <a:pt x="960" y="0"/>
                  <a:pt x="991" y="1"/>
                  <a:pt x="1021" y="4"/>
                </a:cubicBezTo>
                <a:cubicBezTo>
                  <a:pt x="1051" y="7"/>
                  <a:pt x="1081" y="12"/>
                  <a:pt x="1111" y="18"/>
                </a:cubicBezTo>
                <a:cubicBezTo>
                  <a:pt x="1141" y="23"/>
                  <a:pt x="1170" y="31"/>
                  <a:pt x="1199" y="40"/>
                </a:cubicBezTo>
                <a:cubicBezTo>
                  <a:pt x="1229" y="48"/>
                  <a:pt x="1257" y="59"/>
                  <a:pt x="1285" y="70"/>
                </a:cubicBezTo>
                <a:cubicBezTo>
                  <a:pt x="1313" y="82"/>
                  <a:pt x="1341" y="95"/>
                  <a:pt x="1368" y="109"/>
                </a:cubicBezTo>
                <a:cubicBezTo>
                  <a:pt x="1394" y="124"/>
                  <a:pt x="1420" y="139"/>
                  <a:pt x="1446" y="156"/>
                </a:cubicBezTo>
                <a:cubicBezTo>
                  <a:pt x="1471" y="173"/>
                  <a:pt x="1495" y="191"/>
                  <a:pt x="1519" y="210"/>
                </a:cubicBezTo>
                <a:cubicBezTo>
                  <a:pt x="1542" y="230"/>
                  <a:pt x="1565" y="250"/>
                  <a:pt x="1586" y="272"/>
                </a:cubicBezTo>
                <a:cubicBezTo>
                  <a:pt x="1608" y="294"/>
                  <a:pt x="1628" y="317"/>
                  <a:pt x="1648" y="340"/>
                </a:cubicBezTo>
                <a:cubicBezTo>
                  <a:pt x="1667" y="364"/>
                  <a:pt x="1685" y="388"/>
                  <a:pt x="1702" y="413"/>
                </a:cubicBezTo>
                <a:cubicBezTo>
                  <a:pt x="1719" y="439"/>
                  <a:pt x="1734" y="465"/>
                  <a:pt x="1749" y="492"/>
                </a:cubicBezTo>
                <a:cubicBezTo>
                  <a:pt x="1763" y="518"/>
                  <a:pt x="1776" y="546"/>
                  <a:pt x="1788" y="574"/>
                </a:cubicBezTo>
                <a:cubicBezTo>
                  <a:pt x="1799" y="602"/>
                  <a:pt x="1810" y="631"/>
                  <a:pt x="1818" y="660"/>
                </a:cubicBezTo>
                <a:cubicBezTo>
                  <a:pt x="1827" y="689"/>
                  <a:pt x="1835" y="718"/>
                  <a:pt x="1841" y="748"/>
                </a:cubicBezTo>
                <a:cubicBezTo>
                  <a:pt x="1847" y="778"/>
                  <a:pt x="1851" y="808"/>
                  <a:pt x="1854" y="838"/>
                </a:cubicBezTo>
                <a:cubicBezTo>
                  <a:pt x="1857" y="868"/>
                  <a:pt x="1858" y="899"/>
                  <a:pt x="1858" y="92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63E89AA-1C0B-4AB3-BFA4-8653EB051D5F}"/>
              </a:ext>
            </a:extLst>
          </p:cNvPr>
          <p:cNvSpPr txBox="1"/>
          <p:nvPr/>
        </p:nvSpPr>
        <p:spPr>
          <a:xfrm>
            <a:off x="4630093" y="4923097"/>
            <a:ext cx="235872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1" u="none" strike="noStrike">
                <a:solidFill>
                  <a:srgbClr val="1F2937"/>
                </a:solidFill>
                <a:effectLst/>
                <a:uFillTx/>
                <a:latin typeface="Pretendard"/>
                <a:ea typeface="Pretendard"/>
              </a:rPr>
              <a:t>안정적인 기술력과 통합 운영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5E36623-8D50-4DE1-B936-0B0A534A0608}"/>
              </a:ext>
            </a:extLst>
          </p:cNvPr>
          <p:cNvSpPr txBox="1"/>
          <p:nvPr/>
        </p:nvSpPr>
        <p:spPr>
          <a:xfrm>
            <a:off x="4630094" y="5302897"/>
            <a:ext cx="3420729" cy="8005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0"/>
              </a:lnSpc>
            </a:pP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모델 개발부터 배포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운영까지 전 과정을 관리하는 </a:t>
            </a:r>
            <a:r>
              <a:rPr lang="en-US" sz="1050" b="1" u="none" strike="noStrike" dirty="0">
                <a:solidFill>
                  <a:srgbClr val="4B5563"/>
                </a:solidFill>
                <a:effectLst/>
                <a:uFillTx/>
                <a:latin typeface="Pretendard-Semi"/>
                <a:ea typeface="Pretendard-Semi"/>
              </a:rPr>
              <a:t>AI </a:t>
            </a:r>
            <a:r>
              <a:rPr lang="en-US" altLang="ko-KR" sz="1050" b="1" u="none" strike="noStrike" dirty="0">
                <a:solidFill>
                  <a:srgbClr val="4B5563"/>
                </a:solidFill>
                <a:effectLst/>
                <a:uFillTx/>
                <a:latin typeface="Pretendard-Semi"/>
                <a:ea typeface="Pretendard-Semi"/>
              </a:rPr>
              <a:t>DevOps </a:t>
            </a:r>
            <a:r>
              <a:rPr lang="zh-CN" altLang="ko-KR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플랫폼을 통해 안정적이고 효율적인 </a:t>
            </a:r>
            <a:r>
              <a:rPr lang="en-US" altLang="ko-KR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altLang="ko-KR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환경을 보장합니다</a:t>
            </a:r>
            <a:r>
              <a:rPr lang="en-US" altLang="ko-KR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lang="zh-CN" altLang="ko-KR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기존 레거시 시스템과의 원활한 연동을 지원하여 </a:t>
            </a:r>
            <a:r>
              <a:rPr lang="en-US" altLang="ko-KR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altLang="ko-KR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기술이 실제 업무에 유기적으로 통합되도록 합니다</a:t>
            </a:r>
            <a:r>
              <a:rPr lang="en-US" altLang="ko-KR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99E22F-9361-4B37-8BB0-399868703748}"/>
              </a:ext>
            </a:extLst>
          </p:cNvPr>
          <p:cNvSpPr txBox="1"/>
          <p:nvPr/>
        </p:nvSpPr>
        <p:spPr>
          <a:xfrm>
            <a:off x="4630093" y="5519977"/>
            <a:ext cx="6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7C825B8-4F0F-4FC6-8912-BD2CDEC51533}"/>
              </a:ext>
            </a:extLst>
          </p:cNvPr>
          <p:cNvSpPr txBox="1"/>
          <p:nvPr/>
        </p:nvSpPr>
        <p:spPr>
          <a:xfrm>
            <a:off x="4630093" y="5737417"/>
            <a:ext cx="6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BD8D397-AF37-453A-84A6-6C7214CC27DC}"/>
              </a:ext>
            </a:extLst>
          </p:cNvPr>
          <p:cNvSpPr txBox="1"/>
          <p:nvPr/>
        </p:nvSpPr>
        <p:spPr>
          <a:xfrm>
            <a:off x="4630093" y="5954497"/>
            <a:ext cx="6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6143E739-E6F7-415E-B924-668D620ED8E4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3935020" y="5109577"/>
            <a:ext cx="334080" cy="26712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86804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BD5BC-538E-401F-91D4-10985BC5C7F7}"/>
              </a:ext>
            </a:extLst>
          </p:cNvPr>
          <p:cNvSpPr txBox="1"/>
          <p:nvPr/>
        </p:nvSpPr>
        <p:spPr>
          <a:xfrm>
            <a:off x="480941" y="389520"/>
            <a:ext cx="4206280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  </a:t>
            </a:r>
            <a:r>
              <a:rPr lang="ko-KR" altLang="en-US" sz="2370" b="1" dirty="0">
                <a:solidFill>
                  <a:srgbClr val="1F2937"/>
                </a:solidFill>
                <a:latin typeface="Pretendard"/>
                <a:ea typeface="Pretendard"/>
              </a:rPr>
              <a:t>주요 고객 및 시장</a:t>
            </a:r>
            <a:endParaRPr lang="en-US" sz="237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072253-1852-4B06-B9A3-2ACE1D6A1DC1}"/>
              </a:ext>
            </a:extLst>
          </p:cNvPr>
          <p:cNvSpPr/>
          <p:nvPr/>
        </p:nvSpPr>
        <p:spPr>
          <a:xfrm>
            <a:off x="480940" y="938798"/>
            <a:ext cx="10696045" cy="455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8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MindMesh</a:t>
            </a:r>
            <a:r>
              <a:rPr kumimoji="0" lang="zh-CN" altLang="en-US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는 </a:t>
            </a:r>
            <a:r>
              <a:rPr kumimoji="0" lang="en-US" altLang="ko-KR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AI </a:t>
            </a:r>
            <a:r>
              <a:rPr kumimoji="0" lang="zh-CN" altLang="en-US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기술 도입을 통해 비즈니스 혁신을 원하지만</a:t>
            </a:r>
            <a:r>
              <a:rPr kumimoji="0" lang="en-US" altLang="ko-KR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, </a:t>
            </a:r>
            <a:r>
              <a:rPr kumimoji="0" lang="zh-CN" altLang="en-US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데이터 보안</a:t>
            </a:r>
            <a:r>
              <a:rPr kumimoji="0" lang="en-US" altLang="ko-KR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, </a:t>
            </a:r>
            <a:r>
              <a:rPr kumimoji="0" lang="zh-CN" altLang="en-US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비용</a:t>
            </a:r>
            <a:r>
              <a:rPr kumimoji="0" lang="en-US" altLang="ko-KR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, </a:t>
            </a:r>
            <a:r>
              <a:rPr kumimoji="0" lang="zh-CN" altLang="en-US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전문 인력 부재 등의 문제로 어려움을 겪는 모</a:t>
            </a:r>
            <a:r>
              <a:rPr kumimoji="0" lang="zh-CN" altLang="ko-KR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든 기업을 대상으로 합니다</a:t>
            </a:r>
            <a:r>
              <a:rPr kumimoji="0" lang="en-US" altLang="ko-KR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. </a:t>
            </a:r>
            <a:r>
              <a:rPr kumimoji="0" lang="zh-CN" altLang="ko-KR" sz="118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Pretendard"/>
                <a:ea typeface="Pretendard"/>
              </a:rPr>
              <a:t>특히 다음과 같은 산업 분야에서 가치가 극대화될 수 있습니다</a:t>
            </a:r>
            <a:endParaRPr kumimoji="0" lang="ko-KR" altLang="en-US" sz="118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0" name="자유형 200">
            <a:extLst>
              <a:ext uri="{FF2B5EF4-FFF2-40B4-BE49-F238E27FC236}">
                <a16:creationId xmlns:a16="http://schemas.microsoft.com/office/drawing/2014/main" id="{56EDFF40-71AE-4DE6-8A84-EF4937C728E3}"/>
              </a:ext>
            </a:extLst>
          </p:cNvPr>
          <p:cNvSpPr/>
          <p:nvPr/>
        </p:nvSpPr>
        <p:spPr>
          <a:xfrm>
            <a:off x="731367" y="1681880"/>
            <a:ext cx="5030640" cy="1865040"/>
          </a:xfrm>
          <a:custGeom>
            <a:avLst/>
            <a:gdLst/>
            <a:ahLst/>
            <a:cxnLst/>
            <a:rect l="0" t="0" r="r" b="b"/>
            <a:pathLst>
              <a:path w="13418" h="5665">
                <a:moveTo>
                  <a:pt x="0" y="5479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4"/>
                </a:cubicBezTo>
                <a:cubicBezTo>
                  <a:pt x="14" y="103"/>
                  <a:pt x="19" y="93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3233" y="0"/>
                </a:lnTo>
                <a:cubicBezTo>
                  <a:pt x="13245" y="0"/>
                  <a:pt x="13257" y="1"/>
                  <a:pt x="13269" y="3"/>
                </a:cubicBezTo>
                <a:cubicBezTo>
                  <a:pt x="13281" y="6"/>
                  <a:pt x="13292" y="9"/>
                  <a:pt x="13304" y="14"/>
                </a:cubicBezTo>
                <a:cubicBezTo>
                  <a:pt x="13315" y="19"/>
                  <a:pt x="13326" y="24"/>
                  <a:pt x="13336" y="31"/>
                </a:cubicBezTo>
                <a:cubicBezTo>
                  <a:pt x="13346" y="38"/>
                  <a:pt x="13355" y="46"/>
                  <a:pt x="13364" y="54"/>
                </a:cubicBezTo>
                <a:cubicBezTo>
                  <a:pt x="13373" y="63"/>
                  <a:pt x="13380" y="72"/>
                  <a:pt x="13387" y="82"/>
                </a:cubicBezTo>
                <a:cubicBezTo>
                  <a:pt x="13394" y="93"/>
                  <a:pt x="13399" y="103"/>
                  <a:pt x="13404" y="114"/>
                </a:cubicBezTo>
                <a:cubicBezTo>
                  <a:pt x="13409" y="126"/>
                  <a:pt x="13412" y="137"/>
                  <a:pt x="13415" y="149"/>
                </a:cubicBezTo>
                <a:cubicBezTo>
                  <a:pt x="13417" y="161"/>
                  <a:pt x="13418" y="173"/>
                  <a:pt x="13418" y="186"/>
                </a:cubicBezTo>
                <a:lnTo>
                  <a:pt x="13418" y="5479"/>
                </a:lnTo>
                <a:cubicBezTo>
                  <a:pt x="13418" y="5491"/>
                  <a:pt x="13417" y="5503"/>
                  <a:pt x="13415" y="5515"/>
                </a:cubicBezTo>
                <a:cubicBezTo>
                  <a:pt x="13412" y="5527"/>
                  <a:pt x="13409" y="5539"/>
                  <a:pt x="13404" y="5550"/>
                </a:cubicBezTo>
                <a:cubicBezTo>
                  <a:pt x="13399" y="5561"/>
                  <a:pt x="13394" y="5572"/>
                  <a:pt x="13387" y="5582"/>
                </a:cubicBezTo>
                <a:cubicBezTo>
                  <a:pt x="13380" y="5592"/>
                  <a:pt x="13373" y="5602"/>
                  <a:pt x="13364" y="5610"/>
                </a:cubicBezTo>
                <a:cubicBezTo>
                  <a:pt x="13355" y="5619"/>
                  <a:pt x="13346" y="5627"/>
                  <a:pt x="13336" y="5634"/>
                </a:cubicBezTo>
                <a:cubicBezTo>
                  <a:pt x="13326" y="5640"/>
                  <a:pt x="13315" y="5646"/>
                  <a:pt x="13304" y="5651"/>
                </a:cubicBezTo>
                <a:cubicBezTo>
                  <a:pt x="13292" y="5655"/>
                  <a:pt x="13281" y="5659"/>
                  <a:pt x="13269" y="5661"/>
                </a:cubicBezTo>
                <a:cubicBezTo>
                  <a:pt x="13257" y="5664"/>
                  <a:pt x="13245" y="5665"/>
                  <a:pt x="13233" y="5665"/>
                </a:cubicBezTo>
                <a:lnTo>
                  <a:pt x="139" y="5665"/>
                </a:lnTo>
                <a:cubicBezTo>
                  <a:pt x="130" y="5665"/>
                  <a:pt x="121" y="5664"/>
                  <a:pt x="112" y="5661"/>
                </a:cubicBezTo>
                <a:cubicBezTo>
                  <a:pt x="103" y="5659"/>
                  <a:pt x="95" y="5655"/>
                  <a:pt x="86" y="5651"/>
                </a:cubicBezTo>
                <a:cubicBezTo>
                  <a:pt x="78" y="5646"/>
                  <a:pt x="70" y="5640"/>
                  <a:pt x="62" y="5634"/>
                </a:cubicBezTo>
                <a:cubicBezTo>
                  <a:pt x="54" y="5627"/>
                  <a:pt x="47" y="5619"/>
                  <a:pt x="41" y="5610"/>
                </a:cubicBezTo>
                <a:cubicBezTo>
                  <a:pt x="34" y="5602"/>
                  <a:pt x="29" y="5592"/>
                  <a:pt x="24" y="5582"/>
                </a:cubicBezTo>
                <a:cubicBezTo>
                  <a:pt x="19" y="5572"/>
                  <a:pt x="14" y="5561"/>
                  <a:pt x="11" y="5550"/>
                </a:cubicBezTo>
                <a:cubicBezTo>
                  <a:pt x="7" y="5539"/>
                  <a:pt x="5" y="5527"/>
                  <a:pt x="3" y="5515"/>
                </a:cubicBezTo>
                <a:cubicBezTo>
                  <a:pt x="1" y="5503"/>
                  <a:pt x="0" y="5491"/>
                  <a:pt x="0" y="54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자유형 201">
            <a:extLst>
              <a:ext uri="{FF2B5EF4-FFF2-40B4-BE49-F238E27FC236}">
                <a16:creationId xmlns:a16="http://schemas.microsoft.com/office/drawing/2014/main" id="{8762D82A-3948-4CF2-B640-D2343FAD7E2D}"/>
              </a:ext>
            </a:extLst>
          </p:cNvPr>
          <p:cNvSpPr/>
          <p:nvPr/>
        </p:nvSpPr>
        <p:spPr>
          <a:xfrm>
            <a:off x="714807" y="1681880"/>
            <a:ext cx="63498" cy="1865040"/>
          </a:xfrm>
          <a:custGeom>
            <a:avLst/>
            <a:gdLst/>
            <a:ahLst/>
            <a:cxnLst/>
            <a:rect l="0" t="0" r="r" b="b"/>
            <a:pathLst>
              <a:path w="186" h="5665">
                <a:moveTo>
                  <a:pt x="0" y="0"/>
                </a:moveTo>
                <a:lnTo>
                  <a:pt x="186" y="0"/>
                </a:lnTo>
                <a:lnTo>
                  <a:pt x="186" y="5665"/>
                </a:lnTo>
                <a:lnTo>
                  <a:pt x="0" y="5665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자유형 202">
            <a:extLst>
              <a:ext uri="{FF2B5EF4-FFF2-40B4-BE49-F238E27FC236}">
                <a16:creationId xmlns:a16="http://schemas.microsoft.com/office/drawing/2014/main" id="{520B7DC1-8BF6-4518-BE6C-C0ECEC455F69}"/>
              </a:ext>
            </a:extLst>
          </p:cNvPr>
          <p:cNvSpPr/>
          <p:nvPr/>
        </p:nvSpPr>
        <p:spPr>
          <a:xfrm>
            <a:off x="948807" y="1803740"/>
            <a:ext cx="501480" cy="501840"/>
          </a:xfrm>
          <a:custGeom>
            <a:avLst/>
            <a:gdLst/>
            <a:ahLst/>
            <a:cxnLst/>
            <a:rect l="0" t="0" r="r" b="b"/>
            <a:pathLst>
              <a:path w="1393" h="1394">
                <a:moveTo>
                  <a:pt x="1393" y="696"/>
                </a:moveTo>
                <a:cubicBezTo>
                  <a:pt x="1393" y="719"/>
                  <a:pt x="1392" y="742"/>
                  <a:pt x="1390" y="765"/>
                </a:cubicBezTo>
                <a:cubicBezTo>
                  <a:pt x="1388" y="787"/>
                  <a:pt x="1385" y="810"/>
                  <a:pt x="1380" y="832"/>
                </a:cubicBezTo>
                <a:cubicBezTo>
                  <a:pt x="1376" y="855"/>
                  <a:pt x="1370" y="877"/>
                  <a:pt x="1363" y="898"/>
                </a:cubicBezTo>
                <a:cubicBezTo>
                  <a:pt x="1357" y="920"/>
                  <a:pt x="1349" y="942"/>
                  <a:pt x="1340" y="963"/>
                </a:cubicBezTo>
                <a:cubicBezTo>
                  <a:pt x="1332" y="984"/>
                  <a:pt x="1322" y="1004"/>
                  <a:pt x="1311" y="1025"/>
                </a:cubicBezTo>
                <a:cubicBezTo>
                  <a:pt x="1300" y="1045"/>
                  <a:pt x="1289" y="1064"/>
                  <a:pt x="1276" y="1083"/>
                </a:cubicBezTo>
                <a:cubicBezTo>
                  <a:pt x="1263" y="1102"/>
                  <a:pt x="1250" y="1120"/>
                  <a:pt x="1235" y="1138"/>
                </a:cubicBezTo>
                <a:cubicBezTo>
                  <a:pt x="1221" y="1156"/>
                  <a:pt x="1206" y="1173"/>
                  <a:pt x="1190" y="1189"/>
                </a:cubicBezTo>
                <a:cubicBezTo>
                  <a:pt x="1173" y="1206"/>
                  <a:pt x="1157" y="1221"/>
                  <a:pt x="1139" y="1236"/>
                </a:cubicBezTo>
                <a:cubicBezTo>
                  <a:pt x="1121" y="1250"/>
                  <a:pt x="1103" y="1264"/>
                  <a:pt x="1084" y="1276"/>
                </a:cubicBezTo>
                <a:cubicBezTo>
                  <a:pt x="1065" y="1289"/>
                  <a:pt x="1045" y="1301"/>
                  <a:pt x="1025" y="1311"/>
                </a:cubicBezTo>
                <a:cubicBezTo>
                  <a:pt x="1005" y="1322"/>
                  <a:pt x="985" y="1332"/>
                  <a:pt x="964" y="1341"/>
                </a:cubicBezTo>
                <a:cubicBezTo>
                  <a:pt x="943" y="1349"/>
                  <a:pt x="921" y="1357"/>
                  <a:pt x="899" y="1364"/>
                </a:cubicBezTo>
                <a:cubicBezTo>
                  <a:pt x="877" y="1370"/>
                  <a:pt x="855" y="1376"/>
                  <a:pt x="833" y="1380"/>
                </a:cubicBezTo>
                <a:cubicBezTo>
                  <a:pt x="811" y="1385"/>
                  <a:pt x="788" y="1388"/>
                  <a:pt x="765" y="1390"/>
                </a:cubicBezTo>
                <a:cubicBezTo>
                  <a:pt x="743" y="1393"/>
                  <a:pt x="720" y="1394"/>
                  <a:pt x="697" y="1394"/>
                </a:cubicBezTo>
                <a:cubicBezTo>
                  <a:pt x="674" y="1394"/>
                  <a:pt x="652" y="1393"/>
                  <a:pt x="629" y="1390"/>
                </a:cubicBezTo>
                <a:cubicBezTo>
                  <a:pt x="606" y="1388"/>
                  <a:pt x="584" y="1385"/>
                  <a:pt x="561" y="1380"/>
                </a:cubicBezTo>
                <a:cubicBezTo>
                  <a:pt x="539" y="1376"/>
                  <a:pt x="517" y="1370"/>
                  <a:pt x="495" y="1364"/>
                </a:cubicBezTo>
                <a:cubicBezTo>
                  <a:pt x="473" y="1357"/>
                  <a:pt x="452" y="1349"/>
                  <a:pt x="431" y="1341"/>
                </a:cubicBezTo>
                <a:cubicBezTo>
                  <a:pt x="410" y="1332"/>
                  <a:pt x="389" y="1322"/>
                  <a:pt x="369" y="1311"/>
                </a:cubicBezTo>
                <a:cubicBezTo>
                  <a:pt x="349" y="1301"/>
                  <a:pt x="329" y="1289"/>
                  <a:pt x="309" y="1276"/>
                </a:cubicBezTo>
                <a:cubicBezTo>
                  <a:pt x="290" y="1264"/>
                  <a:pt x="272" y="1250"/>
                  <a:pt x="254" y="1236"/>
                </a:cubicBezTo>
                <a:cubicBezTo>
                  <a:pt x="237" y="1221"/>
                  <a:pt x="220" y="1206"/>
                  <a:pt x="204" y="1189"/>
                </a:cubicBezTo>
                <a:cubicBezTo>
                  <a:pt x="188" y="1173"/>
                  <a:pt x="172" y="1156"/>
                  <a:pt x="158" y="1138"/>
                </a:cubicBezTo>
                <a:cubicBezTo>
                  <a:pt x="143" y="1120"/>
                  <a:pt x="130" y="1102"/>
                  <a:pt x="117" y="1083"/>
                </a:cubicBezTo>
                <a:cubicBezTo>
                  <a:pt x="104" y="1064"/>
                  <a:pt x="93" y="1045"/>
                  <a:pt x="82" y="1025"/>
                </a:cubicBezTo>
                <a:cubicBezTo>
                  <a:pt x="71" y="1004"/>
                  <a:pt x="61" y="984"/>
                  <a:pt x="53" y="963"/>
                </a:cubicBezTo>
                <a:cubicBezTo>
                  <a:pt x="44" y="942"/>
                  <a:pt x="36" y="920"/>
                  <a:pt x="30" y="898"/>
                </a:cubicBezTo>
                <a:cubicBezTo>
                  <a:pt x="23" y="877"/>
                  <a:pt x="18" y="855"/>
                  <a:pt x="13" y="832"/>
                </a:cubicBezTo>
                <a:cubicBezTo>
                  <a:pt x="9" y="810"/>
                  <a:pt x="5" y="787"/>
                  <a:pt x="3" y="765"/>
                </a:cubicBezTo>
                <a:cubicBezTo>
                  <a:pt x="1" y="742"/>
                  <a:pt x="0" y="719"/>
                  <a:pt x="0" y="696"/>
                </a:cubicBezTo>
                <a:cubicBezTo>
                  <a:pt x="0" y="674"/>
                  <a:pt x="1" y="651"/>
                  <a:pt x="3" y="628"/>
                </a:cubicBezTo>
                <a:cubicBezTo>
                  <a:pt x="5" y="605"/>
                  <a:pt x="9" y="583"/>
                  <a:pt x="13" y="560"/>
                </a:cubicBezTo>
                <a:cubicBezTo>
                  <a:pt x="18" y="538"/>
                  <a:pt x="23" y="516"/>
                  <a:pt x="30" y="494"/>
                </a:cubicBezTo>
                <a:cubicBezTo>
                  <a:pt x="36" y="472"/>
                  <a:pt x="44" y="451"/>
                  <a:pt x="53" y="430"/>
                </a:cubicBezTo>
                <a:cubicBezTo>
                  <a:pt x="61" y="409"/>
                  <a:pt x="71" y="388"/>
                  <a:pt x="82" y="368"/>
                </a:cubicBezTo>
                <a:cubicBezTo>
                  <a:pt x="93" y="348"/>
                  <a:pt x="104" y="328"/>
                  <a:pt x="117" y="309"/>
                </a:cubicBezTo>
                <a:cubicBezTo>
                  <a:pt x="130" y="290"/>
                  <a:pt x="143" y="272"/>
                  <a:pt x="158" y="255"/>
                </a:cubicBezTo>
                <a:cubicBezTo>
                  <a:pt x="172" y="237"/>
                  <a:pt x="188" y="220"/>
                  <a:pt x="204" y="204"/>
                </a:cubicBezTo>
                <a:cubicBezTo>
                  <a:pt x="220" y="188"/>
                  <a:pt x="237" y="172"/>
                  <a:pt x="254" y="158"/>
                </a:cubicBezTo>
                <a:cubicBezTo>
                  <a:pt x="272" y="144"/>
                  <a:pt x="290" y="130"/>
                  <a:pt x="309" y="117"/>
                </a:cubicBezTo>
                <a:cubicBezTo>
                  <a:pt x="329" y="105"/>
                  <a:pt x="349" y="93"/>
                  <a:pt x="369" y="82"/>
                </a:cubicBezTo>
                <a:cubicBezTo>
                  <a:pt x="389" y="71"/>
                  <a:pt x="410" y="62"/>
                  <a:pt x="431" y="53"/>
                </a:cubicBezTo>
                <a:cubicBezTo>
                  <a:pt x="452" y="44"/>
                  <a:pt x="473" y="37"/>
                  <a:pt x="495" y="30"/>
                </a:cubicBezTo>
                <a:cubicBezTo>
                  <a:pt x="517" y="23"/>
                  <a:pt x="539" y="18"/>
                  <a:pt x="561" y="13"/>
                </a:cubicBezTo>
                <a:cubicBezTo>
                  <a:pt x="584" y="9"/>
                  <a:pt x="606" y="6"/>
                  <a:pt x="629" y="3"/>
                </a:cubicBezTo>
                <a:cubicBezTo>
                  <a:pt x="652" y="1"/>
                  <a:pt x="674" y="0"/>
                  <a:pt x="697" y="0"/>
                </a:cubicBezTo>
                <a:cubicBezTo>
                  <a:pt x="720" y="0"/>
                  <a:pt x="743" y="1"/>
                  <a:pt x="765" y="3"/>
                </a:cubicBezTo>
                <a:cubicBezTo>
                  <a:pt x="788" y="6"/>
                  <a:pt x="811" y="9"/>
                  <a:pt x="833" y="13"/>
                </a:cubicBezTo>
                <a:cubicBezTo>
                  <a:pt x="855" y="18"/>
                  <a:pt x="877" y="23"/>
                  <a:pt x="899" y="30"/>
                </a:cubicBezTo>
                <a:cubicBezTo>
                  <a:pt x="921" y="37"/>
                  <a:pt x="943" y="44"/>
                  <a:pt x="964" y="53"/>
                </a:cubicBezTo>
                <a:cubicBezTo>
                  <a:pt x="985" y="62"/>
                  <a:pt x="1005" y="71"/>
                  <a:pt x="1025" y="82"/>
                </a:cubicBezTo>
                <a:cubicBezTo>
                  <a:pt x="1045" y="93"/>
                  <a:pt x="1065" y="105"/>
                  <a:pt x="1084" y="117"/>
                </a:cubicBezTo>
                <a:cubicBezTo>
                  <a:pt x="1103" y="130"/>
                  <a:pt x="1121" y="144"/>
                  <a:pt x="1139" y="158"/>
                </a:cubicBezTo>
                <a:cubicBezTo>
                  <a:pt x="1157" y="172"/>
                  <a:pt x="1173" y="188"/>
                  <a:pt x="1190" y="204"/>
                </a:cubicBezTo>
                <a:cubicBezTo>
                  <a:pt x="1206" y="220"/>
                  <a:pt x="1221" y="237"/>
                  <a:pt x="1235" y="255"/>
                </a:cubicBezTo>
                <a:cubicBezTo>
                  <a:pt x="1250" y="272"/>
                  <a:pt x="1263" y="290"/>
                  <a:pt x="1276" y="309"/>
                </a:cubicBezTo>
                <a:cubicBezTo>
                  <a:pt x="1289" y="328"/>
                  <a:pt x="1300" y="348"/>
                  <a:pt x="1311" y="368"/>
                </a:cubicBezTo>
                <a:cubicBezTo>
                  <a:pt x="1322" y="388"/>
                  <a:pt x="1332" y="409"/>
                  <a:pt x="1340" y="430"/>
                </a:cubicBezTo>
                <a:cubicBezTo>
                  <a:pt x="1349" y="451"/>
                  <a:pt x="1357" y="472"/>
                  <a:pt x="1363" y="494"/>
                </a:cubicBezTo>
                <a:cubicBezTo>
                  <a:pt x="1370" y="516"/>
                  <a:pt x="1376" y="538"/>
                  <a:pt x="1380" y="560"/>
                </a:cubicBezTo>
                <a:cubicBezTo>
                  <a:pt x="1385" y="583"/>
                  <a:pt x="1388" y="605"/>
                  <a:pt x="1390" y="628"/>
                </a:cubicBezTo>
                <a:cubicBezTo>
                  <a:pt x="1392" y="651"/>
                  <a:pt x="1393" y="674"/>
                  <a:pt x="1393" y="696"/>
                </a:cubicBezTo>
                <a:close/>
              </a:path>
            </a:pathLst>
          </a:custGeom>
          <a:solidFill>
            <a:srgbClr val="CEF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3" name="그림 332">
            <a:extLst>
              <a:ext uri="{FF2B5EF4-FFF2-40B4-BE49-F238E27FC236}">
                <a16:creationId xmlns:a16="http://schemas.microsoft.com/office/drawing/2014/main" id="{930AC4B9-2429-42D4-9595-9235F135255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74087" y="19293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Box 333">
            <a:extLst>
              <a:ext uri="{FF2B5EF4-FFF2-40B4-BE49-F238E27FC236}">
                <a16:creationId xmlns:a16="http://schemas.microsoft.com/office/drawing/2014/main" id="{9CE39BD5-C9AE-46B9-8187-8F016627C2F4}"/>
              </a:ext>
            </a:extLst>
          </p:cNvPr>
          <p:cNvSpPr txBox="1"/>
          <p:nvPr/>
        </p:nvSpPr>
        <p:spPr>
          <a:xfrm>
            <a:off x="1583847" y="1936200"/>
            <a:ext cx="91908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80" b="1">
                <a:solidFill>
                  <a:srgbClr val="1F2937"/>
                </a:solidFill>
                <a:latin typeface="Pretendard"/>
                <a:ea typeface="Pretendard"/>
              </a:rPr>
              <a:t>금융</a:t>
            </a:r>
            <a:r>
              <a:rPr lang="en-US" sz="1580" b="1">
                <a:solidFill>
                  <a:srgbClr val="1F2937"/>
                </a:solidFill>
                <a:latin typeface="Pretendard"/>
                <a:ea typeface="Pretendard"/>
              </a:rPr>
              <a:t>/</a:t>
            </a:r>
            <a:r>
              <a:rPr lang="zh-CN" altLang="en-US" sz="1580" b="1">
                <a:solidFill>
                  <a:srgbClr val="1F2937"/>
                </a:solidFill>
                <a:latin typeface="Pretendard"/>
                <a:ea typeface="Pretendard"/>
              </a:rPr>
              <a:t>보험</a:t>
            </a:r>
            <a:endParaRPr lang="en-US" sz="158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5" name="그림 334">
            <a:extLst>
              <a:ext uri="{FF2B5EF4-FFF2-40B4-BE49-F238E27FC236}">
                <a16:creationId xmlns:a16="http://schemas.microsoft.com/office/drawing/2014/main" id="{29EC2625-7AB9-4FA0-AD35-EACF81D63F6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48807" y="270626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05277682-FC5E-4DF8-B067-10049942F6BC}"/>
              </a:ext>
            </a:extLst>
          </p:cNvPr>
          <p:cNvSpPr txBox="1"/>
          <p:nvPr/>
        </p:nvSpPr>
        <p:spPr>
          <a:xfrm>
            <a:off x="948807" y="2455700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주요 니즈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7" name="그림 336">
            <a:extLst>
              <a:ext uri="{FF2B5EF4-FFF2-40B4-BE49-F238E27FC236}">
                <a16:creationId xmlns:a16="http://schemas.microsoft.com/office/drawing/2014/main" id="{988E6973-1399-4B09-843F-9F9D8FDB6C8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48807" y="29071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Box 337">
            <a:extLst>
              <a:ext uri="{FF2B5EF4-FFF2-40B4-BE49-F238E27FC236}">
                <a16:creationId xmlns:a16="http://schemas.microsoft.com/office/drawing/2014/main" id="{B5017014-2839-4A45-A959-3ABC48B843BD}"/>
              </a:ext>
            </a:extLst>
          </p:cNvPr>
          <p:cNvSpPr txBox="1"/>
          <p:nvPr/>
        </p:nvSpPr>
        <p:spPr>
          <a:xfrm>
            <a:off x="1132767" y="2689700"/>
            <a:ext cx="1159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엄격한 데이터 보안 규제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F5013734-082A-482F-9865-29285CF0FDA4}"/>
              </a:ext>
            </a:extLst>
          </p:cNvPr>
          <p:cNvSpPr txBox="1"/>
          <p:nvPr/>
        </p:nvSpPr>
        <p:spPr>
          <a:xfrm>
            <a:off x="1132767" y="2880603"/>
            <a:ext cx="1141338" cy="3202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04"/>
              </a:lnSpc>
            </a:pPr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복잡한 상품 및 규정 관련</a:t>
            </a:r>
            <a:endParaRPr lang="en-US" altLang="zh-CN" sz="920" dirty="0">
              <a:solidFill>
                <a:srgbClr val="374151"/>
              </a:solidFill>
              <a:latin typeface="Pretendard"/>
              <a:ea typeface="Pretendard"/>
            </a:endParaRPr>
          </a:p>
          <a:p>
            <a:pPr>
              <a:lnSpc>
                <a:spcPts val="1304"/>
              </a:lnSpc>
            </a:pPr>
            <a:r>
              <a:rPr lang="zh-CN" altLang="ko-KR" sz="920" dirty="0">
                <a:solidFill>
                  <a:srgbClr val="374151"/>
                </a:solidFill>
                <a:latin typeface="Pretendard"/>
                <a:ea typeface="Pretendard"/>
              </a:rPr>
              <a:t>내부 문의</a:t>
            </a:r>
            <a:endParaRPr lang="en-US" altLang="ko-KR" sz="92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0" name="그림 339">
            <a:extLst>
              <a:ext uri="{FF2B5EF4-FFF2-40B4-BE49-F238E27FC236}">
                <a16:creationId xmlns:a16="http://schemas.microsoft.com/office/drawing/2014/main" id="{3884D97A-C63E-4949-B2D8-AA50C393D19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48807" y="327470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Box 340">
            <a:extLst>
              <a:ext uri="{FF2B5EF4-FFF2-40B4-BE49-F238E27FC236}">
                <a16:creationId xmlns:a16="http://schemas.microsoft.com/office/drawing/2014/main" id="{DA474C81-4232-4E9B-BA0B-24424B3B67AA}"/>
              </a:ext>
            </a:extLst>
          </p:cNvPr>
          <p:cNvSpPr txBox="1"/>
          <p:nvPr/>
        </p:nvSpPr>
        <p:spPr>
          <a:xfrm>
            <a:off x="1132767" y="3258140"/>
            <a:ext cx="94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고객 상담 품질 관리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2" name="그림 341">
            <a:extLst>
              <a:ext uri="{FF2B5EF4-FFF2-40B4-BE49-F238E27FC236}">
                <a16:creationId xmlns:a16="http://schemas.microsoft.com/office/drawing/2014/main" id="{FF30B20D-4AE5-4E33-BEE0-19AC5842D81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520807" y="270626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Box 342">
            <a:extLst>
              <a:ext uri="{FF2B5EF4-FFF2-40B4-BE49-F238E27FC236}">
                <a16:creationId xmlns:a16="http://schemas.microsoft.com/office/drawing/2014/main" id="{9BA4BA46-2858-475E-A75D-D21236642856}"/>
              </a:ext>
            </a:extLst>
          </p:cNvPr>
          <p:cNvSpPr txBox="1"/>
          <p:nvPr/>
        </p:nvSpPr>
        <p:spPr>
          <a:xfrm>
            <a:off x="2517927" y="2455700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dirty="0">
                <a:solidFill>
                  <a:srgbClr val="6B7280"/>
                </a:solidFill>
                <a:latin typeface="Pretendard"/>
                <a:ea typeface="Pretendard"/>
              </a:rPr>
              <a:t>적용 방안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4" name="그림 343">
            <a:extLst>
              <a:ext uri="{FF2B5EF4-FFF2-40B4-BE49-F238E27FC236}">
                <a16:creationId xmlns:a16="http://schemas.microsoft.com/office/drawing/2014/main" id="{E8DDA76A-D725-411B-8ACC-B3518C62A4A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520807" y="290714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Box 344">
            <a:extLst>
              <a:ext uri="{FF2B5EF4-FFF2-40B4-BE49-F238E27FC236}">
                <a16:creationId xmlns:a16="http://schemas.microsoft.com/office/drawing/2014/main" id="{55DD33F1-8452-4B92-8179-13D9D0DFDAE7}"/>
              </a:ext>
            </a:extLst>
          </p:cNvPr>
          <p:cNvSpPr txBox="1"/>
          <p:nvPr/>
        </p:nvSpPr>
        <p:spPr>
          <a:xfrm>
            <a:off x="2685327" y="2689700"/>
            <a:ext cx="995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온프레미스 </a:t>
            </a:r>
            <a:r>
              <a:rPr lang="en-US" sz="920" dirty="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챗봇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0243DA6D-FA45-43A6-A261-95C76587F0E9}"/>
              </a:ext>
            </a:extLst>
          </p:cNvPr>
          <p:cNvSpPr txBox="1"/>
          <p:nvPr/>
        </p:nvSpPr>
        <p:spPr>
          <a:xfrm>
            <a:off x="2685327" y="2880603"/>
            <a:ext cx="1152560" cy="3202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04"/>
              </a:lnSpc>
            </a:pPr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내부 규정</a:t>
            </a:r>
            <a:r>
              <a:rPr lang="en-US" sz="920" dirty="0">
                <a:solidFill>
                  <a:srgbClr val="374151"/>
                </a:solidFill>
                <a:latin typeface="Pretendard"/>
                <a:ea typeface="Pretendard"/>
              </a:rPr>
              <a:t>/</a:t>
            </a:r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상품 정보 검색</a:t>
            </a:r>
            <a:endParaRPr lang="en-US" altLang="zh-CN" sz="920" dirty="0">
              <a:solidFill>
                <a:srgbClr val="374151"/>
              </a:solidFill>
              <a:latin typeface="Pretendard"/>
              <a:ea typeface="Pretendard"/>
            </a:endParaRPr>
          </a:p>
          <a:p>
            <a:pPr>
              <a:lnSpc>
                <a:spcPts val="1304"/>
              </a:lnSpc>
            </a:pPr>
            <a:r>
              <a:rPr lang="zh-CN" altLang="ko-KR" sz="920" dirty="0">
                <a:solidFill>
                  <a:srgbClr val="374151"/>
                </a:solidFill>
                <a:latin typeface="Pretendard"/>
                <a:ea typeface="Pretendard"/>
              </a:rPr>
              <a:t>시스템</a:t>
            </a:r>
            <a:endParaRPr lang="en-US" altLang="ko-KR" sz="92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7" name="그림 346">
            <a:extLst>
              <a:ext uri="{FF2B5EF4-FFF2-40B4-BE49-F238E27FC236}">
                <a16:creationId xmlns:a16="http://schemas.microsoft.com/office/drawing/2014/main" id="{F17A3717-0277-4AAD-A3B7-2A63837F744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520807" y="327470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Box 347">
            <a:extLst>
              <a:ext uri="{FF2B5EF4-FFF2-40B4-BE49-F238E27FC236}">
                <a16:creationId xmlns:a16="http://schemas.microsoft.com/office/drawing/2014/main" id="{18D30407-D690-4900-8FD6-38DEE88A34A6}"/>
              </a:ext>
            </a:extLst>
          </p:cNvPr>
          <p:cNvSpPr txBox="1"/>
          <p:nvPr/>
        </p:nvSpPr>
        <p:spPr>
          <a:xfrm>
            <a:off x="2685327" y="3258140"/>
            <a:ext cx="1077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상담 내용 분석 및 요약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9" name="그림 348">
            <a:extLst>
              <a:ext uri="{FF2B5EF4-FFF2-40B4-BE49-F238E27FC236}">
                <a16:creationId xmlns:a16="http://schemas.microsoft.com/office/drawing/2014/main" id="{28F22CC5-7463-40E2-A949-5F6279FC6894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4084527" y="2706260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TextBox 349">
            <a:extLst>
              <a:ext uri="{FF2B5EF4-FFF2-40B4-BE49-F238E27FC236}">
                <a16:creationId xmlns:a16="http://schemas.microsoft.com/office/drawing/2014/main" id="{3FF28892-121E-4289-87A6-A954CC0E909D}"/>
              </a:ext>
            </a:extLst>
          </p:cNvPr>
          <p:cNvSpPr txBox="1"/>
          <p:nvPr/>
        </p:nvSpPr>
        <p:spPr>
          <a:xfrm>
            <a:off x="4087407" y="2455700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기대 효과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1" name="그림 350">
            <a:extLst>
              <a:ext uri="{FF2B5EF4-FFF2-40B4-BE49-F238E27FC236}">
                <a16:creationId xmlns:a16="http://schemas.microsoft.com/office/drawing/2014/main" id="{0B379CD1-1272-4E8D-A907-B0E55217F46F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4084527" y="2907140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TextBox 351">
            <a:extLst>
              <a:ext uri="{FF2B5EF4-FFF2-40B4-BE49-F238E27FC236}">
                <a16:creationId xmlns:a16="http://schemas.microsoft.com/office/drawing/2014/main" id="{6DB0AC96-F6A2-4F9E-ACA5-C00A4E1D706E}"/>
              </a:ext>
            </a:extLst>
          </p:cNvPr>
          <p:cNvSpPr txBox="1"/>
          <p:nvPr/>
        </p:nvSpPr>
        <p:spPr>
          <a:xfrm>
            <a:off x="4287927" y="2689700"/>
            <a:ext cx="80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데이터 보안 강화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3" name="그림 352">
            <a:extLst>
              <a:ext uri="{FF2B5EF4-FFF2-40B4-BE49-F238E27FC236}">
                <a16:creationId xmlns:a16="http://schemas.microsoft.com/office/drawing/2014/main" id="{2956FCC3-EAD9-42FA-BE3F-D67C60CFF993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4084527" y="3107660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Box 353">
            <a:extLst>
              <a:ext uri="{FF2B5EF4-FFF2-40B4-BE49-F238E27FC236}">
                <a16:creationId xmlns:a16="http://schemas.microsoft.com/office/drawing/2014/main" id="{2F5BC460-FA10-4F8A-BF76-7C7EFE922454}"/>
              </a:ext>
            </a:extLst>
          </p:cNvPr>
          <p:cNvSpPr txBox="1"/>
          <p:nvPr/>
        </p:nvSpPr>
        <p:spPr>
          <a:xfrm>
            <a:off x="4287927" y="2890220"/>
            <a:ext cx="1185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내부 직원 업무 효율 증대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자유형 228">
            <a:extLst>
              <a:ext uri="{FF2B5EF4-FFF2-40B4-BE49-F238E27FC236}">
                <a16:creationId xmlns:a16="http://schemas.microsoft.com/office/drawing/2014/main" id="{282F1062-06D1-4E93-A49E-7BDE6BAA1D63}"/>
              </a:ext>
            </a:extLst>
          </p:cNvPr>
          <p:cNvSpPr/>
          <p:nvPr/>
        </p:nvSpPr>
        <p:spPr>
          <a:xfrm>
            <a:off x="6402816" y="1681880"/>
            <a:ext cx="5026022" cy="1865040"/>
          </a:xfrm>
          <a:custGeom>
            <a:avLst/>
            <a:gdLst/>
            <a:ahLst/>
            <a:cxnLst/>
            <a:rect l="0" t="0" r="r" b="b"/>
            <a:pathLst>
              <a:path w="13418" h="5665">
                <a:moveTo>
                  <a:pt x="0" y="5479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3232" y="0"/>
                </a:lnTo>
                <a:cubicBezTo>
                  <a:pt x="13244" y="0"/>
                  <a:pt x="13257" y="1"/>
                  <a:pt x="13269" y="3"/>
                </a:cubicBezTo>
                <a:cubicBezTo>
                  <a:pt x="13280" y="6"/>
                  <a:pt x="13292" y="9"/>
                  <a:pt x="13303" y="14"/>
                </a:cubicBezTo>
                <a:cubicBezTo>
                  <a:pt x="13315" y="19"/>
                  <a:pt x="13325" y="24"/>
                  <a:pt x="13335" y="31"/>
                </a:cubicBezTo>
                <a:cubicBezTo>
                  <a:pt x="13346" y="38"/>
                  <a:pt x="13355" y="46"/>
                  <a:pt x="13364" y="54"/>
                </a:cubicBezTo>
                <a:cubicBezTo>
                  <a:pt x="13372" y="63"/>
                  <a:pt x="13380" y="72"/>
                  <a:pt x="13387" y="82"/>
                </a:cubicBezTo>
                <a:cubicBezTo>
                  <a:pt x="13393" y="93"/>
                  <a:pt x="13399" y="103"/>
                  <a:pt x="13404" y="114"/>
                </a:cubicBezTo>
                <a:cubicBezTo>
                  <a:pt x="13409" y="126"/>
                  <a:pt x="13412" y="137"/>
                  <a:pt x="13414" y="149"/>
                </a:cubicBezTo>
                <a:cubicBezTo>
                  <a:pt x="13417" y="161"/>
                  <a:pt x="13418" y="173"/>
                  <a:pt x="13418" y="186"/>
                </a:cubicBezTo>
                <a:lnTo>
                  <a:pt x="13418" y="5479"/>
                </a:lnTo>
                <a:cubicBezTo>
                  <a:pt x="13418" y="5491"/>
                  <a:pt x="13417" y="5503"/>
                  <a:pt x="13414" y="5515"/>
                </a:cubicBezTo>
                <a:cubicBezTo>
                  <a:pt x="13412" y="5527"/>
                  <a:pt x="13409" y="5539"/>
                  <a:pt x="13404" y="5550"/>
                </a:cubicBezTo>
                <a:cubicBezTo>
                  <a:pt x="13399" y="5561"/>
                  <a:pt x="13393" y="5572"/>
                  <a:pt x="13387" y="5582"/>
                </a:cubicBezTo>
                <a:cubicBezTo>
                  <a:pt x="13380" y="5592"/>
                  <a:pt x="13372" y="5602"/>
                  <a:pt x="13364" y="5610"/>
                </a:cubicBezTo>
                <a:cubicBezTo>
                  <a:pt x="13355" y="5619"/>
                  <a:pt x="13346" y="5627"/>
                  <a:pt x="13335" y="5634"/>
                </a:cubicBezTo>
                <a:cubicBezTo>
                  <a:pt x="13325" y="5640"/>
                  <a:pt x="13315" y="5646"/>
                  <a:pt x="13303" y="5651"/>
                </a:cubicBezTo>
                <a:cubicBezTo>
                  <a:pt x="13292" y="5655"/>
                  <a:pt x="13280" y="5659"/>
                  <a:pt x="13269" y="5661"/>
                </a:cubicBezTo>
                <a:cubicBezTo>
                  <a:pt x="13257" y="5664"/>
                  <a:pt x="13244" y="5665"/>
                  <a:pt x="13232" y="5665"/>
                </a:cubicBezTo>
                <a:lnTo>
                  <a:pt x="139" y="5665"/>
                </a:lnTo>
                <a:cubicBezTo>
                  <a:pt x="130" y="5665"/>
                  <a:pt x="121" y="5664"/>
                  <a:pt x="112" y="5661"/>
                </a:cubicBezTo>
                <a:cubicBezTo>
                  <a:pt x="103" y="5659"/>
                  <a:pt x="94" y="5655"/>
                  <a:pt x="86" y="5651"/>
                </a:cubicBezTo>
                <a:cubicBezTo>
                  <a:pt x="77" y="5646"/>
                  <a:pt x="69" y="5640"/>
                  <a:pt x="62" y="5634"/>
                </a:cubicBezTo>
                <a:cubicBezTo>
                  <a:pt x="54" y="5627"/>
                  <a:pt x="47" y="5619"/>
                  <a:pt x="41" y="5610"/>
                </a:cubicBezTo>
                <a:cubicBezTo>
                  <a:pt x="34" y="5602"/>
                  <a:pt x="28" y="5592"/>
                  <a:pt x="23" y="5582"/>
                </a:cubicBezTo>
                <a:cubicBezTo>
                  <a:pt x="18" y="5572"/>
                  <a:pt x="14" y="5561"/>
                  <a:pt x="10" y="5550"/>
                </a:cubicBezTo>
                <a:cubicBezTo>
                  <a:pt x="7" y="5539"/>
                  <a:pt x="4" y="5527"/>
                  <a:pt x="3" y="5515"/>
                </a:cubicBezTo>
                <a:cubicBezTo>
                  <a:pt x="1" y="5503"/>
                  <a:pt x="0" y="5491"/>
                  <a:pt x="0" y="54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자유형 229">
            <a:extLst>
              <a:ext uri="{FF2B5EF4-FFF2-40B4-BE49-F238E27FC236}">
                <a16:creationId xmlns:a16="http://schemas.microsoft.com/office/drawing/2014/main" id="{9052FE02-4937-4DEA-A0DD-59B226DE772D}"/>
              </a:ext>
            </a:extLst>
          </p:cNvPr>
          <p:cNvSpPr/>
          <p:nvPr/>
        </p:nvSpPr>
        <p:spPr>
          <a:xfrm>
            <a:off x="6385896" y="1681878"/>
            <a:ext cx="59240" cy="1865041"/>
          </a:xfrm>
          <a:custGeom>
            <a:avLst/>
            <a:gdLst/>
            <a:ahLst/>
            <a:cxnLst/>
            <a:rect l="0" t="0" r="r" b="b"/>
            <a:pathLst>
              <a:path w="187" h="5665">
                <a:moveTo>
                  <a:pt x="0" y="0"/>
                </a:moveTo>
                <a:lnTo>
                  <a:pt x="187" y="0"/>
                </a:lnTo>
                <a:lnTo>
                  <a:pt x="187" y="5665"/>
                </a:lnTo>
                <a:lnTo>
                  <a:pt x="0" y="5665"/>
                </a:lnTo>
                <a:lnTo>
                  <a:pt x="0" y="0"/>
                </a:lnTo>
                <a:close/>
              </a:path>
            </a:pathLst>
          </a:custGeom>
          <a:solidFill>
            <a:srgbClr val="FB923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자유형 230">
            <a:extLst>
              <a:ext uri="{FF2B5EF4-FFF2-40B4-BE49-F238E27FC236}">
                <a16:creationId xmlns:a16="http://schemas.microsoft.com/office/drawing/2014/main" id="{C9CCCE66-B29C-4C21-87E8-51BB240C86DF}"/>
              </a:ext>
            </a:extLst>
          </p:cNvPr>
          <p:cNvSpPr/>
          <p:nvPr/>
        </p:nvSpPr>
        <p:spPr>
          <a:xfrm>
            <a:off x="6619896" y="1803740"/>
            <a:ext cx="501840" cy="501840"/>
          </a:xfrm>
          <a:custGeom>
            <a:avLst/>
            <a:gdLst/>
            <a:ahLst/>
            <a:cxnLst/>
            <a:rect l="0" t="0" r="r" b="b"/>
            <a:pathLst>
              <a:path w="1394" h="1394">
                <a:moveTo>
                  <a:pt x="1394" y="696"/>
                </a:moveTo>
                <a:cubicBezTo>
                  <a:pt x="1394" y="719"/>
                  <a:pt x="1393" y="742"/>
                  <a:pt x="1391" y="765"/>
                </a:cubicBezTo>
                <a:cubicBezTo>
                  <a:pt x="1389" y="787"/>
                  <a:pt x="1385" y="810"/>
                  <a:pt x="1381" y="832"/>
                </a:cubicBezTo>
                <a:cubicBezTo>
                  <a:pt x="1376" y="855"/>
                  <a:pt x="1371" y="877"/>
                  <a:pt x="1364" y="898"/>
                </a:cubicBezTo>
                <a:cubicBezTo>
                  <a:pt x="1358" y="920"/>
                  <a:pt x="1350" y="942"/>
                  <a:pt x="1341" y="963"/>
                </a:cubicBezTo>
                <a:cubicBezTo>
                  <a:pt x="1332" y="984"/>
                  <a:pt x="1323" y="1004"/>
                  <a:pt x="1312" y="1025"/>
                </a:cubicBezTo>
                <a:cubicBezTo>
                  <a:pt x="1301" y="1045"/>
                  <a:pt x="1289" y="1064"/>
                  <a:pt x="1277" y="1083"/>
                </a:cubicBezTo>
                <a:cubicBezTo>
                  <a:pt x="1264" y="1102"/>
                  <a:pt x="1251" y="1120"/>
                  <a:pt x="1236" y="1138"/>
                </a:cubicBezTo>
                <a:cubicBezTo>
                  <a:pt x="1222" y="1156"/>
                  <a:pt x="1206" y="1173"/>
                  <a:pt x="1190" y="1189"/>
                </a:cubicBezTo>
                <a:cubicBezTo>
                  <a:pt x="1174" y="1206"/>
                  <a:pt x="1157" y="1221"/>
                  <a:pt x="1140" y="1236"/>
                </a:cubicBezTo>
                <a:cubicBezTo>
                  <a:pt x="1122" y="1250"/>
                  <a:pt x="1104" y="1264"/>
                  <a:pt x="1085" y="1276"/>
                </a:cubicBezTo>
                <a:cubicBezTo>
                  <a:pt x="1066" y="1289"/>
                  <a:pt x="1046" y="1301"/>
                  <a:pt x="1026" y="1311"/>
                </a:cubicBezTo>
                <a:cubicBezTo>
                  <a:pt x="1006" y="1322"/>
                  <a:pt x="985" y="1332"/>
                  <a:pt x="964" y="1341"/>
                </a:cubicBezTo>
                <a:cubicBezTo>
                  <a:pt x="943" y="1349"/>
                  <a:pt x="922" y="1357"/>
                  <a:pt x="900" y="1364"/>
                </a:cubicBezTo>
                <a:cubicBezTo>
                  <a:pt x="878" y="1370"/>
                  <a:pt x="856" y="1376"/>
                  <a:pt x="834" y="1380"/>
                </a:cubicBezTo>
                <a:cubicBezTo>
                  <a:pt x="811" y="1385"/>
                  <a:pt x="789" y="1388"/>
                  <a:pt x="766" y="1390"/>
                </a:cubicBezTo>
                <a:cubicBezTo>
                  <a:pt x="743" y="1393"/>
                  <a:pt x="721" y="1394"/>
                  <a:pt x="698" y="1394"/>
                </a:cubicBezTo>
                <a:cubicBezTo>
                  <a:pt x="675" y="1394"/>
                  <a:pt x="652" y="1393"/>
                  <a:pt x="630" y="1390"/>
                </a:cubicBezTo>
                <a:cubicBezTo>
                  <a:pt x="607" y="1388"/>
                  <a:pt x="584" y="1385"/>
                  <a:pt x="562" y="1380"/>
                </a:cubicBezTo>
                <a:cubicBezTo>
                  <a:pt x="540" y="1376"/>
                  <a:pt x="517" y="1370"/>
                  <a:pt x="496" y="1364"/>
                </a:cubicBezTo>
                <a:cubicBezTo>
                  <a:pt x="474" y="1357"/>
                  <a:pt x="452" y="1349"/>
                  <a:pt x="431" y="1341"/>
                </a:cubicBezTo>
                <a:cubicBezTo>
                  <a:pt x="410" y="1332"/>
                  <a:pt x="390" y="1322"/>
                  <a:pt x="369" y="1311"/>
                </a:cubicBezTo>
                <a:cubicBezTo>
                  <a:pt x="349" y="1301"/>
                  <a:pt x="330" y="1289"/>
                  <a:pt x="311" y="1276"/>
                </a:cubicBezTo>
                <a:cubicBezTo>
                  <a:pt x="292" y="1264"/>
                  <a:pt x="274" y="1250"/>
                  <a:pt x="256" y="1236"/>
                </a:cubicBezTo>
                <a:cubicBezTo>
                  <a:pt x="238" y="1221"/>
                  <a:pt x="220" y="1206"/>
                  <a:pt x="204" y="1189"/>
                </a:cubicBezTo>
                <a:cubicBezTo>
                  <a:pt x="188" y="1173"/>
                  <a:pt x="173" y="1156"/>
                  <a:pt x="158" y="1138"/>
                </a:cubicBezTo>
                <a:cubicBezTo>
                  <a:pt x="144" y="1120"/>
                  <a:pt x="130" y="1102"/>
                  <a:pt x="118" y="1083"/>
                </a:cubicBezTo>
                <a:cubicBezTo>
                  <a:pt x="105" y="1064"/>
                  <a:pt x="93" y="1045"/>
                  <a:pt x="83" y="1025"/>
                </a:cubicBezTo>
                <a:cubicBezTo>
                  <a:pt x="72" y="1004"/>
                  <a:pt x="62" y="984"/>
                  <a:pt x="53" y="963"/>
                </a:cubicBezTo>
                <a:cubicBezTo>
                  <a:pt x="45" y="942"/>
                  <a:pt x="37" y="920"/>
                  <a:pt x="30" y="898"/>
                </a:cubicBezTo>
                <a:cubicBezTo>
                  <a:pt x="24" y="877"/>
                  <a:pt x="18" y="855"/>
                  <a:pt x="14" y="832"/>
                </a:cubicBezTo>
                <a:cubicBezTo>
                  <a:pt x="9" y="810"/>
                  <a:pt x="6" y="787"/>
                  <a:pt x="4" y="765"/>
                </a:cubicBezTo>
                <a:cubicBezTo>
                  <a:pt x="1" y="742"/>
                  <a:pt x="0" y="719"/>
                  <a:pt x="0" y="696"/>
                </a:cubicBezTo>
                <a:cubicBezTo>
                  <a:pt x="0" y="674"/>
                  <a:pt x="1" y="651"/>
                  <a:pt x="4" y="628"/>
                </a:cubicBezTo>
                <a:cubicBezTo>
                  <a:pt x="6" y="605"/>
                  <a:pt x="9" y="583"/>
                  <a:pt x="14" y="560"/>
                </a:cubicBezTo>
                <a:cubicBezTo>
                  <a:pt x="18" y="538"/>
                  <a:pt x="24" y="516"/>
                  <a:pt x="30" y="494"/>
                </a:cubicBezTo>
                <a:cubicBezTo>
                  <a:pt x="37" y="472"/>
                  <a:pt x="45" y="451"/>
                  <a:pt x="53" y="430"/>
                </a:cubicBezTo>
                <a:cubicBezTo>
                  <a:pt x="62" y="409"/>
                  <a:pt x="72" y="388"/>
                  <a:pt x="83" y="368"/>
                </a:cubicBezTo>
                <a:cubicBezTo>
                  <a:pt x="93" y="348"/>
                  <a:pt x="105" y="328"/>
                  <a:pt x="118" y="309"/>
                </a:cubicBezTo>
                <a:cubicBezTo>
                  <a:pt x="130" y="290"/>
                  <a:pt x="144" y="272"/>
                  <a:pt x="158" y="255"/>
                </a:cubicBezTo>
                <a:cubicBezTo>
                  <a:pt x="173" y="237"/>
                  <a:pt x="188" y="220"/>
                  <a:pt x="204" y="204"/>
                </a:cubicBezTo>
                <a:cubicBezTo>
                  <a:pt x="220" y="188"/>
                  <a:pt x="238" y="172"/>
                  <a:pt x="256" y="158"/>
                </a:cubicBezTo>
                <a:cubicBezTo>
                  <a:pt x="274" y="144"/>
                  <a:pt x="292" y="130"/>
                  <a:pt x="311" y="117"/>
                </a:cubicBezTo>
                <a:cubicBezTo>
                  <a:pt x="330" y="105"/>
                  <a:pt x="349" y="93"/>
                  <a:pt x="369" y="82"/>
                </a:cubicBezTo>
                <a:cubicBezTo>
                  <a:pt x="390" y="71"/>
                  <a:pt x="410" y="62"/>
                  <a:pt x="431" y="53"/>
                </a:cubicBezTo>
                <a:cubicBezTo>
                  <a:pt x="452" y="44"/>
                  <a:pt x="474" y="37"/>
                  <a:pt x="496" y="30"/>
                </a:cubicBezTo>
                <a:cubicBezTo>
                  <a:pt x="517" y="23"/>
                  <a:pt x="540" y="18"/>
                  <a:pt x="562" y="13"/>
                </a:cubicBezTo>
                <a:cubicBezTo>
                  <a:pt x="584" y="9"/>
                  <a:pt x="607" y="6"/>
                  <a:pt x="630" y="3"/>
                </a:cubicBezTo>
                <a:cubicBezTo>
                  <a:pt x="652" y="1"/>
                  <a:pt x="675" y="0"/>
                  <a:pt x="698" y="0"/>
                </a:cubicBezTo>
                <a:cubicBezTo>
                  <a:pt x="721" y="0"/>
                  <a:pt x="743" y="1"/>
                  <a:pt x="766" y="3"/>
                </a:cubicBezTo>
                <a:cubicBezTo>
                  <a:pt x="789" y="6"/>
                  <a:pt x="811" y="9"/>
                  <a:pt x="834" y="13"/>
                </a:cubicBezTo>
                <a:cubicBezTo>
                  <a:pt x="856" y="18"/>
                  <a:pt x="878" y="23"/>
                  <a:pt x="900" y="30"/>
                </a:cubicBezTo>
                <a:cubicBezTo>
                  <a:pt x="922" y="37"/>
                  <a:pt x="943" y="44"/>
                  <a:pt x="964" y="53"/>
                </a:cubicBezTo>
                <a:cubicBezTo>
                  <a:pt x="985" y="62"/>
                  <a:pt x="1006" y="71"/>
                  <a:pt x="1026" y="82"/>
                </a:cubicBezTo>
                <a:cubicBezTo>
                  <a:pt x="1046" y="93"/>
                  <a:pt x="1066" y="105"/>
                  <a:pt x="1085" y="117"/>
                </a:cubicBezTo>
                <a:cubicBezTo>
                  <a:pt x="1104" y="130"/>
                  <a:pt x="1122" y="144"/>
                  <a:pt x="1140" y="158"/>
                </a:cubicBezTo>
                <a:cubicBezTo>
                  <a:pt x="1157" y="172"/>
                  <a:pt x="1174" y="188"/>
                  <a:pt x="1190" y="204"/>
                </a:cubicBezTo>
                <a:cubicBezTo>
                  <a:pt x="1206" y="220"/>
                  <a:pt x="1222" y="237"/>
                  <a:pt x="1236" y="255"/>
                </a:cubicBezTo>
                <a:cubicBezTo>
                  <a:pt x="1251" y="272"/>
                  <a:pt x="1264" y="290"/>
                  <a:pt x="1277" y="309"/>
                </a:cubicBezTo>
                <a:cubicBezTo>
                  <a:pt x="1289" y="328"/>
                  <a:pt x="1301" y="348"/>
                  <a:pt x="1312" y="368"/>
                </a:cubicBezTo>
                <a:cubicBezTo>
                  <a:pt x="1323" y="388"/>
                  <a:pt x="1332" y="409"/>
                  <a:pt x="1341" y="430"/>
                </a:cubicBezTo>
                <a:cubicBezTo>
                  <a:pt x="1350" y="451"/>
                  <a:pt x="1358" y="472"/>
                  <a:pt x="1364" y="494"/>
                </a:cubicBezTo>
                <a:cubicBezTo>
                  <a:pt x="1371" y="516"/>
                  <a:pt x="1376" y="538"/>
                  <a:pt x="1381" y="560"/>
                </a:cubicBezTo>
                <a:cubicBezTo>
                  <a:pt x="1385" y="583"/>
                  <a:pt x="1389" y="605"/>
                  <a:pt x="1391" y="628"/>
                </a:cubicBezTo>
                <a:cubicBezTo>
                  <a:pt x="1393" y="651"/>
                  <a:pt x="1394" y="674"/>
                  <a:pt x="1394" y="696"/>
                </a:cubicBezTo>
                <a:close/>
              </a:path>
            </a:pathLst>
          </a:custGeom>
          <a:solidFill>
            <a:srgbClr val="FFEDD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8" name="그림 357">
            <a:extLst>
              <a:ext uri="{FF2B5EF4-FFF2-40B4-BE49-F238E27FC236}">
                <a16:creationId xmlns:a16="http://schemas.microsoft.com/office/drawing/2014/main" id="{7F2CC989-6D4F-424E-83A7-3912701ADA8B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728976" y="1929380"/>
            <a:ext cx="2836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Box 358">
            <a:extLst>
              <a:ext uri="{FF2B5EF4-FFF2-40B4-BE49-F238E27FC236}">
                <a16:creationId xmlns:a16="http://schemas.microsoft.com/office/drawing/2014/main" id="{F4FA4FBA-4C65-4BA2-8F45-F02FB25EE7F9}"/>
              </a:ext>
            </a:extLst>
          </p:cNvPr>
          <p:cNvSpPr txBox="1"/>
          <p:nvPr/>
        </p:nvSpPr>
        <p:spPr>
          <a:xfrm>
            <a:off x="4287927" y="3090740"/>
            <a:ext cx="94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고객 응대 품질 향상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CC6059A6-B77C-4242-9EDC-38F35F540EC3}"/>
              </a:ext>
            </a:extLst>
          </p:cNvPr>
          <p:cNvSpPr txBox="1"/>
          <p:nvPr/>
        </p:nvSpPr>
        <p:spPr>
          <a:xfrm>
            <a:off x="7255296" y="1934192"/>
            <a:ext cx="91908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80" b="1">
                <a:solidFill>
                  <a:srgbClr val="1F2937"/>
                </a:solidFill>
                <a:latin typeface="Pretendard"/>
                <a:ea typeface="Pretendard"/>
              </a:rPr>
              <a:t>제조</a:t>
            </a:r>
            <a:r>
              <a:rPr lang="en-US" sz="1580" b="1">
                <a:solidFill>
                  <a:srgbClr val="1F2937"/>
                </a:solidFill>
                <a:latin typeface="Pretendard"/>
                <a:ea typeface="Pretendard"/>
              </a:rPr>
              <a:t>/</a:t>
            </a:r>
            <a:r>
              <a:rPr lang="zh-CN" altLang="en-US" sz="1580" b="1">
                <a:solidFill>
                  <a:srgbClr val="1F2937"/>
                </a:solidFill>
                <a:latin typeface="Pretendard"/>
                <a:ea typeface="Pretendard"/>
              </a:rPr>
              <a:t>건설</a:t>
            </a:r>
            <a:endParaRPr lang="en-US" sz="158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1" name="그림 360">
            <a:extLst>
              <a:ext uri="{FF2B5EF4-FFF2-40B4-BE49-F238E27FC236}">
                <a16:creationId xmlns:a16="http://schemas.microsoft.com/office/drawing/2014/main" id="{064035D5-72AA-4D4A-B578-F55CCAF8E1A7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6620256" y="270626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TextBox 361">
            <a:extLst>
              <a:ext uri="{FF2B5EF4-FFF2-40B4-BE49-F238E27FC236}">
                <a16:creationId xmlns:a16="http://schemas.microsoft.com/office/drawing/2014/main" id="{35434924-2405-47E9-B42E-14EC215FBCC2}"/>
              </a:ext>
            </a:extLst>
          </p:cNvPr>
          <p:cNvSpPr txBox="1"/>
          <p:nvPr/>
        </p:nvSpPr>
        <p:spPr>
          <a:xfrm>
            <a:off x="6620256" y="2455700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주요 니즈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3" name="그림 362">
            <a:extLst>
              <a:ext uri="{FF2B5EF4-FFF2-40B4-BE49-F238E27FC236}">
                <a16:creationId xmlns:a16="http://schemas.microsoft.com/office/drawing/2014/main" id="{5C814CBD-ACFE-4377-8F8B-D2B6E5811F06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6620256" y="29071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TextBox 363">
            <a:extLst>
              <a:ext uri="{FF2B5EF4-FFF2-40B4-BE49-F238E27FC236}">
                <a16:creationId xmlns:a16="http://schemas.microsoft.com/office/drawing/2014/main" id="{7BE99FDF-8514-4326-B3A6-E71A73DD2915}"/>
              </a:ext>
            </a:extLst>
          </p:cNvPr>
          <p:cNvSpPr txBox="1"/>
          <p:nvPr/>
        </p:nvSpPr>
        <p:spPr>
          <a:xfrm>
            <a:off x="6804216" y="2689700"/>
            <a:ext cx="1293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방대한 기술 문서 및 매뉴얼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5" name="그림 364">
            <a:extLst>
              <a:ext uri="{FF2B5EF4-FFF2-40B4-BE49-F238E27FC236}">
                <a16:creationId xmlns:a16="http://schemas.microsoft.com/office/drawing/2014/main" id="{DF3809DB-14A2-420C-B0BF-4CAC928833DF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6620256" y="310766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Box 365">
            <a:extLst>
              <a:ext uri="{FF2B5EF4-FFF2-40B4-BE49-F238E27FC236}">
                <a16:creationId xmlns:a16="http://schemas.microsoft.com/office/drawing/2014/main" id="{F54A0D6C-8EB0-499D-B50E-66F50541769E}"/>
              </a:ext>
            </a:extLst>
          </p:cNvPr>
          <p:cNvSpPr txBox="1"/>
          <p:nvPr/>
        </p:nvSpPr>
        <p:spPr>
          <a:xfrm>
            <a:off x="6804216" y="2890220"/>
            <a:ext cx="80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생산 공정 최적화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7" name="그림 366">
            <a:extLst>
              <a:ext uri="{FF2B5EF4-FFF2-40B4-BE49-F238E27FC236}">
                <a16:creationId xmlns:a16="http://schemas.microsoft.com/office/drawing/2014/main" id="{26A7EDF3-32A6-41A2-914B-4D30C5F641E9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6620256" y="330818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Box 367">
            <a:extLst>
              <a:ext uri="{FF2B5EF4-FFF2-40B4-BE49-F238E27FC236}">
                <a16:creationId xmlns:a16="http://schemas.microsoft.com/office/drawing/2014/main" id="{83FFC462-B955-43DE-AC26-F3BEC1C11973}"/>
              </a:ext>
            </a:extLst>
          </p:cNvPr>
          <p:cNvSpPr txBox="1"/>
          <p:nvPr/>
        </p:nvSpPr>
        <p:spPr>
          <a:xfrm>
            <a:off x="6804216" y="3090740"/>
            <a:ext cx="1051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숙련 기술 노하우 전수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F3D2FA7E-915F-41D0-84B7-CC4285A69CF0}"/>
              </a:ext>
            </a:extLst>
          </p:cNvPr>
          <p:cNvSpPr txBox="1"/>
          <p:nvPr/>
        </p:nvSpPr>
        <p:spPr>
          <a:xfrm>
            <a:off x="6804216" y="3291620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안전 관리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0" name="그림 369">
            <a:extLst>
              <a:ext uri="{FF2B5EF4-FFF2-40B4-BE49-F238E27FC236}">
                <a16:creationId xmlns:a16="http://schemas.microsoft.com/office/drawing/2014/main" id="{52992327-9A5F-42E6-B2BA-672A3B9455DB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8373612" y="270626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Box 370">
            <a:extLst>
              <a:ext uri="{FF2B5EF4-FFF2-40B4-BE49-F238E27FC236}">
                <a16:creationId xmlns:a16="http://schemas.microsoft.com/office/drawing/2014/main" id="{9F9AB37A-264A-4C64-8153-27D91EF99027}"/>
              </a:ext>
            </a:extLst>
          </p:cNvPr>
          <p:cNvSpPr txBox="1"/>
          <p:nvPr/>
        </p:nvSpPr>
        <p:spPr>
          <a:xfrm>
            <a:off x="8344098" y="2455700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적용 방안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2" name="그림 371">
            <a:extLst>
              <a:ext uri="{FF2B5EF4-FFF2-40B4-BE49-F238E27FC236}">
                <a16:creationId xmlns:a16="http://schemas.microsoft.com/office/drawing/2014/main" id="{11ECE395-87A2-415B-9B42-1938068054F8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8373612" y="290714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Box 372">
            <a:extLst>
              <a:ext uri="{FF2B5EF4-FFF2-40B4-BE49-F238E27FC236}">
                <a16:creationId xmlns:a16="http://schemas.microsoft.com/office/drawing/2014/main" id="{6D7CE2C5-3BA6-4032-B348-D3274D68F2F7}"/>
              </a:ext>
            </a:extLst>
          </p:cNvPr>
          <p:cNvSpPr txBox="1"/>
          <p:nvPr/>
        </p:nvSpPr>
        <p:spPr>
          <a:xfrm>
            <a:off x="8511138" y="2689700"/>
            <a:ext cx="1122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기반 기술 문서 검색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4" name="그림 373">
            <a:extLst>
              <a:ext uri="{FF2B5EF4-FFF2-40B4-BE49-F238E27FC236}">
                <a16:creationId xmlns:a16="http://schemas.microsoft.com/office/drawing/2014/main" id="{BCD9F89C-6521-4D7E-A3AD-AF7C7BC3E135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8373612" y="310766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Box 374">
            <a:extLst>
              <a:ext uri="{FF2B5EF4-FFF2-40B4-BE49-F238E27FC236}">
                <a16:creationId xmlns:a16="http://schemas.microsoft.com/office/drawing/2014/main" id="{E88D4494-EACA-43DC-ABF8-1E9DDFEF9BE9}"/>
              </a:ext>
            </a:extLst>
          </p:cNvPr>
          <p:cNvSpPr txBox="1"/>
          <p:nvPr/>
        </p:nvSpPr>
        <p:spPr>
          <a:xfrm>
            <a:off x="8511138" y="2890220"/>
            <a:ext cx="1077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공정 이상 감지 및 예측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DF7E39F9-25DD-4B61-9527-59B62B5FCF13}"/>
              </a:ext>
            </a:extLst>
          </p:cNvPr>
          <p:cNvSpPr txBox="1"/>
          <p:nvPr/>
        </p:nvSpPr>
        <p:spPr>
          <a:xfrm>
            <a:off x="8511138" y="3090740"/>
            <a:ext cx="988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안전 관리 시스템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7" name="그림 376">
            <a:extLst>
              <a:ext uri="{FF2B5EF4-FFF2-40B4-BE49-F238E27FC236}">
                <a16:creationId xmlns:a16="http://schemas.microsoft.com/office/drawing/2014/main" id="{C7DB6B65-7829-461F-B205-0EB4C35DBF89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9934398" y="2706260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Box 377">
            <a:extLst>
              <a:ext uri="{FF2B5EF4-FFF2-40B4-BE49-F238E27FC236}">
                <a16:creationId xmlns:a16="http://schemas.microsoft.com/office/drawing/2014/main" id="{A6A52737-8CB5-4CBA-9FFE-82EF4E636979}"/>
              </a:ext>
            </a:extLst>
          </p:cNvPr>
          <p:cNvSpPr txBox="1"/>
          <p:nvPr/>
        </p:nvSpPr>
        <p:spPr>
          <a:xfrm>
            <a:off x="9937278" y="2455700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기대 효과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9" name="그림 378">
            <a:extLst>
              <a:ext uri="{FF2B5EF4-FFF2-40B4-BE49-F238E27FC236}">
                <a16:creationId xmlns:a16="http://schemas.microsoft.com/office/drawing/2014/main" id="{6413E055-0B21-4B6C-B580-51BBEA73E8EA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9934398" y="2907140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Box 379">
            <a:extLst>
              <a:ext uri="{FF2B5EF4-FFF2-40B4-BE49-F238E27FC236}">
                <a16:creationId xmlns:a16="http://schemas.microsoft.com/office/drawing/2014/main" id="{72DF089B-E1C0-4CEB-9409-A0CCD70FDCF3}"/>
              </a:ext>
            </a:extLst>
          </p:cNvPr>
          <p:cNvSpPr txBox="1"/>
          <p:nvPr/>
        </p:nvSpPr>
        <p:spPr>
          <a:xfrm>
            <a:off x="10137798" y="2689700"/>
            <a:ext cx="5666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생산성 향상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81" name="그림 380">
            <a:extLst>
              <a:ext uri="{FF2B5EF4-FFF2-40B4-BE49-F238E27FC236}">
                <a16:creationId xmlns:a16="http://schemas.microsoft.com/office/drawing/2014/main" id="{68328F05-9BDC-417A-BBF4-D945F3C74670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9934398" y="3107660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Box 381">
            <a:extLst>
              <a:ext uri="{FF2B5EF4-FFF2-40B4-BE49-F238E27FC236}">
                <a16:creationId xmlns:a16="http://schemas.microsoft.com/office/drawing/2014/main" id="{9CC64B78-F503-4466-B586-7A4F84BFC132}"/>
              </a:ext>
            </a:extLst>
          </p:cNvPr>
          <p:cNvSpPr txBox="1"/>
          <p:nvPr/>
        </p:nvSpPr>
        <p:spPr>
          <a:xfrm>
            <a:off x="10137798" y="2890220"/>
            <a:ext cx="94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지식 자산화 및 이전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자유형 256">
            <a:extLst>
              <a:ext uri="{FF2B5EF4-FFF2-40B4-BE49-F238E27FC236}">
                <a16:creationId xmlns:a16="http://schemas.microsoft.com/office/drawing/2014/main" id="{BB66088C-2C51-4679-B06D-9E0DAF48C2D9}"/>
              </a:ext>
            </a:extLst>
          </p:cNvPr>
          <p:cNvSpPr/>
          <p:nvPr/>
        </p:nvSpPr>
        <p:spPr>
          <a:xfrm>
            <a:off x="731366" y="4078740"/>
            <a:ext cx="5030639" cy="1794340"/>
          </a:xfrm>
          <a:custGeom>
            <a:avLst/>
            <a:gdLst/>
            <a:ahLst/>
            <a:cxnLst/>
            <a:rect l="0" t="0" r="r" b="b"/>
            <a:pathLst>
              <a:path w="13418" h="5572">
                <a:moveTo>
                  <a:pt x="0" y="53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5"/>
                </a:cubicBezTo>
                <a:cubicBezTo>
                  <a:pt x="14" y="103"/>
                  <a:pt x="19" y="93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3233" y="0"/>
                </a:lnTo>
                <a:cubicBezTo>
                  <a:pt x="13245" y="0"/>
                  <a:pt x="13257" y="1"/>
                  <a:pt x="13269" y="3"/>
                </a:cubicBezTo>
                <a:cubicBezTo>
                  <a:pt x="13281" y="6"/>
                  <a:pt x="13292" y="9"/>
                  <a:pt x="13304" y="14"/>
                </a:cubicBezTo>
                <a:cubicBezTo>
                  <a:pt x="13315" y="19"/>
                  <a:pt x="13326" y="24"/>
                  <a:pt x="13336" y="31"/>
                </a:cubicBezTo>
                <a:cubicBezTo>
                  <a:pt x="13346" y="38"/>
                  <a:pt x="13355" y="46"/>
                  <a:pt x="13364" y="54"/>
                </a:cubicBezTo>
                <a:cubicBezTo>
                  <a:pt x="13373" y="63"/>
                  <a:pt x="13380" y="72"/>
                  <a:pt x="13387" y="82"/>
                </a:cubicBezTo>
                <a:cubicBezTo>
                  <a:pt x="13394" y="93"/>
                  <a:pt x="13399" y="103"/>
                  <a:pt x="13404" y="115"/>
                </a:cubicBezTo>
                <a:cubicBezTo>
                  <a:pt x="13409" y="126"/>
                  <a:pt x="13412" y="137"/>
                  <a:pt x="13415" y="149"/>
                </a:cubicBezTo>
                <a:cubicBezTo>
                  <a:pt x="13417" y="161"/>
                  <a:pt x="13418" y="173"/>
                  <a:pt x="13418" y="186"/>
                </a:cubicBezTo>
                <a:lnTo>
                  <a:pt x="13418" y="5386"/>
                </a:lnTo>
                <a:cubicBezTo>
                  <a:pt x="13418" y="5399"/>
                  <a:pt x="13417" y="5411"/>
                  <a:pt x="13415" y="5423"/>
                </a:cubicBezTo>
                <a:cubicBezTo>
                  <a:pt x="13412" y="5435"/>
                  <a:pt x="13409" y="5446"/>
                  <a:pt x="13404" y="5457"/>
                </a:cubicBezTo>
                <a:cubicBezTo>
                  <a:pt x="13399" y="5469"/>
                  <a:pt x="13394" y="5479"/>
                  <a:pt x="13387" y="5490"/>
                </a:cubicBezTo>
                <a:cubicBezTo>
                  <a:pt x="13380" y="5500"/>
                  <a:pt x="13373" y="5509"/>
                  <a:pt x="13364" y="5518"/>
                </a:cubicBezTo>
                <a:cubicBezTo>
                  <a:pt x="13355" y="5526"/>
                  <a:pt x="13346" y="5534"/>
                  <a:pt x="13336" y="5541"/>
                </a:cubicBezTo>
                <a:cubicBezTo>
                  <a:pt x="13326" y="5548"/>
                  <a:pt x="13315" y="5553"/>
                  <a:pt x="13304" y="5558"/>
                </a:cubicBezTo>
                <a:cubicBezTo>
                  <a:pt x="13292" y="5563"/>
                  <a:pt x="13281" y="5566"/>
                  <a:pt x="13269" y="5568"/>
                </a:cubicBezTo>
                <a:cubicBezTo>
                  <a:pt x="13257" y="5571"/>
                  <a:pt x="13245" y="5572"/>
                  <a:pt x="13233" y="5572"/>
                </a:cubicBezTo>
                <a:lnTo>
                  <a:pt x="139" y="5572"/>
                </a:lnTo>
                <a:cubicBezTo>
                  <a:pt x="130" y="5572"/>
                  <a:pt x="121" y="5571"/>
                  <a:pt x="112" y="5568"/>
                </a:cubicBezTo>
                <a:cubicBezTo>
                  <a:pt x="103" y="5566"/>
                  <a:pt x="95" y="5563"/>
                  <a:pt x="86" y="5558"/>
                </a:cubicBezTo>
                <a:cubicBezTo>
                  <a:pt x="78" y="5553"/>
                  <a:pt x="70" y="5548"/>
                  <a:pt x="62" y="5541"/>
                </a:cubicBezTo>
                <a:cubicBezTo>
                  <a:pt x="54" y="5534"/>
                  <a:pt x="47" y="5526"/>
                  <a:pt x="41" y="5518"/>
                </a:cubicBezTo>
                <a:cubicBezTo>
                  <a:pt x="34" y="5509"/>
                  <a:pt x="29" y="5500"/>
                  <a:pt x="24" y="5490"/>
                </a:cubicBezTo>
                <a:cubicBezTo>
                  <a:pt x="19" y="5479"/>
                  <a:pt x="14" y="5469"/>
                  <a:pt x="11" y="5457"/>
                </a:cubicBezTo>
                <a:cubicBezTo>
                  <a:pt x="7" y="5446"/>
                  <a:pt x="5" y="5435"/>
                  <a:pt x="3" y="5423"/>
                </a:cubicBezTo>
                <a:cubicBezTo>
                  <a:pt x="1" y="5411"/>
                  <a:pt x="0" y="5399"/>
                  <a:pt x="0" y="53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자유형 257">
            <a:extLst>
              <a:ext uri="{FF2B5EF4-FFF2-40B4-BE49-F238E27FC236}">
                <a16:creationId xmlns:a16="http://schemas.microsoft.com/office/drawing/2014/main" id="{1E37E40A-3C5C-4EAB-BB4B-C82D8C5CE9CA}"/>
              </a:ext>
            </a:extLst>
          </p:cNvPr>
          <p:cNvSpPr/>
          <p:nvPr/>
        </p:nvSpPr>
        <p:spPr>
          <a:xfrm>
            <a:off x="714807" y="4078739"/>
            <a:ext cx="63498" cy="1794341"/>
          </a:xfrm>
          <a:custGeom>
            <a:avLst/>
            <a:gdLst/>
            <a:ahLst/>
            <a:cxnLst/>
            <a:rect l="0" t="0" r="r" b="b"/>
            <a:pathLst>
              <a:path w="186" h="5572">
                <a:moveTo>
                  <a:pt x="0" y="0"/>
                </a:moveTo>
                <a:lnTo>
                  <a:pt x="186" y="0"/>
                </a:lnTo>
                <a:lnTo>
                  <a:pt x="186" y="5572"/>
                </a:lnTo>
                <a:lnTo>
                  <a:pt x="0" y="5572"/>
                </a:lnTo>
                <a:lnTo>
                  <a:pt x="0" y="0"/>
                </a:lnTo>
                <a:close/>
              </a:path>
            </a:pathLst>
          </a:custGeom>
          <a:solidFill>
            <a:srgbClr val="4F46E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5" name="자유형 258">
            <a:extLst>
              <a:ext uri="{FF2B5EF4-FFF2-40B4-BE49-F238E27FC236}">
                <a16:creationId xmlns:a16="http://schemas.microsoft.com/office/drawing/2014/main" id="{65DFF5F7-DAE5-4592-8097-D3964558D7B1}"/>
              </a:ext>
            </a:extLst>
          </p:cNvPr>
          <p:cNvSpPr/>
          <p:nvPr/>
        </p:nvSpPr>
        <p:spPr>
          <a:xfrm>
            <a:off x="948807" y="4211795"/>
            <a:ext cx="501480" cy="501840"/>
          </a:xfrm>
          <a:custGeom>
            <a:avLst/>
            <a:gdLst/>
            <a:ahLst/>
            <a:cxnLst/>
            <a:rect l="0" t="0" r="r" b="b"/>
            <a:pathLst>
              <a:path w="1393" h="1394">
                <a:moveTo>
                  <a:pt x="1393" y="697"/>
                </a:moveTo>
                <a:cubicBezTo>
                  <a:pt x="1393" y="720"/>
                  <a:pt x="1392" y="743"/>
                  <a:pt x="1390" y="766"/>
                </a:cubicBezTo>
                <a:cubicBezTo>
                  <a:pt x="1388" y="788"/>
                  <a:pt x="1385" y="811"/>
                  <a:pt x="1380" y="833"/>
                </a:cubicBezTo>
                <a:cubicBezTo>
                  <a:pt x="1376" y="856"/>
                  <a:pt x="1370" y="878"/>
                  <a:pt x="1363" y="900"/>
                </a:cubicBezTo>
                <a:cubicBezTo>
                  <a:pt x="1357" y="921"/>
                  <a:pt x="1349" y="943"/>
                  <a:pt x="1340" y="964"/>
                </a:cubicBezTo>
                <a:cubicBezTo>
                  <a:pt x="1332" y="985"/>
                  <a:pt x="1322" y="1006"/>
                  <a:pt x="1311" y="1026"/>
                </a:cubicBezTo>
                <a:cubicBezTo>
                  <a:pt x="1300" y="1046"/>
                  <a:pt x="1289" y="1065"/>
                  <a:pt x="1276" y="1084"/>
                </a:cubicBezTo>
                <a:cubicBezTo>
                  <a:pt x="1263" y="1103"/>
                  <a:pt x="1250" y="1122"/>
                  <a:pt x="1235" y="1139"/>
                </a:cubicBezTo>
                <a:cubicBezTo>
                  <a:pt x="1221" y="1157"/>
                  <a:pt x="1206" y="1174"/>
                  <a:pt x="1190" y="1190"/>
                </a:cubicBezTo>
                <a:cubicBezTo>
                  <a:pt x="1173" y="1206"/>
                  <a:pt x="1157" y="1221"/>
                  <a:pt x="1139" y="1236"/>
                </a:cubicBezTo>
                <a:cubicBezTo>
                  <a:pt x="1121" y="1250"/>
                  <a:pt x="1103" y="1264"/>
                  <a:pt x="1084" y="1276"/>
                </a:cubicBezTo>
                <a:cubicBezTo>
                  <a:pt x="1065" y="1289"/>
                  <a:pt x="1045" y="1301"/>
                  <a:pt x="1025" y="1312"/>
                </a:cubicBezTo>
                <a:cubicBezTo>
                  <a:pt x="1005" y="1322"/>
                  <a:pt x="985" y="1332"/>
                  <a:pt x="964" y="1341"/>
                </a:cubicBezTo>
                <a:cubicBezTo>
                  <a:pt x="943" y="1350"/>
                  <a:pt x="921" y="1357"/>
                  <a:pt x="899" y="1364"/>
                </a:cubicBezTo>
                <a:cubicBezTo>
                  <a:pt x="877" y="1370"/>
                  <a:pt x="855" y="1376"/>
                  <a:pt x="833" y="1380"/>
                </a:cubicBezTo>
                <a:cubicBezTo>
                  <a:pt x="811" y="1385"/>
                  <a:pt x="788" y="1388"/>
                  <a:pt x="765" y="1390"/>
                </a:cubicBezTo>
                <a:cubicBezTo>
                  <a:pt x="743" y="1393"/>
                  <a:pt x="720" y="1394"/>
                  <a:pt x="697" y="1394"/>
                </a:cubicBezTo>
                <a:cubicBezTo>
                  <a:pt x="674" y="1394"/>
                  <a:pt x="652" y="1393"/>
                  <a:pt x="629" y="1390"/>
                </a:cubicBezTo>
                <a:cubicBezTo>
                  <a:pt x="606" y="1388"/>
                  <a:pt x="584" y="1385"/>
                  <a:pt x="561" y="1380"/>
                </a:cubicBezTo>
                <a:cubicBezTo>
                  <a:pt x="539" y="1376"/>
                  <a:pt x="517" y="1370"/>
                  <a:pt x="495" y="1364"/>
                </a:cubicBezTo>
                <a:cubicBezTo>
                  <a:pt x="473" y="1357"/>
                  <a:pt x="452" y="1350"/>
                  <a:pt x="431" y="1341"/>
                </a:cubicBezTo>
                <a:cubicBezTo>
                  <a:pt x="410" y="1332"/>
                  <a:pt x="389" y="1322"/>
                  <a:pt x="369" y="1312"/>
                </a:cubicBezTo>
                <a:cubicBezTo>
                  <a:pt x="349" y="1301"/>
                  <a:pt x="329" y="1289"/>
                  <a:pt x="309" y="1276"/>
                </a:cubicBezTo>
                <a:cubicBezTo>
                  <a:pt x="290" y="1264"/>
                  <a:pt x="272" y="1250"/>
                  <a:pt x="254" y="1236"/>
                </a:cubicBezTo>
                <a:cubicBezTo>
                  <a:pt x="237" y="1221"/>
                  <a:pt x="220" y="1206"/>
                  <a:pt x="204" y="1190"/>
                </a:cubicBezTo>
                <a:cubicBezTo>
                  <a:pt x="188" y="1174"/>
                  <a:pt x="172" y="1157"/>
                  <a:pt x="158" y="1139"/>
                </a:cubicBezTo>
                <a:cubicBezTo>
                  <a:pt x="143" y="1122"/>
                  <a:pt x="130" y="1103"/>
                  <a:pt x="117" y="1084"/>
                </a:cubicBezTo>
                <a:cubicBezTo>
                  <a:pt x="104" y="1065"/>
                  <a:pt x="93" y="1046"/>
                  <a:pt x="82" y="1026"/>
                </a:cubicBezTo>
                <a:cubicBezTo>
                  <a:pt x="71" y="1006"/>
                  <a:pt x="61" y="985"/>
                  <a:pt x="53" y="964"/>
                </a:cubicBezTo>
                <a:cubicBezTo>
                  <a:pt x="44" y="943"/>
                  <a:pt x="36" y="921"/>
                  <a:pt x="30" y="900"/>
                </a:cubicBezTo>
                <a:cubicBezTo>
                  <a:pt x="23" y="878"/>
                  <a:pt x="18" y="856"/>
                  <a:pt x="13" y="833"/>
                </a:cubicBezTo>
                <a:cubicBezTo>
                  <a:pt x="9" y="811"/>
                  <a:pt x="5" y="788"/>
                  <a:pt x="3" y="766"/>
                </a:cubicBezTo>
                <a:cubicBezTo>
                  <a:pt x="1" y="743"/>
                  <a:pt x="0" y="720"/>
                  <a:pt x="0" y="697"/>
                </a:cubicBezTo>
                <a:cubicBezTo>
                  <a:pt x="0" y="675"/>
                  <a:pt x="1" y="652"/>
                  <a:pt x="3" y="629"/>
                </a:cubicBezTo>
                <a:cubicBezTo>
                  <a:pt x="5" y="606"/>
                  <a:pt x="9" y="584"/>
                  <a:pt x="13" y="562"/>
                </a:cubicBezTo>
                <a:cubicBezTo>
                  <a:pt x="18" y="538"/>
                  <a:pt x="23" y="516"/>
                  <a:pt x="30" y="494"/>
                </a:cubicBezTo>
                <a:cubicBezTo>
                  <a:pt x="36" y="472"/>
                  <a:pt x="44" y="451"/>
                  <a:pt x="53" y="430"/>
                </a:cubicBezTo>
                <a:cubicBezTo>
                  <a:pt x="61" y="409"/>
                  <a:pt x="71" y="388"/>
                  <a:pt x="82" y="368"/>
                </a:cubicBezTo>
                <a:cubicBezTo>
                  <a:pt x="93" y="348"/>
                  <a:pt x="104" y="329"/>
                  <a:pt x="117" y="310"/>
                </a:cubicBezTo>
                <a:cubicBezTo>
                  <a:pt x="130" y="291"/>
                  <a:pt x="143" y="272"/>
                  <a:pt x="158" y="255"/>
                </a:cubicBezTo>
                <a:cubicBezTo>
                  <a:pt x="172" y="237"/>
                  <a:pt x="188" y="220"/>
                  <a:pt x="204" y="204"/>
                </a:cubicBezTo>
                <a:cubicBezTo>
                  <a:pt x="220" y="188"/>
                  <a:pt x="237" y="173"/>
                  <a:pt x="254" y="158"/>
                </a:cubicBezTo>
                <a:cubicBezTo>
                  <a:pt x="272" y="144"/>
                  <a:pt x="290" y="130"/>
                  <a:pt x="309" y="117"/>
                </a:cubicBezTo>
                <a:cubicBezTo>
                  <a:pt x="329" y="105"/>
                  <a:pt x="349" y="93"/>
                  <a:pt x="369" y="82"/>
                </a:cubicBezTo>
                <a:cubicBezTo>
                  <a:pt x="389" y="72"/>
                  <a:pt x="410" y="62"/>
                  <a:pt x="431" y="53"/>
                </a:cubicBezTo>
                <a:cubicBezTo>
                  <a:pt x="452" y="44"/>
                  <a:pt x="473" y="37"/>
                  <a:pt x="495" y="30"/>
                </a:cubicBezTo>
                <a:cubicBezTo>
                  <a:pt x="517" y="23"/>
                  <a:pt x="539" y="18"/>
                  <a:pt x="561" y="13"/>
                </a:cubicBezTo>
                <a:cubicBezTo>
                  <a:pt x="584" y="9"/>
                  <a:pt x="606" y="6"/>
                  <a:pt x="629" y="3"/>
                </a:cubicBezTo>
                <a:cubicBezTo>
                  <a:pt x="652" y="1"/>
                  <a:pt x="674" y="0"/>
                  <a:pt x="697" y="0"/>
                </a:cubicBezTo>
                <a:cubicBezTo>
                  <a:pt x="720" y="0"/>
                  <a:pt x="743" y="1"/>
                  <a:pt x="765" y="3"/>
                </a:cubicBezTo>
                <a:cubicBezTo>
                  <a:pt x="788" y="6"/>
                  <a:pt x="811" y="9"/>
                  <a:pt x="833" y="13"/>
                </a:cubicBezTo>
                <a:cubicBezTo>
                  <a:pt x="855" y="18"/>
                  <a:pt x="877" y="23"/>
                  <a:pt x="899" y="30"/>
                </a:cubicBezTo>
                <a:cubicBezTo>
                  <a:pt x="921" y="37"/>
                  <a:pt x="943" y="44"/>
                  <a:pt x="964" y="53"/>
                </a:cubicBezTo>
                <a:cubicBezTo>
                  <a:pt x="985" y="62"/>
                  <a:pt x="1005" y="72"/>
                  <a:pt x="1025" y="82"/>
                </a:cubicBezTo>
                <a:cubicBezTo>
                  <a:pt x="1045" y="93"/>
                  <a:pt x="1065" y="105"/>
                  <a:pt x="1084" y="117"/>
                </a:cubicBezTo>
                <a:cubicBezTo>
                  <a:pt x="1103" y="130"/>
                  <a:pt x="1121" y="144"/>
                  <a:pt x="1139" y="158"/>
                </a:cubicBezTo>
                <a:cubicBezTo>
                  <a:pt x="1157" y="173"/>
                  <a:pt x="1173" y="188"/>
                  <a:pt x="1190" y="204"/>
                </a:cubicBezTo>
                <a:cubicBezTo>
                  <a:pt x="1206" y="220"/>
                  <a:pt x="1221" y="237"/>
                  <a:pt x="1235" y="255"/>
                </a:cubicBezTo>
                <a:cubicBezTo>
                  <a:pt x="1250" y="272"/>
                  <a:pt x="1263" y="291"/>
                  <a:pt x="1276" y="310"/>
                </a:cubicBezTo>
                <a:cubicBezTo>
                  <a:pt x="1289" y="329"/>
                  <a:pt x="1300" y="348"/>
                  <a:pt x="1311" y="368"/>
                </a:cubicBezTo>
                <a:cubicBezTo>
                  <a:pt x="1322" y="388"/>
                  <a:pt x="1332" y="409"/>
                  <a:pt x="1340" y="430"/>
                </a:cubicBezTo>
                <a:cubicBezTo>
                  <a:pt x="1349" y="451"/>
                  <a:pt x="1357" y="472"/>
                  <a:pt x="1363" y="494"/>
                </a:cubicBezTo>
                <a:cubicBezTo>
                  <a:pt x="1370" y="516"/>
                  <a:pt x="1376" y="538"/>
                  <a:pt x="1380" y="562"/>
                </a:cubicBezTo>
                <a:cubicBezTo>
                  <a:pt x="1385" y="584"/>
                  <a:pt x="1388" y="606"/>
                  <a:pt x="1390" y="629"/>
                </a:cubicBezTo>
                <a:cubicBezTo>
                  <a:pt x="1392" y="652"/>
                  <a:pt x="1393" y="675"/>
                  <a:pt x="1393" y="697"/>
                </a:cubicBezTo>
                <a:close/>
              </a:path>
            </a:pathLst>
          </a:custGeom>
          <a:solidFill>
            <a:srgbClr val="E0E7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86" name="그림 385">
            <a:extLst>
              <a:ext uri="{FF2B5EF4-FFF2-40B4-BE49-F238E27FC236}">
                <a16:creationId xmlns:a16="http://schemas.microsoft.com/office/drawing/2014/main" id="{63F3E219-7F69-4F2C-9D8E-509F891EC2E0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1074087" y="4337435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Box 386">
            <a:extLst>
              <a:ext uri="{FF2B5EF4-FFF2-40B4-BE49-F238E27FC236}">
                <a16:creationId xmlns:a16="http://schemas.microsoft.com/office/drawing/2014/main" id="{813CAFE0-591A-4B28-97D7-DC725E86B67A}"/>
              </a:ext>
            </a:extLst>
          </p:cNvPr>
          <p:cNvSpPr txBox="1"/>
          <p:nvPr/>
        </p:nvSpPr>
        <p:spPr>
          <a:xfrm>
            <a:off x="10137798" y="3090740"/>
            <a:ext cx="80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산업 재해율 감소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CFB279F8-CD0F-4C39-A4A4-2B4B1212DE74}"/>
              </a:ext>
            </a:extLst>
          </p:cNvPr>
          <p:cNvSpPr txBox="1"/>
          <p:nvPr/>
        </p:nvSpPr>
        <p:spPr>
          <a:xfrm>
            <a:off x="1583847" y="4320885"/>
            <a:ext cx="91908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80" b="1" dirty="0">
                <a:solidFill>
                  <a:srgbClr val="1F2937"/>
                </a:solidFill>
                <a:latin typeface="Pretendard"/>
                <a:ea typeface="Pretendard"/>
              </a:rPr>
              <a:t>공공</a:t>
            </a:r>
            <a:r>
              <a:rPr lang="en-US" sz="1580" b="1" dirty="0">
                <a:solidFill>
                  <a:srgbClr val="1F2937"/>
                </a:solidFill>
                <a:latin typeface="Pretendard"/>
                <a:ea typeface="Pretendard"/>
              </a:rPr>
              <a:t>/</a:t>
            </a:r>
            <a:r>
              <a:rPr lang="zh-CN" altLang="en-US" sz="1580" b="1" dirty="0">
                <a:solidFill>
                  <a:srgbClr val="1F2937"/>
                </a:solidFill>
                <a:latin typeface="Pretendard"/>
                <a:ea typeface="Pretendard"/>
              </a:rPr>
              <a:t>조달</a:t>
            </a:r>
            <a:endParaRPr lang="en-US" sz="158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89" name="그림 388">
            <a:extLst>
              <a:ext uri="{FF2B5EF4-FFF2-40B4-BE49-F238E27FC236}">
                <a16:creationId xmlns:a16="http://schemas.microsoft.com/office/drawing/2014/main" id="{FF173572-5D27-4788-99A2-EABF20C1C18C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948807" y="5114675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TextBox 389">
            <a:extLst>
              <a:ext uri="{FF2B5EF4-FFF2-40B4-BE49-F238E27FC236}">
                <a16:creationId xmlns:a16="http://schemas.microsoft.com/office/drawing/2014/main" id="{D0BBFD80-1EB3-434C-B7FB-07EE9642DCE0}"/>
              </a:ext>
            </a:extLst>
          </p:cNvPr>
          <p:cNvSpPr txBox="1"/>
          <p:nvPr/>
        </p:nvSpPr>
        <p:spPr>
          <a:xfrm>
            <a:off x="948807" y="4863755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주요 니즈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1" name="그림 390">
            <a:extLst>
              <a:ext uri="{FF2B5EF4-FFF2-40B4-BE49-F238E27FC236}">
                <a16:creationId xmlns:a16="http://schemas.microsoft.com/office/drawing/2014/main" id="{B0C72417-1D4F-4AB0-B12C-FF3ECC4D48E4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948807" y="5315195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391">
            <a:extLst>
              <a:ext uri="{FF2B5EF4-FFF2-40B4-BE49-F238E27FC236}">
                <a16:creationId xmlns:a16="http://schemas.microsoft.com/office/drawing/2014/main" id="{E486A884-37C8-4630-810C-2E0EBE7021A8}"/>
              </a:ext>
            </a:extLst>
          </p:cNvPr>
          <p:cNvSpPr txBox="1"/>
          <p:nvPr/>
        </p:nvSpPr>
        <p:spPr>
          <a:xfrm>
            <a:off x="1132767" y="5097755"/>
            <a:ext cx="1185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복잡한 행정 절차 및 규정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3" name="그림 392">
            <a:extLst>
              <a:ext uri="{FF2B5EF4-FFF2-40B4-BE49-F238E27FC236}">
                <a16:creationId xmlns:a16="http://schemas.microsoft.com/office/drawing/2014/main" id="{822CB565-72F3-41E7-BDC4-9A0819297A80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948807" y="5515715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TextBox 393">
            <a:extLst>
              <a:ext uri="{FF2B5EF4-FFF2-40B4-BE49-F238E27FC236}">
                <a16:creationId xmlns:a16="http://schemas.microsoft.com/office/drawing/2014/main" id="{D8A0C392-31C6-4C24-BF9E-2DEF06660F60}"/>
              </a:ext>
            </a:extLst>
          </p:cNvPr>
          <p:cNvSpPr txBox="1"/>
          <p:nvPr/>
        </p:nvSpPr>
        <p:spPr>
          <a:xfrm>
            <a:off x="1132767" y="5298275"/>
            <a:ext cx="1185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대규모 민원 및 문의 응대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28665AB-72D2-44B2-AE7E-9AD77A53E153}"/>
              </a:ext>
            </a:extLst>
          </p:cNvPr>
          <p:cNvSpPr txBox="1"/>
          <p:nvPr/>
        </p:nvSpPr>
        <p:spPr>
          <a:xfrm>
            <a:off x="1132767" y="5499155"/>
            <a:ext cx="1051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투명성 및 공정성 요구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6" name="그림 395">
            <a:extLst>
              <a:ext uri="{FF2B5EF4-FFF2-40B4-BE49-F238E27FC236}">
                <a16:creationId xmlns:a16="http://schemas.microsoft.com/office/drawing/2014/main" id="{1B4D389B-7B42-4391-AA0D-EC37DC845133}"/>
              </a:ext>
            </a:extLst>
          </p:cNvPr>
          <p:cNvPicPr/>
          <p:nvPr/>
        </p:nvPicPr>
        <p:blipFill>
          <a:blip r:embed="rId12"/>
          <a:stretch/>
        </p:blipFill>
        <p:spPr>
          <a:xfrm>
            <a:off x="2520807" y="5112135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TextBox 396">
            <a:extLst>
              <a:ext uri="{FF2B5EF4-FFF2-40B4-BE49-F238E27FC236}">
                <a16:creationId xmlns:a16="http://schemas.microsoft.com/office/drawing/2014/main" id="{A3E4FF53-F979-438E-BC2C-497928786803}"/>
              </a:ext>
            </a:extLst>
          </p:cNvPr>
          <p:cNvSpPr txBox="1"/>
          <p:nvPr/>
        </p:nvSpPr>
        <p:spPr>
          <a:xfrm>
            <a:off x="2517927" y="4863755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적용 방안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8" name="그림 397">
            <a:extLst>
              <a:ext uri="{FF2B5EF4-FFF2-40B4-BE49-F238E27FC236}">
                <a16:creationId xmlns:a16="http://schemas.microsoft.com/office/drawing/2014/main" id="{DD9A4D88-9988-4D08-9C5A-39237C6CF450}"/>
              </a:ext>
            </a:extLst>
          </p:cNvPr>
          <p:cNvPicPr/>
          <p:nvPr/>
        </p:nvPicPr>
        <p:blipFill>
          <a:blip r:embed="rId12"/>
          <a:stretch/>
        </p:blipFill>
        <p:spPr>
          <a:xfrm>
            <a:off x="2520807" y="5303777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TextBox 398">
            <a:extLst>
              <a:ext uri="{FF2B5EF4-FFF2-40B4-BE49-F238E27FC236}">
                <a16:creationId xmlns:a16="http://schemas.microsoft.com/office/drawing/2014/main" id="{30C8F141-D380-4838-BDA5-835B9273F786}"/>
              </a:ext>
            </a:extLst>
          </p:cNvPr>
          <p:cNvSpPr txBox="1"/>
          <p:nvPr/>
        </p:nvSpPr>
        <p:spPr>
          <a:xfrm>
            <a:off x="2685327" y="5097755"/>
            <a:ext cx="1130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대화형 </a:t>
            </a:r>
            <a:r>
              <a:rPr lang="en-US" sz="92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민원 서비스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00" name="그림 399">
            <a:extLst>
              <a:ext uri="{FF2B5EF4-FFF2-40B4-BE49-F238E27FC236}">
                <a16:creationId xmlns:a16="http://schemas.microsoft.com/office/drawing/2014/main" id="{12E7DDA7-3DCD-4DED-8B3E-A1FCDB425B40}"/>
              </a:ext>
            </a:extLst>
          </p:cNvPr>
          <p:cNvPicPr/>
          <p:nvPr/>
        </p:nvPicPr>
        <p:blipFill>
          <a:blip r:embed="rId12"/>
          <a:stretch/>
        </p:blipFill>
        <p:spPr>
          <a:xfrm>
            <a:off x="2520807" y="553093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TextBox 400">
            <a:extLst>
              <a:ext uri="{FF2B5EF4-FFF2-40B4-BE49-F238E27FC236}">
                <a16:creationId xmlns:a16="http://schemas.microsoft.com/office/drawing/2014/main" id="{278A8F11-0034-4CEB-87F5-CF9A2CADE188}"/>
              </a:ext>
            </a:extLst>
          </p:cNvPr>
          <p:cNvSpPr txBox="1"/>
          <p:nvPr/>
        </p:nvSpPr>
        <p:spPr>
          <a:xfrm>
            <a:off x="2685327" y="5298275"/>
            <a:ext cx="12596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조달</a:t>
            </a:r>
            <a:r>
              <a:rPr lang="en-US" sz="920">
                <a:solidFill>
                  <a:srgbClr val="374151"/>
                </a:solidFill>
                <a:latin typeface="Pretendard"/>
                <a:ea typeface="Pretendard"/>
              </a:rPr>
              <a:t>/</a:t>
            </a:r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입찰 절차 안내 챗봇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B8A8238F-2E33-4D13-BFB0-902CAE32D839}"/>
              </a:ext>
            </a:extLst>
          </p:cNvPr>
          <p:cNvSpPr txBox="1"/>
          <p:nvPr/>
        </p:nvSpPr>
        <p:spPr>
          <a:xfrm>
            <a:off x="2685327" y="5499155"/>
            <a:ext cx="1267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자동화된 서류 검토 시스템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03" name="그림 402">
            <a:extLst>
              <a:ext uri="{FF2B5EF4-FFF2-40B4-BE49-F238E27FC236}">
                <a16:creationId xmlns:a16="http://schemas.microsoft.com/office/drawing/2014/main" id="{244AA16F-6CF2-40ED-9F66-2F4EE6AF7B9F}"/>
              </a:ext>
            </a:extLst>
          </p:cNvPr>
          <p:cNvPicPr/>
          <p:nvPr/>
        </p:nvPicPr>
        <p:blipFill>
          <a:blip r:embed="rId13"/>
          <a:stretch/>
        </p:blipFill>
        <p:spPr>
          <a:xfrm>
            <a:off x="4128917" y="5114675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Box 403">
            <a:extLst>
              <a:ext uri="{FF2B5EF4-FFF2-40B4-BE49-F238E27FC236}">
                <a16:creationId xmlns:a16="http://schemas.microsoft.com/office/drawing/2014/main" id="{AFFED333-D4D1-4965-A098-D0CACDCA723A}"/>
              </a:ext>
            </a:extLst>
          </p:cNvPr>
          <p:cNvSpPr txBox="1"/>
          <p:nvPr/>
        </p:nvSpPr>
        <p:spPr>
          <a:xfrm>
            <a:off x="4087407" y="4863755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기대 효과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05" name="그림 404">
            <a:extLst>
              <a:ext uri="{FF2B5EF4-FFF2-40B4-BE49-F238E27FC236}">
                <a16:creationId xmlns:a16="http://schemas.microsoft.com/office/drawing/2014/main" id="{FCC4BAA8-8114-4802-8D75-139185708C37}"/>
              </a:ext>
            </a:extLst>
          </p:cNvPr>
          <p:cNvPicPr/>
          <p:nvPr/>
        </p:nvPicPr>
        <p:blipFill>
          <a:blip r:embed="rId13"/>
          <a:stretch/>
        </p:blipFill>
        <p:spPr>
          <a:xfrm>
            <a:off x="4128917" y="5315195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Box 405">
            <a:extLst>
              <a:ext uri="{FF2B5EF4-FFF2-40B4-BE49-F238E27FC236}">
                <a16:creationId xmlns:a16="http://schemas.microsoft.com/office/drawing/2014/main" id="{7BA0AF39-37A1-478E-A7ED-377E0A3F1A60}"/>
              </a:ext>
            </a:extLst>
          </p:cNvPr>
          <p:cNvSpPr txBox="1"/>
          <p:nvPr/>
        </p:nvSpPr>
        <p:spPr>
          <a:xfrm>
            <a:off x="4287927" y="5097755"/>
            <a:ext cx="1267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대국민 서비스 만족도 제고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07" name="그림 406">
            <a:extLst>
              <a:ext uri="{FF2B5EF4-FFF2-40B4-BE49-F238E27FC236}">
                <a16:creationId xmlns:a16="http://schemas.microsoft.com/office/drawing/2014/main" id="{16650448-DFC3-48E2-804A-9936470EF18C}"/>
              </a:ext>
            </a:extLst>
          </p:cNvPr>
          <p:cNvPicPr/>
          <p:nvPr/>
        </p:nvPicPr>
        <p:blipFill>
          <a:blip r:embed="rId13"/>
          <a:stretch/>
        </p:blipFill>
        <p:spPr>
          <a:xfrm>
            <a:off x="4128917" y="5515715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TextBox 407">
            <a:extLst>
              <a:ext uri="{FF2B5EF4-FFF2-40B4-BE49-F238E27FC236}">
                <a16:creationId xmlns:a16="http://schemas.microsoft.com/office/drawing/2014/main" id="{9119510D-17FF-47F0-B462-DB155C5ABA27}"/>
              </a:ext>
            </a:extLst>
          </p:cNvPr>
          <p:cNvSpPr txBox="1"/>
          <p:nvPr/>
        </p:nvSpPr>
        <p:spPr>
          <a:xfrm>
            <a:off x="4287927" y="5298275"/>
            <a:ext cx="80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행정 업무 효율화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자유형 282">
            <a:extLst>
              <a:ext uri="{FF2B5EF4-FFF2-40B4-BE49-F238E27FC236}">
                <a16:creationId xmlns:a16="http://schemas.microsoft.com/office/drawing/2014/main" id="{E9496B0D-E549-4804-934A-81F8A75BD9AC}"/>
              </a:ext>
            </a:extLst>
          </p:cNvPr>
          <p:cNvSpPr/>
          <p:nvPr/>
        </p:nvSpPr>
        <p:spPr>
          <a:xfrm>
            <a:off x="6402816" y="4078740"/>
            <a:ext cx="5026022" cy="1794340"/>
          </a:xfrm>
          <a:custGeom>
            <a:avLst/>
            <a:gdLst/>
            <a:ahLst/>
            <a:cxnLst/>
            <a:rect l="0" t="0" r="r" b="b"/>
            <a:pathLst>
              <a:path w="13418" h="5572">
                <a:moveTo>
                  <a:pt x="0" y="53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3232" y="0"/>
                </a:lnTo>
                <a:cubicBezTo>
                  <a:pt x="13244" y="0"/>
                  <a:pt x="13257" y="1"/>
                  <a:pt x="13269" y="3"/>
                </a:cubicBezTo>
                <a:cubicBezTo>
                  <a:pt x="13280" y="6"/>
                  <a:pt x="13292" y="9"/>
                  <a:pt x="13303" y="14"/>
                </a:cubicBezTo>
                <a:cubicBezTo>
                  <a:pt x="13315" y="19"/>
                  <a:pt x="13325" y="24"/>
                  <a:pt x="13335" y="31"/>
                </a:cubicBezTo>
                <a:cubicBezTo>
                  <a:pt x="13346" y="38"/>
                  <a:pt x="13355" y="46"/>
                  <a:pt x="13364" y="54"/>
                </a:cubicBezTo>
                <a:cubicBezTo>
                  <a:pt x="13372" y="63"/>
                  <a:pt x="13380" y="72"/>
                  <a:pt x="13387" y="82"/>
                </a:cubicBezTo>
                <a:cubicBezTo>
                  <a:pt x="13393" y="93"/>
                  <a:pt x="13399" y="103"/>
                  <a:pt x="13404" y="115"/>
                </a:cubicBezTo>
                <a:cubicBezTo>
                  <a:pt x="13409" y="126"/>
                  <a:pt x="13412" y="137"/>
                  <a:pt x="13414" y="149"/>
                </a:cubicBezTo>
                <a:cubicBezTo>
                  <a:pt x="13417" y="161"/>
                  <a:pt x="13418" y="173"/>
                  <a:pt x="13418" y="186"/>
                </a:cubicBezTo>
                <a:lnTo>
                  <a:pt x="13418" y="5386"/>
                </a:lnTo>
                <a:cubicBezTo>
                  <a:pt x="13418" y="5399"/>
                  <a:pt x="13417" y="5411"/>
                  <a:pt x="13414" y="5423"/>
                </a:cubicBezTo>
                <a:cubicBezTo>
                  <a:pt x="13412" y="5435"/>
                  <a:pt x="13409" y="5446"/>
                  <a:pt x="13404" y="5457"/>
                </a:cubicBezTo>
                <a:cubicBezTo>
                  <a:pt x="13399" y="5469"/>
                  <a:pt x="13393" y="5479"/>
                  <a:pt x="13387" y="5490"/>
                </a:cubicBezTo>
                <a:cubicBezTo>
                  <a:pt x="13380" y="5500"/>
                  <a:pt x="13372" y="5509"/>
                  <a:pt x="13364" y="5518"/>
                </a:cubicBezTo>
                <a:cubicBezTo>
                  <a:pt x="13355" y="5526"/>
                  <a:pt x="13346" y="5534"/>
                  <a:pt x="13335" y="5541"/>
                </a:cubicBezTo>
                <a:cubicBezTo>
                  <a:pt x="13325" y="5548"/>
                  <a:pt x="13315" y="5553"/>
                  <a:pt x="13303" y="5558"/>
                </a:cubicBezTo>
                <a:cubicBezTo>
                  <a:pt x="13292" y="5563"/>
                  <a:pt x="13280" y="5566"/>
                  <a:pt x="13269" y="5568"/>
                </a:cubicBezTo>
                <a:cubicBezTo>
                  <a:pt x="13257" y="5571"/>
                  <a:pt x="13244" y="5572"/>
                  <a:pt x="13232" y="5572"/>
                </a:cubicBezTo>
                <a:lnTo>
                  <a:pt x="139" y="5572"/>
                </a:lnTo>
                <a:cubicBezTo>
                  <a:pt x="130" y="5572"/>
                  <a:pt x="121" y="5571"/>
                  <a:pt x="112" y="5568"/>
                </a:cubicBezTo>
                <a:cubicBezTo>
                  <a:pt x="103" y="5566"/>
                  <a:pt x="94" y="5563"/>
                  <a:pt x="86" y="5558"/>
                </a:cubicBezTo>
                <a:cubicBezTo>
                  <a:pt x="77" y="5553"/>
                  <a:pt x="69" y="5548"/>
                  <a:pt x="62" y="5541"/>
                </a:cubicBezTo>
                <a:cubicBezTo>
                  <a:pt x="54" y="5534"/>
                  <a:pt x="47" y="5526"/>
                  <a:pt x="41" y="5518"/>
                </a:cubicBezTo>
                <a:cubicBezTo>
                  <a:pt x="34" y="5509"/>
                  <a:pt x="28" y="5500"/>
                  <a:pt x="23" y="5490"/>
                </a:cubicBezTo>
                <a:cubicBezTo>
                  <a:pt x="18" y="5479"/>
                  <a:pt x="14" y="5469"/>
                  <a:pt x="10" y="5457"/>
                </a:cubicBezTo>
                <a:cubicBezTo>
                  <a:pt x="7" y="5446"/>
                  <a:pt x="4" y="5435"/>
                  <a:pt x="3" y="5423"/>
                </a:cubicBezTo>
                <a:cubicBezTo>
                  <a:pt x="1" y="5411"/>
                  <a:pt x="0" y="5399"/>
                  <a:pt x="0" y="53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자유형 283">
            <a:extLst>
              <a:ext uri="{FF2B5EF4-FFF2-40B4-BE49-F238E27FC236}">
                <a16:creationId xmlns:a16="http://schemas.microsoft.com/office/drawing/2014/main" id="{2A8CA6C7-E514-4B39-9D6A-F19015A951E0}"/>
              </a:ext>
            </a:extLst>
          </p:cNvPr>
          <p:cNvSpPr/>
          <p:nvPr/>
        </p:nvSpPr>
        <p:spPr>
          <a:xfrm>
            <a:off x="6385896" y="4078739"/>
            <a:ext cx="59240" cy="1794340"/>
          </a:xfrm>
          <a:custGeom>
            <a:avLst/>
            <a:gdLst/>
            <a:ahLst/>
            <a:cxnLst/>
            <a:rect l="0" t="0" r="r" b="b"/>
            <a:pathLst>
              <a:path w="187" h="5572">
                <a:moveTo>
                  <a:pt x="0" y="0"/>
                </a:moveTo>
                <a:lnTo>
                  <a:pt x="187" y="0"/>
                </a:lnTo>
                <a:lnTo>
                  <a:pt x="187" y="5572"/>
                </a:lnTo>
                <a:lnTo>
                  <a:pt x="0" y="5572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자유형 284">
            <a:extLst>
              <a:ext uri="{FF2B5EF4-FFF2-40B4-BE49-F238E27FC236}">
                <a16:creationId xmlns:a16="http://schemas.microsoft.com/office/drawing/2014/main" id="{A84BBC38-E1D3-4816-9E40-0135410D31D6}"/>
              </a:ext>
            </a:extLst>
          </p:cNvPr>
          <p:cNvSpPr/>
          <p:nvPr/>
        </p:nvSpPr>
        <p:spPr>
          <a:xfrm>
            <a:off x="6619896" y="4211795"/>
            <a:ext cx="501840" cy="501840"/>
          </a:xfrm>
          <a:custGeom>
            <a:avLst/>
            <a:gdLst/>
            <a:ahLst/>
            <a:cxnLst/>
            <a:rect l="0" t="0" r="r" b="b"/>
            <a:pathLst>
              <a:path w="1394" h="1394">
                <a:moveTo>
                  <a:pt x="1394" y="697"/>
                </a:moveTo>
                <a:cubicBezTo>
                  <a:pt x="1394" y="720"/>
                  <a:pt x="1393" y="743"/>
                  <a:pt x="1391" y="766"/>
                </a:cubicBezTo>
                <a:cubicBezTo>
                  <a:pt x="1389" y="788"/>
                  <a:pt x="1385" y="811"/>
                  <a:pt x="1381" y="833"/>
                </a:cubicBezTo>
                <a:cubicBezTo>
                  <a:pt x="1376" y="856"/>
                  <a:pt x="1371" y="878"/>
                  <a:pt x="1364" y="900"/>
                </a:cubicBezTo>
                <a:cubicBezTo>
                  <a:pt x="1358" y="921"/>
                  <a:pt x="1350" y="943"/>
                  <a:pt x="1341" y="964"/>
                </a:cubicBezTo>
                <a:cubicBezTo>
                  <a:pt x="1332" y="985"/>
                  <a:pt x="1323" y="1006"/>
                  <a:pt x="1312" y="1026"/>
                </a:cubicBezTo>
                <a:cubicBezTo>
                  <a:pt x="1301" y="1046"/>
                  <a:pt x="1289" y="1065"/>
                  <a:pt x="1277" y="1084"/>
                </a:cubicBezTo>
                <a:cubicBezTo>
                  <a:pt x="1264" y="1103"/>
                  <a:pt x="1251" y="1122"/>
                  <a:pt x="1236" y="1139"/>
                </a:cubicBezTo>
                <a:cubicBezTo>
                  <a:pt x="1222" y="1157"/>
                  <a:pt x="1206" y="1174"/>
                  <a:pt x="1190" y="1190"/>
                </a:cubicBezTo>
                <a:cubicBezTo>
                  <a:pt x="1174" y="1206"/>
                  <a:pt x="1157" y="1221"/>
                  <a:pt x="1140" y="1236"/>
                </a:cubicBezTo>
                <a:cubicBezTo>
                  <a:pt x="1122" y="1250"/>
                  <a:pt x="1104" y="1264"/>
                  <a:pt x="1085" y="1276"/>
                </a:cubicBezTo>
                <a:cubicBezTo>
                  <a:pt x="1066" y="1289"/>
                  <a:pt x="1046" y="1301"/>
                  <a:pt x="1026" y="1312"/>
                </a:cubicBezTo>
                <a:cubicBezTo>
                  <a:pt x="1006" y="1322"/>
                  <a:pt x="985" y="1332"/>
                  <a:pt x="964" y="1341"/>
                </a:cubicBezTo>
                <a:cubicBezTo>
                  <a:pt x="943" y="1350"/>
                  <a:pt x="922" y="1357"/>
                  <a:pt x="900" y="1364"/>
                </a:cubicBezTo>
                <a:cubicBezTo>
                  <a:pt x="878" y="1370"/>
                  <a:pt x="856" y="1376"/>
                  <a:pt x="834" y="1380"/>
                </a:cubicBezTo>
                <a:cubicBezTo>
                  <a:pt x="811" y="1385"/>
                  <a:pt x="789" y="1388"/>
                  <a:pt x="766" y="1390"/>
                </a:cubicBezTo>
                <a:cubicBezTo>
                  <a:pt x="743" y="1393"/>
                  <a:pt x="721" y="1394"/>
                  <a:pt x="698" y="1394"/>
                </a:cubicBezTo>
                <a:cubicBezTo>
                  <a:pt x="675" y="1394"/>
                  <a:pt x="652" y="1393"/>
                  <a:pt x="630" y="1390"/>
                </a:cubicBezTo>
                <a:cubicBezTo>
                  <a:pt x="607" y="1388"/>
                  <a:pt x="584" y="1385"/>
                  <a:pt x="562" y="1380"/>
                </a:cubicBezTo>
                <a:cubicBezTo>
                  <a:pt x="540" y="1376"/>
                  <a:pt x="517" y="1370"/>
                  <a:pt x="496" y="1364"/>
                </a:cubicBezTo>
                <a:cubicBezTo>
                  <a:pt x="474" y="1357"/>
                  <a:pt x="452" y="1350"/>
                  <a:pt x="431" y="1341"/>
                </a:cubicBezTo>
                <a:cubicBezTo>
                  <a:pt x="410" y="1332"/>
                  <a:pt x="390" y="1322"/>
                  <a:pt x="369" y="1312"/>
                </a:cubicBezTo>
                <a:cubicBezTo>
                  <a:pt x="349" y="1301"/>
                  <a:pt x="330" y="1289"/>
                  <a:pt x="311" y="1276"/>
                </a:cubicBezTo>
                <a:cubicBezTo>
                  <a:pt x="292" y="1264"/>
                  <a:pt x="274" y="1250"/>
                  <a:pt x="256" y="1236"/>
                </a:cubicBezTo>
                <a:cubicBezTo>
                  <a:pt x="238" y="1221"/>
                  <a:pt x="220" y="1206"/>
                  <a:pt x="204" y="1190"/>
                </a:cubicBezTo>
                <a:cubicBezTo>
                  <a:pt x="188" y="1174"/>
                  <a:pt x="173" y="1157"/>
                  <a:pt x="158" y="1139"/>
                </a:cubicBezTo>
                <a:cubicBezTo>
                  <a:pt x="144" y="1122"/>
                  <a:pt x="130" y="1103"/>
                  <a:pt x="118" y="1084"/>
                </a:cubicBezTo>
                <a:cubicBezTo>
                  <a:pt x="105" y="1065"/>
                  <a:pt x="93" y="1046"/>
                  <a:pt x="83" y="1026"/>
                </a:cubicBezTo>
                <a:cubicBezTo>
                  <a:pt x="72" y="1006"/>
                  <a:pt x="62" y="985"/>
                  <a:pt x="53" y="964"/>
                </a:cubicBezTo>
                <a:cubicBezTo>
                  <a:pt x="45" y="943"/>
                  <a:pt x="37" y="921"/>
                  <a:pt x="30" y="900"/>
                </a:cubicBezTo>
                <a:cubicBezTo>
                  <a:pt x="24" y="878"/>
                  <a:pt x="18" y="856"/>
                  <a:pt x="14" y="833"/>
                </a:cubicBezTo>
                <a:cubicBezTo>
                  <a:pt x="9" y="811"/>
                  <a:pt x="6" y="788"/>
                  <a:pt x="4" y="766"/>
                </a:cubicBezTo>
                <a:cubicBezTo>
                  <a:pt x="1" y="743"/>
                  <a:pt x="0" y="720"/>
                  <a:pt x="0" y="697"/>
                </a:cubicBezTo>
                <a:cubicBezTo>
                  <a:pt x="0" y="675"/>
                  <a:pt x="1" y="652"/>
                  <a:pt x="4" y="629"/>
                </a:cubicBezTo>
                <a:cubicBezTo>
                  <a:pt x="6" y="606"/>
                  <a:pt x="9" y="584"/>
                  <a:pt x="14" y="562"/>
                </a:cubicBezTo>
                <a:cubicBezTo>
                  <a:pt x="18" y="538"/>
                  <a:pt x="24" y="516"/>
                  <a:pt x="30" y="494"/>
                </a:cubicBezTo>
                <a:cubicBezTo>
                  <a:pt x="37" y="472"/>
                  <a:pt x="45" y="451"/>
                  <a:pt x="53" y="430"/>
                </a:cubicBezTo>
                <a:cubicBezTo>
                  <a:pt x="62" y="409"/>
                  <a:pt x="72" y="388"/>
                  <a:pt x="83" y="368"/>
                </a:cubicBezTo>
                <a:cubicBezTo>
                  <a:pt x="93" y="348"/>
                  <a:pt x="105" y="329"/>
                  <a:pt x="118" y="310"/>
                </a:cubicBezTo>
                <a:cubicBezTo>
                  <a:pt x="130" y="291"/>
                  <a:pt x="144" y="272"/>
                  <a:pt x="158" y="255"/>
                </a:cubicBezTo>
                <a:cubicBezTo>
                  <a:pt x="173" y="237"/>
                  <a:pt x="188" y="220"/>
                  <a:pt x="204" y="204"/>
                </a:cubicBezTo>
                <a:cubicBezTo>
                  <a:pt x="220" y="188"/>
                  <a:pt x="238" y="173"/>
                  <a:pt x="256" y="158"/>
                </a:cubicBezTo>
                <a:cubicBezTo>
                  <a:pt x="274" y="144"/>
                  <a:pt x="292" y="130"/>
                  <a:pt x="311" y="117"/>
                </a:cubicBezTo>
                <a:cubicBezTo>
                  <a:pt x="330" y="105"/>
                  <a:pt x="349" y="93"/>
                  <a:pt x="369" y="82"/>
                </a:cubicBezTo>
                <a:cubicBezTo>
                  <a:pt x="390" y="72"/>
                  <a:pt x="410" y="62"/>
                  <a:pt x="431" y="53"/>
                </a:cubicBezTo>
                <a:cubicBezTo>
                  <a:pt x="452" y="44"/>
                  <a:pt x="474" y="37"/>
                  <a:pt x="496" y="30"/>
                </a:cubicBezTo>
                <a:cubicBezTo>
                  <a:pt x="517" y="23"/>
                  <a:pt x="540" y="18"/>
                  <a:pt x="562" y="13"/>
                </a:cubicBezTo>
                <a:cubicBezTo>
                  <a:pt x="584" y="9"/>
                  <a:pt x="607" y="6"/>
                  <a:pt x="630" y="3"/>
                </a:cubicBezTo>
                <a:cubicBezTo>
                  <a:pt x="652" y="1"/>
                  <a:pt x="675" y="0"/>
                  <a:pt x="698" y="0"/>
                </a:cubicBezTo>
                <a:cubicBezTo>
                  <a:pt x="721" y="0"/>
                  <a:pt x="743" y="1"/>
                  <a:pt x="766" y="3"/>
                </a:cubicBezTo>
                <a:cubicBezTo>
                  <a:pt x="789" y="6"/>
                  <a:pt x="811" y="9"/>
                  <a:pt x="834" y="13"/>
                </a:cubicBezTo>
                <a:cubicBezTo>
                  <a:pt x="856" y="18"/>
                  <a:pt x="878" y="23"/>
                  <a:pt x="900" y="30"/>
                </a:cubicBezTo>
                <a:cubicBezTo>
                  <a:pt x="922" y="37"/>
                  <a:pt x="943" y="44"/>
                  <a:pt x="964" y="53"/>
                </a:cubicBezTo>
                <a:cubicBezTo>
                  <a:pt x="985" y="62"/>
                  <a:pt x="1006" y="72"/>
                  <a:pt x="1026" y="82"/>
                </a:cubicBezTo>
                <a:cubicBezTo>
                  <a:pt x="1046" y="93"/>
                  <a:pt x="1066" y="105"/>
                  <a:pt x="1085" y="117"/>
                </a:cubicBezTo>
                <a:cubicBezTo>
                  <a:pt x="1104" y="130"/>
                  <a:pt x="1122" y="144"/>
                  <a:pt x="1140" y="158"/>
                </a:cubicBezTo>
                <a:cubicBezTo>
                  <a:pt x="1157" y="173"/>
                  <a:pt x="1174" y="188"/>
                  <a:pt x="1190" y="204"/>
                </a:cubicBezTo>
                <a:cubicBezTo>
                  <a:pt x="1206" y="220"/>
                  <a:pt x="1222" y="237"/>
                  <a:pt x="1236" y="255"/>
                </a:cubicBezTo>
                <a:cubicBezTo>
                  <a:pt x="1251" y="272"/>
                  <a:pt x="1264" y="291"/>
                  <a:pt x="1277" y="310"/>
                </a:cubicBezTo>
                <a:cubicBezTo>
                  <a:pt x="1289" y="329"/>
                  <a:pt x="1301" y="348"/>
                  <a:pt x="1312" y="368"/>
                </a:cubicBezTo>
                <a:cubicBezTo>
                  <a:pt x="1323" y="388"/>
                  <a:pt x="1332" y="409"/>
                  <a:pt x="1341" y="430"/>
                </a:cubicBezTo>
                <a:cubicBezTo>
                  <a:pt x="1350" y="451"/>
                  <a:pt x="1358" y="472"/>
                  <a:pt x="1364" y="494"/>
                </a:cubicBezTo>
                <a:cubicBezTo>
                  <a:pt x="1371" y="516"/>
                  <a:pt x="1376" y="538"/>
                  <a:pt x="1381" y="562"/>
                </a:cubicBezTo>
                <a:cubicBezTo>
                  <a:pt x="1385" y="584"/>
                  <a:pt x="1389" y="606"/>
                  <a:pt x="1391" y="629"/>
                </a:cubicBezTo>
                <a:cubicBezTo>
                  <a:pt x="1393" y="652"/>
                  <a:pt x="1394" y="675"/>
                  <a:pt x="1394" y="697"/>
                </a:cubicBezTo>
                <a:close/>
              </a:path>
            </a:pathLst>
          </a:custGeom>
          <a:solidFill>
            <a:srgbClr val="D0FAE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12" name="그림 411">
            <a:extLst>
              <a:ext uri="{FF2B5EF4-FFF2-40B4-BE49-F238E27FC236}">
                <a16:creationId xmlns:a16="http://schemas.microsoft.com/office/drawing/2014/main" id="{0664CAF4-E36D-45EC-A8C7-DD0C217937F8}"/>
              </a:ext>
            </a:extLst>
          </p:cNvPr>
          <p:cNvPicPr/>
          <p:nvPr/>
        </p:nvPicPr>
        <p:blipFill>
          <a:blip r:embed="rId14"/>
          <a:stretch/>
        </p:blipFill>
        <p:spPr>
          <a:xfrm>
            <a:off x="6728976" y="4337435"/>
            <a:ext cx="2836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Box 412">
            <a:extLst>
              <a:ext uri="{FF2B5EF4-FFF2-40B4-BE49-F238E27FC236}">
                <a16:creationId xmlns:a16="http://schemas.microsoft.com/office/drawing/2014/main" id="{18182AB1-C1BD-44B8-8605-F0941ED92D35}"/>
              </a:ext>
            </a:extLst>
          </p:cNvPr>
          <p:cNvSpPr txBox="1"/>
          <p:nvPr/>
        </p:nvSpPr>
        <p:spPr>
          <a:xfrm>
            <a:off x="4287927" y="5499155"/>
            <a:ext cx="80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업무 투명성 강화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741BDAD2-9B52-4AA2-B0BA-A01B478D6F1E}"/>
              </a:ext>
            </a:extLst>
          </p:cNvPr>
          <p:cNvSpPr txBox="1"/>
          <p:nvPr/>
        </p:nvSpPr>
        <p:spPr>
          <a:xfrm>
            <a:off x="7255296" y="4329999"/>
            <a:ext cx="110412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80" b="1">
                <a:solidFill>
                  <a:srgbClr val="1F2937"/>
                </a:solidFill>
                <a:latin typeface="Pretendard"/>
                <a:ea typeface="Pretendard"/>
              </a:rPr>
              <a:t>유통</a:t>
            </a:r>
            <a:r>
              <a:rPr lang="en-US" sz="1580" b="1">
                <a:solidFill>
                  <a:srgbClr val="1F2937"/>
                </a:solidFill>
                <a:latin typeface="Pretendard"/>
                <a:ea typeface="Pretendard"/>
              </a:rPr>
              <a:t>/</a:t>
            </a:r>
            <a:r>
              <a:rPr lang="zh-CN" altLang="en-US" sz="1580" b="1">
                <a:solidFill>
                  <a:srgbClr val="1F2937"/>
                </a:solidFill>
                <a:latin typeface="Pretendard"/>
                <a:ea typeface="Pretendard"/>
              </a:rPr>
              <a:t>커머스</a:t>
            </a:r>
            <a:endParaRPr lang="en-US" sz="158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15" name="그림 414">
            <a:extLst>
              <a:ext uri="{FF2B5EF4-FFF2-40B4-BE49-F238E27FC236}">
                <a16:creationId xmlns:a16="http://schemas.microsoft.com/office/drawing/2014/main" id="{88304C5B-EC1A-4237-843F-7BA6A768C144}"/>
              </a:ext>
            </a:extLst>
          </p:cNvPr>
          <p:cNvPicPr/>
          <p:nvPr/>
        </p:nvPicPr>
        <p:blipFill>
          <a:blip r:embed="rId15"/>
          <a:stretch/>
        </p:blipFill>
        <p:spPr>
          <a:xfrm>
            <a:off x="6620256" y="5114675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Box 415">
            <a:extLst>
              <a:ext uri="{FF2B5EF4-FFF2-40B4-BE49-F238E27FC236}">
                <a16:creationId xmlns:a16="http://schemas.microsoft.com/office/drawing/2014/main" id="{6B63366B-A968-431E-AC9E-F9ED116E6A82}"/>
              </a:ext>
            </a:extLst>
          </p:cNvPr>
          <p:cNvSpPr txBox="1"/>
          <p:nvPr/>
        </p:nvSpPr>
        <p:spPr>
          <a:xfrm>
            <a:off x="6620256" y="4863755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주요 니즈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43CB0937-780C-40C9-96AD-C5AB1D32745C}"/>
              </a:ext>
            </a:extLst>
          </p:cNvPr>
          <p:cNvSpPr txBox="1"/>
          <p:nvPr/>
        </p:nvSpPr>
        <p:spPr>
          <a:xfrm>
            <a:off x="6804216" y="5089736"/>
            <a:ext cx="1370160" cy="320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04"/>
              </a:lnSpc>
            </a:pPr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고객 데이터 기반 개인화 마</a:t>
            </a:r>
            <a:r>
              <a:rPr lang="zh-CN" altLang="ko-KR" sz="920" dirty="0">
                <a:solidFill>
                  <a:srgbClr val="374151"/>
                </a:solidFill>
                <a:latin typeface="Pretendard"/>
                <a:ea typeface="Pretendard"/>
              </a:rPr>
              <a:t>케팅</a:t>
            </a:r>
            <a:endParaRPr lang="en-US" altLang="ko-KR" sz="92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18" name="그림 417">
            <a:extLst>
              <a:ext uri="{FF2B5EF4-FFF2-40B4-BE49-F238E27FC236}">
                <a16:creationId xmlns:a16="http://schemas.microsoft.com/office/drawing/2014/main" id="{F818D9DF-1504-4E3F-AF18-5D50C5C39CC4}"/>
              </a:ext>
            </a:extLst>
          </p:cNvPr>
          <p:cNvPicPr/>
          <p:nvPr/>
        </p:nvPicPr>
        <p:blipFill>
          <a:blip r:embed="rId15"/>
          <a:stretch/>
        </p:blipFill>
        <p:spPr>
          <a:xfrm>
            <a:off x="6620256" y="5482235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9" name="그림 418">
            <a:extLst>
              <a:ext uri="{FF2B5EF4-FFF2-40B4-BE49-F238E27FC236}">
                <a16:creationId xmlns:a16="http://schemas.microsoft.com/office/drawing/2014/main" id="{6F547874-6CAE-4D07-B025-704465D32082}"/>
              </a:ext>
            </a:extLst>
          </p:cNvPr>
          <p:cNvPicPr/>
          <p:nvPr/>
        </p:nvPicPr>
        <p:blipFill>
          <a:blip r:embed="rId15"/>
          <a:stretch/>
        </p:blipFill>
        <p:spPr>
          <a:xfrm>
            <a:off x="6620256" y="5682755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TextBox 419">
            <a:extLst>
              <a:ext uri="{FF2B5EF4-FFF2-40B4-BE49-F238E27FC236}">
                <a16:creationId xmlns:a16="http://schemas.microsoft.com/office/drawing/2014/main" id="{0EBDB4C6-CAB1-4E9A-ABC8-62BB7D62EEE5}"/>
              </a:ext>
            </a:extLst>
          </p:cNvPr>
          <p:cNvSpPr txBox="1"/>
          <p:nvPr/>
        </p:nvSpPr>
        <p:spPr>
          <a:xfrm>
            <a:off x="6804216" y="5465675"/>
            <a:ext cx="1293480" cy="14157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재고 관리 및 수요 예측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58E291C1-D80D-4D1E-AE5C-AC89232403D8}"/>
              </a:ext>
            </a:extLst>
          </p:cNvPr>
          <p:cNvSpPr txBox="1"/>
          <p:nvPr/>
        </p:nvSpPr>
        <p:spPr>
          <a:xfrm>
            <a:off x="6804216" y="5666194"/>
            <a:ext cx="1293480" cy="14157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고객 문의</a:t>
            </a:r>
            <a:r>
              <a:rPr lang="en-US" sz="920" dirty="0">
                <a:solidFill>
                  <a:srgbClr val="374151"/>
                </a:solidFill>
                <a:latin typeface="Pretendard"/>
                <a:ea typeface="Pretendard"/>
              </a:rPr>
              <a:t>(CS) </a:t>
            </a:r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자동화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2" name="그림 421">
            <a:extLst>
              <a:ext uri="{FF2B5EF4-FFF2-40B4-BE49-F238E27FC236}">
                <a16:creationId xmlns:a16="http://schemas.microsoft.com/office/drawing/2014/main" id="{D7C1DD53-493B-4B4C-B2C9-EA85F7522246}"/>
              </a:ext>
            </a:extLst>
          </p:cNvPr>
          <p:cNvPicPr/>
          <p:nvPr/>
        </p:nvPicPr>
        <p:blipFill>
          <a:blip r:embed="rId16"/>
          <a:stretch/>
        </p:blipFill>
        <p:spPr>
          <a:xfrm>
            <a:off x="8376492" y="5129055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Box 422">
            <a:extLst>
              <a:ext uri="{FF2B5EF4-FFF2-40B4-BE49-F238E27FC236}">
                <a16:creationId xmlns:a16="http://schemas.microsoft.com/office/drawing/2014/main" id="{683B7C2C-6BC5-4123-B319-E9BEFEAEBA8E}"/>
              </a:ext>
            </a:extLst>
          </p:cNvPr>
          <p:cNvSpPr txBox="1"/>
          <p:nvPr/>
        </p:nvSpPr>
        <p:spPr>
          <a:xfrm>
            <a:off x="8373612" y="4878135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적용 방안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4" name="그림 423">
            <a:extLst>
              <a:ext uri="{FF2B5EF4-FFF2-40B4-BE49-F238E27FC236}">
                <a16:creationId xmlns:a16="http://schemas.microsoft.com/office/drawing/2014/main" id="{C7A84971-109A-4B76-9A4D-76C5FAD75ECD}"/>
              </a:ext>
            </a:extLst>
          </p:cNvPr>
          <p:cNvPicPr/>
          <p:nvPr/>
        </p:nvPicPr>
        <p:blipFill>
          <a:blip r:embed="rId16"/>
          <a:stretch/>
        </p:blipFill>
        <p:spPr>
          <a:xfrm>
            <a:off x="8376492" y="5329575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Box 424">
            <a:extLst>
              <a:ext uri="{FF2B5EF4-FFF2-40B4-BE49-F238E27FC236}">
                <a16:creationId xmlns:a16="http://schemas.microsoft.com/office/drawing/2014/main" id="{FD2E01C4-6EB3-456F-9447-3F171C06DA8A}"/>
              </a:ext>
            </a:extLst>
          </p:cNvPr>
          <p:cNvSpPr txBox="1"/>
          <p:nvPr/>
        </p:nvSpPr>
        <p:spPr>
          <a:xfrm>
            <a:off x="8540652" y="5112135"/>
            <a:ext cx="983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개인화 상품 추천 </a:t>
            </a:r>
            <a:r>
              <a:rPr lang="en-US" sz="920">
                <a:solidFill>
                  <a:srgbClr val="374151"/>
                </a:solidFill>
                <a:latin typeface="Pretendard"/>
                <a:ea typeface="Pretendard"/>
              </a:rPr>
              <a:t>AI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218215BC-DAA5-4455-AE8F-29DDE54170A7}"/>
              </a:ext>
            </a:extLst>
          </p:cNvPr>
          <p:cNvSpPr txBox="1"/>
          <p:nvPr/>
        </p:nvSpPr>
        <p:spPr>
          <a:xfrm>
            <a:off x="8540652" y="5296029"/>
            <a:ext cx="1173398" cy="3202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04"/>
              </a:lnSpc>
            </a:pPr>
            <a:r>
              <a:rPr lang="en-US" sz="920" dirty="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920" dirty="0">
                <a:solidFill>
                  <a:srgbClr val="374151"/>
                </a:solidFill>
                <a:latin typeface="Pretendard"/>
                <a:ea typeface="Pretendard"/>
              </a:rPr>
              <a:t>기반 수요 예측 및 재고</a:t>
            </a:r>
            <a:endParaRPr lang="en-US" altLang="zh-CN" sz="920" dirty="0">
              <a:solidFill>
                <a:srgbClr val="374151"/>
              </a:solidFill>
              <a:latin typeface="Pretendard"/>
              <a:ea typeface="Pretendard"/>
            </a:endParaRPr>
          </a:p>
          <a:p>
            <a:pPr>
              <a:lnSpc>
                <a:spcPts val="1304"/>
              </a:lnSpc>
            </a:pPr>
            <a:r>
              <a:rPr lang="zh-CN" altLang="ko-KR" sz="920" dirty="0">
                <a:solidFill>
                  <a:srgbClr val="374151"/>
                </a:solidFill>
                <a:latin typeface="Pretendard"/>
                <a:ea typeface="Pretendard"/>
              </a:rPr>
              <a:t>최적화</a:t>
            </a:r>
            <a:endParaRPr lang="en-US" altLang="ko-KR" sz="92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7" name="그림 426">
            <a:extLst>
              <a:ext uri="{FF2B5EF4-FFF2-40B4-BE49-F238E27FC236}">
                <a16:creationId xmlns:a16="http://schemas.microsoft.com/office/drawing/2014/main" id="{6F66E4F7-3DA3-42D6-86AB-A1179388A50A}"/>
              </a:ext>
            </a:extLst>
          </p:cNvPr>
          <p:cNvPicPr/>
          <p:nvPr/>
        </p:nvPicPr>
        <p:blipFill>
          <a:blip r:embed="rId16"/>
          <a:stretch/>
        </p:blipFill>
        <p:spPr>
          <a:xfrm>
            <a:off x="8376492" y="5697135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Box 427">
            <a:extLst>
              <a:ext uri="{FF2B5EF4-FFF2-40B4-BE49-F238E27FC236}">
                <a16:creationId xmlns:a16="http://schemas.microsoft.com/office/drawing/2014/main" id="{5AEDA777-6328-4A4B-BF51-4DA883C1F349}"/>
              </a:ext>
            </a:extLst>
          </p:cNvPr>
          <p:cNvSpPr txBox="1"/>
          <p:nvPr/>
        </p:nvSpPr>
        <p:spPr>
          <a:xfrm>
            <a:off x="8540652" y="5680575"/>
            <a:ext cx="1132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>
                <a:solidFill>
                  <a:srgbClr val="374151"/>
                </a:solidFill>
                <a:latin typeface="Pretendard"/>
                <a:ea typeface="Pretendard"/>
              </a:rPr>
              <a:t>24</a:t>
            </a:r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시간 </a:t>
            </a:r>
            <a:r>
              <a:rPr lang="en-US" sz="920">
                <a:solidFill>
                  <a:srgbClr val="374151"/>
                </a:solidFill>
                <a:latin typeface="Pretendard"/>
                <a:ea typeface="Pretendard"/>
              </a:rPr>
              <a:t>CS </a:t>
            </a:r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응대 챗봇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9" name="그림 428">
            <a:extLst>
              <a:ext uri="{FF2B5EF4-FFF2-40B4-BE49-F238E27FC236}">
                <a16:creationId xmlns:a16="http://schemas.microsoft.com/office/drawing/2014/main" id="{4C14EDD9-B5AA-4AFC-9C2B-101D6B707E11}"/>
              </a:ext>
            </a:extLst>
          </p:cNvPr>
          <p:cNvPicPr/>
          <p:nvPr/>
        </p:nvPicPr>
        <p:blipFill>
          <a:blip r:embed="rId17"/>
          <a:stretch/>
        </p:blipFill>
        <p:spPr>
          <a:xfrm>
            <a:off x="9934398" y="5114675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TextBox 429">
            <a:extLst>
              <a:ext uri="{FF2B5EF4-FFF2-40B4-BE49-F238E27FC236}">
                <a16:creationId xmlns:a16="http://schemas.microsoft.com/office/drawing/2014/main" id="{618B02F0-95CD-47AD-807D-33EE7B0D0658}"/>
              </a:ext>
            </a:extLst>
          </p:cNvPr>
          <p:cNvSpPr txBox="1"/>
          <p:nvPr/>
        </p:nvSpPr>
        <p:spPr>
          <a:xfrm>
            <a:off x="9937278" y="4863755"/>
            <a:ext cx="459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6B7280"/>
                </a:solidFill>
                <a:latin typeface="Pretendard"/>
                <a:ea typeface="Pretendard"/>
              </a:rPr>
              <a:t>기대 효과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31" name="그림 430">
            <a:extLst>
              <a:ext uri="{FF2B5EF4-FFF2-40B4-BE49-F238E27FC236}">
                <a16:creationId xmlns:a16="http://schemas.microsoft.com/office/drawing/2014/main" id="{5E09C90A-D4CE-4552-AAE1-15E5B9841F9D}"/>
              </a:ext>
            </a:extLst>
          </p:cNvPr>
          <p:cNvPicPr/>
          <p:nvPr/>
        </p:nvPicPr>
        <p:blipFill>
          <a:blip r:embed="rId17"/>
          <a:stretch/>
        </p:blipFill>
        <p:spPr>
          <a:xfrm>
            <a:off x="9934398" y="5315195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TextBox 431">
            <a:extLst>
              <a:ext uri="{FF2B5EF4-FFF2-40B4-BE49-F238E27FC236}">
                <a16:creationId xmlns:a16="http://schemas.microsoft.com/office/drawing/2014/main" id="{17999C90-2941-4103-8095-006DB1FB42C1}"/>
              </a:ext>
            </a:extLst>
          </p:cNvPr>
          <p:cNvSpPr txBox="1"/>
          <p:nvPr/>
        </p:nvSpPr>
        <p:spPr>
          <a:xfrm>
            <a:off x="10137798" y="5097755"/>
            <a:ext cx="80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구매 전환율 증대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33" name="그림 432">
            <a:extLst>
              <a:ext uri="{FF2B5EF4-FFF2-40B4-BE49-F238E27FC236}">
                <a16:creationId xmlns:a16="http://schemas.microsoft.com/office/drawing/2014/main" id="{59F70926-66DE-4F93-AD89-A28DB0E87105}"/>
              </a:ext>
            </a:extLst>
          </p:cNvPr>
          <p:cNvPicPr/>
          <p:nvPr/>
        </p:nvPicPr>
        <p:blipFill>
          <a:blip r:embed="rId17"/>
          <a:stretch/>
        </p:blipFill>
        <p:spPr>
          <a:xfrm>
            <a:off x="9934398" y="5515715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Box 433">
            <a:extLst>
              <a:ext uri="{FF2B5EF4-FFF2-40B4-BE49-F238E27FC236}">
                <a16:creationId xmlns:a16="http://schemas.microsoft.com/office/drawing/2014/main" id="{9F77143C-DD6A-4228-8642-619A9AD5CAC5}"/>
              </a:ext>
            </a:extLst>
          </p:cNvPr>
          <p:cNvSpPr txBox="1"/>
          <p:nvPr/>
        </p:nvSpPr>
        <p:spPr>
          <a:xfrm>
            <a:off x="10137798" y="5298275"/>
            <a:ext cx="700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운영 비용 절감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8F566D88-628E-4A8D-8A66-6E330AB6358A}"/>
              </a:ext>
            </a:extLst>
          </p:cNvPr>
          <p:cNvSpPr txBox="1"/>
          <p:nvPr/>
        </p:nvSpPr>
        <p:spPr>
          <a:xfrm>
            <a:off x="10137798" y="5499155"/>
            <a:ext cx="80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374151"/>
                </a:solidFill>
                <a:latin typeface="Pretendard"/>
                <a:ea typeface="Pretendard"/>
              </a:rPr>
              <a:t>고객 충성도 확보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977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BD5BC-538E-401F-91D4-10985BC5C7F7}"/>
              </a:ext>
            </a:extLst>
          </p:cNvPr>
          <p:cNvSpPr txBox="1"/>
          <p:nvPr/>
        </p:nvSpPr>
        <p:spPr>
          <a:xfrm>
            <a:off x="480941" y="389520"/>
            <a:ext cx="3274935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 dirty="0">
                <a:solidFill>
                  <a:srgbClr val="1F2937"/>
                </a:solidFill>
                <a:latin typeface="Pretendard"/>
                <a:ea typeface="Pretendard"/>
              </a:rPr>
              <a:t>주요 서비스</a:t>
            </a:r>
            <a:endParaRPr lang="en-US" sz="237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자유형 322">
            <a:extLst>
              <a:ext uri="{FF2B5EF4-FFF2-40B4-BE49-F238E27FC236}">
                <a16:creationId xmlns:a16="http://schemas.microsoft.com/office/drawing/2014/main" id="{059109EC-968C-4E5C-942D-79A5ECB58A9B}"/>
              </a:ext>
            </a:extLst>
          </p:cNvPr>
          <p:cNvSpPr/>
          <p:nvPr/>
        </p:nvSpPr>
        <p:spPr>
          <a:xfrm>
            <a:off x="1129404" y="1340254"/>
            <a:ext cx="4680000" cy="1745982"/>
          </a:xfrm>
          <a:custGeom>
            <a:avLst/>
            <a:gdLst/>
            <a:ahLst/>
            <a:cxnLst/>
            <a:rect l="0" t="0" r="r" b="b"/>
            <a:pathLst>
              <a:path w="13000" h="5711">
                <a:moveTo>
                  <a:pt x="0" y="5432"/>
                </a:moveTo>
                <a:lnTo>
                  <a:pt x="0" y="232"/>
                </a:lnTo>
                <a:cubicBezTo>
                  <a:pt x="0" y="216"/>
                  <a:pt x="2" y="201"/>
                  <a:pt x="5" y="186"/>
                </a:cubicBezTo>
                <a:cubicBezTo>
                  <a:pt x="9" y="171"/>
                  <a:pt x="14" y="157"/>
                  <a:pt x="21" y="143"/>
                </a:cubicBezTo>
                <a:cubicBezTo>
                  <a:pt x="28" y="129"/>
                  <a:pt x="37" y="115"/>
                  <a:pt x="47" y="103"/>
                </a:cubicBezTo>
                <a:cubicBezTo>
                  <a:pt x="57" y="90"/>
                  <a:pt x="69" y="78"/>
                  <a:pt x="82" y="68"/>
                </a:cubicBezTo>
                <a:cubicBezTo>
                  <a:pt x="95" y="57"/>
                  <a:pt x="109" y="47"/>
                  <a:pt x="124" y="39"/>
                </a:cubicBezTo>
                <a:cubicBezTo>
                  <a:pt x="139" y="30"/>
                  <a:pt x="155" y="23"/>
                  <a:pt x="172" y="17"/>
                </a:cubicBezTo>
                <a:cubicBezTo>
                  <a:pt x="189" y="11"/>
                  <a:pt x="206" y="7"/>
                  <a:pt x="224" y="4"/>
                </a:cubicBezTo>
                <a:cubicBezTo>
                  <a:pt x="242" y="1"/>
                  <a:pt x="260" y="0"/>
                  <a:pt x="279" y="0"/>
                </a:cubicBezTo>
                <a:lnTo>
                  <a:pt x="12722" y="0"/>
                </a:lnTo>
                <a:cubicBezTo>
                  <a:pt x="12740" y="0"/>
                  <a:pt x="12758" y="1"/>
                  <a:pt x="12776" y="4"/>
                </a:cubicBezTo>
                <a:cubicBezTo>
                  <a:pt x="12794" y="7"/>
                  <a:pt x="12812" y="11"/>
                  <a:pt x="12828" y="17"/>
                </a:cubicBezTo>
                <a:cubicBezTo>
                  <a:pt x="12845" y="23"/>
                  <a:pt x="12861" y="30"/>
                  <a:pt x="12877" y="39"/>
                </a:cubicBezTo>
                <a:cubicBezTo>
                  <a:pt x="12892" y="47"/>
                  <a:pt x="12906" y="57"/>
                  <a:pt x="12919" y="68"/>
                </a:cubicBezTo>
                <a:cubicBezTo>
                  <a:pt x="12932" y="78"/>
                  <a:pt x="12943" y="90"/>
                  <a:pt x="12953" y="103"/>
                </a:cubicBezTo>
                <a:cubicBezTo>
                  <a:pt x="12964" y="115"/>
                  <a:pt x="12972" y="129"/>
                  <a:pt x="12979" y="143"/>
                </a:cubicBezTo>
                <a:cubicBezTo>
                  <a:pt x="12986" y="157"/>
                  <a:pt x="12992" y="171"/>
                  <a:pt x="12995" y="186"/>
                </a:cubicBezTo>
                <a:cubicBezTo>
                  <a:pt x="12999" y="201"/>
                  <a:pt x="13000" y="216"/>
                  <a:pt x="13000" y="232"/>
                </a:cubicBezTo>
                <a:lnTo>
                  <a:pt x="13000" y="5432"/>
                </a:lnTo>
                <a:cubicBezTo>
                  <a:pt x="13000" y="5451"/>
                  <a:pt x="12999" y="5469"/>
                  <a:pt x="12995" y="5487"/>
                </a:cubicBezTo>
                <a:cubicBezTo>
                  <a:pt x="12992" y="5505"/>
                  <a:pt x="12986" y="5522"/>
                  <a:pt x="12979" y="5539"/>
                </a:cubicBezTo>
                <a:cubicBezTo>
                  <a:pt x="12972" y="5556"/>
                  <a:pt x="12964" y="5572"/>
                  <a:pt x="12954" y="5587"/>
                </a:cubicBezTo>
                <a:cubicBezTo>
                  <a:pt x="12943" y="5602"/>
                  <a:pt x="12932" y="5616"/>
                  <a:pt x="12919" y="5629"/>
                </a:cubicBezTo>
                <a:cubicBezTo>
                  <a:pt x="12906" y="5642"/>
                  <a:pt x="12892" y="5654"/>
                  <a:pt x="12877" y="5664"/>
                </a:cubicBezTo>
                <a:cubicBezTo>
                  <a:pt x="12861" y="5674"/>
                  <a:pt x="12845" y="5683"/>
                  <a:pt x="12828" y="5690"/>
                </a:cubicBezTo>
                <a:cubicBezTo>
                  <a:pt x="12812" y="5697"/>
                  <a:pt x="12794" y="5702"/>
                  <a:pt x="12776" y="5706"/>
                </a:cubicBezTo>
                <a:cubicBezTo>
                  <a:pt x="12758" y="5709"/>
                  <a:pt x="12740" y="5711"/>
                  <a:pt x="12722" y="5711"/>
                </a:cubicBezTo>
                <a:lnTo>
                  <a:pt x="279" y="5711"/>
                </a:lnTo>
                <a:cubicBezTo>
                  <a:pt x="260" y="5711"/>
                  <a:pt x="242" y="5709"/>
                  <a:pt x="224" y="5706"/>
                </a:cubicBezTo>
                <a:cubicBezTo>
                  <a:pt x="206" y="5702"/>
                  <a:pt x="189" y="5697"/>
                  <a:pt x="172" y="5690"/>
                </a:cubicBezTo>
                <a:cubicBezTo>
                  <a:pt x="155" y="5683"/>
                  <a:pt x="139" y="5674"/>
                  <a:pt x="124" y="5664"/>
                </a:cubicBezTo>
                <a:cubicBezTo>
                  <a:pt x="109" y="5654"/>
                  <a:pt x="95" y="5642"/>
                  <a:pt x="82" y="5629"/>
                </a:cubicBezTo>
                <a:cubicBezTo>
                  <a:pt x="69" y="5616"/>
                  <a:pt x="57" y="5602"/>
                  <a:pt x="47" y="5587"/>
                </a:cubicBezTo>
                <a:cubicBezTo>
                  <a:pt x="37" y="5572"/>
                  <a:pt x="28" y="5556"/>
                  <a:pt x="21" y="5539"/>
                </a:cubicBezTo>
                <a:cubicBezTo>
                  <a:pt x="14" y="5522"/>
                  <a:pt x="9" y="5505"/>
                  <a:pt x="5" y="5487"/>
                </a:cubicBezTo>
                <a:cubicBezTo>
                  <a:pt x="2" y="5469"/>
                  <a:pt x="0" y="5451"/>
                  <a:pt x="0" y="54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자유형 323">
            <a:extLst>
              <a:ext uri="{FF2B5EF4-FFF2-40B4-BE49-F238E27FC236}">
                <a16:creationId xmlns:a16="http://schemas.microsoft.com/office/drawing/2014/main" id="{080C0018-DB0F-402E-8D2C-D9C6998FDC20}"/>
              </a:ext>
            </a:extLst>
          </p:cNvPr>
          <p:cNvSpPr/>
          <p:nvPr/>
        </p:nvSpPr>
        <p:spPr>
          <a:xfrm>
            <a:off x="1129404" y="1323334"/>
            <a:ext cx="4680000" cy="72000"/>
          </a:xfrm>
          <a:custGeom>
            <a:avLst/>
            <a:gdLst/>
            <a:ahLst/>
            <a:cxnLst/>
            <a:rect l="0" t="0" r="r" b="b"/>
            <a:pathLst>
              <a:path w="13000" h="280">
                <a:moveTo>
                  <a:pt x="0" y="0"/>
                </a:moveTo>
                <a:lnTo>
                  <a:pt x="13000" y="0"/>
                </a:lnTo>
                <a:lnTo>
                  <a:pt x="13000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자유형 324">
            <a:extLst>
              <a:ext uri="{FF2B5EF4-FFF2-40B4-BE49-F238E27FC236}">
                <a16:creationId xmlns:a16="http://schemas.microsoft.com/office/drawing/2014/main" id="{8335D1C1-45EB-4420-B35C-40CEB2F990BC}"/>
              </a:ext>
            </a:extLst>
          </p:cNvPr>
          <p:cNvSpPr/>
          <p:nvPr/>
        </p:nvSpPr>
        <p:spPr>
          <a:xfrm>
            <a:off x="1329924" y="1518422"/>
            <a:ext cx="585360" cy="585360"/>
          </a:xfrm>
          <a:custGeom>
            <a:avLst/>
            <a:gdLst/>
            <a:ahLst/>
            <a:cxnLst/>
            <a:rect l="0" t="0" r="r" b="b"/>
            <a:pathLst>
              <a:path w="1626" h="1626">
                <a:moveTo>
                  <a:pt x="1626" y="813"/>
                </a:moveTo>
                <a:cubicBezTo>
                  <a:pt x="1626" y="839"/>
                  <a:pt x="1625" y="866"/>
                  <a:pt x="1622" y="892"/>
                </a:cubicBezTo>
                <a:cubicBezTo>
                  <a:pt x="1620" y="919"/>
                  <a:pt x="1616" y="945"/>
                  <a:pt x="1611" y="971"/>
                </a:cubicBezTo>
                <a:cubicBezTo>
                  <a:pt x="1605" y="997"/>
                  <a:pt x="1599" y="1023"/>
                  <a:pt x="1591" y="1049"/>
                </a:cubicBezTo>
                <a:cubicBezTo>
                  <a:pt x="1583" y="1075"/>
                  <a:pt x="1575" y="1100"/>
                  <a:pt x="1564" y="1124"/>
                </a:cubicBezTo>
                <a:cubicBezTo>
                  <a:pt x="1554" y="1149"/>
                  <a:pt x="1543" y="1173"/>
                  <a:pt x="1530" y="1197"/>
                </a:cubicBezTo>
                <a:cubicBezTo>
                  <a:pt x="1518" y="1220"/>
                  <a:pt x="1504" y="1243"/>
                  <a:pt x="1489" y="1265"/>
                </a:cubicBezTo>
                <a:cubicBezTo>
                  <a:pt x="1474" y="1287"/>
                  <a:pt x="1459" y="1308"/>
                  <a:pt x="1442" y="1329"/>
                </a:cubicBezTo>
                <a:cubicBezTo>
                  <a:pt x="1425" y="1350"/>
                  <a:pt x="1407" y="1369"/>
                  <a:pt x="1388" y="1388"/>
                </a:cubicBezTo>
                <a:cubicBezTo>
                  <a:pt x="1369" y="1407"/>
                  <a:pt x="1350" y="1425"/>
                  <a:pt x="1329" y="1442"/>
                </a:cubicBezTo>
                <a:cubicBezTo>
                  <a:pt x="1309" y="1458"/>
                  <a:pt x="1287" y="1474"/>
                  <a:pt x="1265" y="1489"/>
                </a:cubicBezTo>
                <a:cubicBezTo>
                  <a:pt x="1243" y="1504"/>
                  <a:pt x="1220" y="1518"/>
                  <a:pt x="1197" y="1530"/>
                </a:cubicBezTo>
                <a:cubicBezTo>
                  <a:pt x="1173" y="1543"/>
                  <a:pt x="1149" y="1554"/>
                  <a:pt x="1125" y="1564"/>
                </a:cubicBezTo>
                <a:cubicBezTo>
                  <a:pt x="1100" y="1574"/>
                  <a:pt x="1075" y="1583"/>
                  <a:pt x="1050" y="1591"/>
                </a:cubicBezTo>
                <a:cubicBezTo>
                  <a:pt x="1024" y="1599"/>
                  <a:pt x="998" y="1605"/>
                  <a:pt x="972" y="1610"/>
                </a:cubicBezTo>
                <a:cubicBezTo>
                  <a:pt x="946" y="1616"/>
                  <a:pt x="920" y="1620"/>
                  <a:pt x="893" y="1622"/>
                </a:cubicBezTo>
                <a:cubicBezTo>
                  <a:pt x="867" y="1625"/>
                  <a:pt x="840" y="1626"/>
                  <a:pt x="814" y="1626"/>
                </a:cubicBezTo>
                <a:cubicBezTo>
                  <a:pt x="787" y="1626"/>
                  <a:pt x="761" y="1625"/>
                  <a:pt x="734" y="1622"/>
                </a:cubicBezTo>
                <a:cubicBezTo>
                  <a:pt x="708" y="1620"/>
                  <a:pt x="681" y="1616"/>
                  <a:pt x="655" y="1610"/>
                </a:cubicBezTo>
                <a:cubicBezTo>
                  <a:pt x="629" y="1605"/>
                  <a:pt x="603" y="1599"/>
                  <a:pt x="578" y="1591"/>
                </a:cubicBezTo>
                <a:cubicBezTo>
                  <a:pt x="552" y="1583"/>
                  <a:pt x="527" y="1574"/>
                  <a:pt x="503" y="1564"/>
                </a:cubicBezTo>
                <a:cubicBezTo>
                  <a:pt x="478" y="1554"/>
                  <a:pt x="454" y="1543"/>
                  <a:pt x="431" y="1530"/>
                </a:cubicBezTo>
                <a:cubicBezTo>
                  <a:pt x="407" y="1518"/>
                  <a:pt x="383" y="1504"/>
                  <a:pt x="361" y="1489"/>
                </a:cubicBezTo>
                <a:cubicBezTo>
                  <a:pt x="339" y="1474"/>
                  <a:pt x="318" y="1458"/>
                  <a:pt x="297" y="1442"/>
                </a:cubicBezTo>
                <a:cubicBezTo>
                  <a:pt x="277" y="1425"/>
                  <a:pt x="257" y="1407"/>
                  <a:pt x="238" y="1388"/>
                </a:cubicBezTo>
                <a:cubicBezTo>
                  <a:pt x="219" y="1369"/>
                  <a:pt x="202" y="1350"/>
                  <a:pt x="185" y="1329"/>
                </a:cubicBezTo>
                <a:cubicBezTo>
                  <a:pt x="168" y="1308"/>
                  <a:pt x="152" y="1287"/>
                  <a:pt x="137" y="1265"/>
                </a:cubicBezTo>
                <a:cubicBezTo>
                  <a:pt x="122" y="1243"/>
                  <a:pt x="109" y="1220"/>
                  <a:pt x="96" y="1197"/>
                </a:cubicBezTo>
                <a:cubicBezTo>
                  <a:pt x="84" y="1173"/>
                  <a:pt x="72" y="1149"/>
                  <a:pt x="62" y="1124"/>
                </a:cubicBezTo>
                <a:cubicBezTo>
                  <a:pt x="52" y="1100"/>
                  <a:pt x="43" y="1075"/>
                  <a:pt x="35" y="1049"/>
                </a:cubicBezTo>
                <a:cubicBezTo>
                  <a:pt x="28" y="1023"/>
                  <a:pt x="21" y="997"/>
                  <a:pt x="16" y="971"/>
                </a:cubicBezTo>
                <a:cubicBezTo>
                  <a:pt x="11" y="945"/>
                  <a:pt x="7" y="919"/>
                  <a:pt x="4" y="892"/>
                </a:cubicBezTo>
                <a:cubicBezTo>
                  <a:pt x="2" y="866"/>
                  <a:pt x="0" y="839"/>
                  <a:pt x="0" y="813"/>
                </a:cubicBezTo>
                <a:cubicBezTo>
                  <a:pt x="0" y="786"/>
                  <a:pt x="2" y="759"/>
                  <a:pt x="4" y="733"/>
                </a:cubicBezTo>
                <a:cubicBezTo>
                  <a:pt x="7" y="706"/>
                  <a:pt x="11" y="680"/>
                  <a:pt x="16" y="654"/>
                </a:cubicBezTo>
                <a:cubicBezTo>
                  <a:pt x="21" y="628"/>
                  <a:pt x="28" y="602"/>
                  <a:pt x="35" y="577"/>
                </a:cubicBezTo>
                <a:cubicBezTo>
                  <a:pt x="43" y="551"/>
                  <a:pt x="52" y="526"/>
                  <a:pt x="62" y="502"/>
                </a:cubicBezTo>
                <a:cubicBezTo>
                  <a:pt x="72" y="477"/>
                  <a:pt x="84" y="453"/>
                  <a:pt x="96" y="430"/>
                </a:cubicBezTo>
                <a:cubicBezTo>
                  <a:pt x="109" y="406"/>
                  <a:pt x="122" y="383"/>
                  <a:pt x="137" y="361"/>
                </a:cubicBezTo>
                <a:cubicBezTo>
                  <a:pt x="152" y="339"/>
                  <a:pt x="168" y="318"/>
                  <a:pt x="185" y="297"/>
                </a:cubicBezTo>
                <a:cubicBezTo>
                  <a:pt x="202" y="277"/>
                  <a:pt x="219" y="257"/>
                  <a:pt x="238" y="238"/>
                </a:cubicBezTo>
                <a:cubicBezTo>
                  <a:pt x="257" y="219"/>
                  <a:pt x="277" y="201"/>
                  <a:pt x="297" y="185"/>
                </a:cubicBezTo>
                <a:cubicBezTo>
                  <a:pt x="318" y="168"/>
                  <a:pt x="339" y="152"/>
                  <a:pt x="361" y="137"/>
                </a:cubicBezTo>
                <a:cubicBezTo>
                  <a:pt x="383" y="122"/>
                  <a:pt x="407" y="109"/>
                  <a:pt x="431" y="96"/>
                </a:cubicBezTo>
                <a:cubicBezTo>
                  <a:pt x="454" y="84"/>
                  <a:pt x="478" y="72"/>
                  <a:pt x="503" y="62"/>
                </a:cubicBezTo>
                <a:cubicBezTo>
                  <a:pt x="527" y="52"/>
                  <a:pt x="552" y="43"/>
                  <a:pt x="578" y="35"/>
                </a:cubicBezTo>
                <a:cubicBezTo>
                  <a:pt x="603" y="27"/>
                  <a:pt x="629" y="21"/>
                  <a:pt x="655" y="16"/>
                </a:cubicBezTo>
                <a:cubicBezTo>
                  <a:pt x="681" y="11"/>
                  <a:pt x="708" y="7"/>
                  <a:pt x="734" y="4"/>
                </a:cubicBezTo>
                <a:cubicBezTo>
                  <a:pt x="761" y="1"/>
                  <a:pt x="787" y="0"/>
                  <a:pt x="814" y="0"/>
                </a:cubicBezTo>
                <a:cubicBezTo>
                  <a:pt x="840" y="0"/>
                  <a:pt x="867" y="1"/>
                  <a:pt x="893" y="4"/>
                </a:cubicBezTo>
                <a:cubicBezTo>
                  <a:pt x="920" y="7"/>
                  <a:pt x="946" y="11"/>
                  <a:pt x="972" y="16"/>
                </a:cubicBezTo>
                <a:cubicBezTo>
                  <a:pt x="998" y="21"/>
                  <a:pt x="1024" y="27"/>
                  <a:pt x="1050" y="35"/>
                </a:cubicBezTo>
                <a:cubicBezTo>
                  <a:pt x="1075" y="43"/>
                  <a:pt x="1100" y="52"/>
                  <a:pt x="1125" y="62"/>
                </a:cubicBezTo>
                <a:cubicBezTo>
                  <a:pt x="1149" y="72"/>
                  <a:pt x="1173" y="84"/>
                  <a:pt x="1197" y="96"/>
                </a:cubicBezTo>
                <a:cubicBezTo>
                  <a:pt x="1220" y="109"/>
                  <a:pt x="1243" y="122"/>
                  <a:pt x="1265" y="137"/>
                </a:cubicBezTo>
                <a:cubicBezTo>
                  <a:pt x="1287" y="152"/>
                  <a:pt x="1309" y="168"/>
                  <a:pt x="1329" y="185"/>
                </a:cubicBezTo>
                <a:cubicBezTo>
                  <a:pt x="1350" y="201"/>
                  <a:pt x="1369" y="219"/>
                  <a:pt x="1388" y="238"/>
                </a:cubicBezTo>
                <a:cubicBezTo>
                  <a:pt x="1407" y="257"/>
                  <a:pt x="1425" y="277"/>
                  <a:pt x="1442" y="297"/>
                </a:cubicBezTo>
                <a:cubicBezTo>
                  <a:pt x="1459" y="318"/>
                  <a:pt x="1474" y="339"/>
                  <a:pt x="1489" y="361"/>
                </a:cubicBezTo>
                <a:cubicBezTo>
                  <a:pt x="1504" y="383"/>
                  <a:pt x="1518" y="406"/>
                  <a:pt x="1530" y="430"/>
                </a:cubicBezTo>
                <a:cubicBezTo>
                  <a:pt x="1543" y="453"/>
                  <a:pt x="1554" y="477"/>
                  <a:pt x="1564" y="502"/>
                </a:cubicBezTo>
                <a:cubicBezTo>
                  <a:pt x="1575" y="526"/>
                  <a:pt x="1583" y="551"/>
                  <a:pt x="1591" y="577"/>
                </a:cubicBezTo>
                <a:cubicBezTo>
                  <a:pt x="1599" y="602"/>
                  <a:pt x="1605" y="628"/>
                  <a:pt x="1611" y="654"/>
                </a:cubicBezTo>
                <a:cubicBezTo>
                  <a:pt x="1616" y="680"/>
                  <a:pt x="1620" y="706"/>
                  <a:pt x="1622" y="733"/>
                </a:cubicBezTo>
                <a:cubicBezTo>
                  <a:pt x="1625" y="759"/>
                  <a:pt x="1626" y="786"/>
                  <a:pt x="1626" y="813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1BB06142-1D43-4201-B90B-5D0AA6DE773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455564" y="1677542"/>
            <a:ext cx="33408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3E225C9-115C-4616-9282-0D2D1E67A6F5}"/>
              </a:ext>
            </a:extLst>
          </p:cNvPr>
          <p:cNvSpPr txBox="1"/>
          <p:nvPr/>
        </p:nvSpPr>
        <p:spPr>
          <a:xfrm>
            <a:off x="2082324" y="1533182"/>
            <a:ext cx="184248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Pretendard"/>
                <a:ea typeface="Pretendard"/>
              </a:rPr>
              <a:t>AI DevOps </a:t>
            </a:r>
            <a:r>
              <a:rPr lang="zh-CN" sz="1580" b="1" u="none" strike="noStrike">
                <a:solidFill>
                  <a:srgbClr val="1F2937"/>
                </a:solidFill>
                <a:effectLst/>
                <a:uFillTx/>
                <a:latin typeface="Pretendard"/>
                <a:ea typeface="Pretendard"/>
              </a:rPr>
              <a:t>솔루션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124A8A-7134-4653-A9B5-5198E538D548}"/>
              </a:ext>
            </a:extLst>
          </p:cNvPr>
          <p:cNvSpPr txBox="1"/>
          <p:nvPr/>
        </p:nvSpPr>
        <p:spPr>
          <a:xfrm>
            <a:off x="2082325" y="1877183"/>
            <a:ext cx="3595340" cy="4847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모델의 개발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배포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운영까지 전체 수명 주기를 체계적으로 관리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하고 자동화하는 솔루션을 제공합니다</a:t>
            </a:r>
            <a:endParaRPr lang="en-US" altLang="zh-CN" sz="1050" b="0" u="none" strike="noStrike" dirty="0">
              <a:solidFill>
                <a:srgbClr val="4B5563"/>
              </a:solidFill>
              <a:effectLst/>
              <a:uFillTx/>
              <a:latin typeface="Pretendard"/>
              <a:ea typeface="Pretendard"/>
            </a:endParaRPr>
          </a:p>
          <a:p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.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A781D793-02DA-4AC6-86A7-FA1DC04809D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082324" y="2344947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236662D-745D-434A-A7BD-01134A899CE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082324" y="2573515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1DB367D-BC71-4E91-91B6-3236E3CF4B4E}"/>
              </a:ext>
            </a:extLst>
          </p:cNvPr>
          <p:cNvSpPr txBox="1"/>
          <p:nvPr/>
        </p:nvSpPr>
        <p:spPr>
          <a:xfrm>
            <a:off x="2282844" y="2329827"/>
            <a:ext cx="1354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모델 관리 및 재현성 확보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3247A12-1AB2-40DD-9118-2037E42DEED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082324" y="280208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4E4683C3-4B32-4913-8790-1C999F696E09}"/>
              </a:ext>
            </a:extLst>
          </p:cNvPr>
          <p:cNvSpPr txBox="1"/>
          <p:nvPr/>
        </p:nvSpPr>
        <p:spPr>
          <a:xfrm>
            <a:off x="2282844" y="2558035"/>
            <a:ext cx="1478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체계적인 모델 평가 및 추적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자유형 335">
            <a:extLst>
              <a:ext uri="{FF2B5EF4-FFF2-40B4-BE49-F238E27FC236}">
                <a16:creationId xmlns:a16="http://schemas.microsoft.com/office/drawing/2014/main" id="{C93978EA-3D20-4FD1-88C1-F71902C502D7}"/>
              </a:ext>
            </a:extLst>
          </p:cNvPr>
          <p:cNvSpPr/>
          <p:nvPr/>
        </p:nvSpPr>
        <p:spPr>
          <a:xfrm>
            <a:off x="6076524" y="1340254"/>
            <a:ext cx="4680360" cy="1739719"/>
          </a:xfrm>
          <a:custGeom>
            <a:avLst/>
            <a:gdLst/>
            <a:ahLst/>
            <a:cxnLst/>
            <a:rect l="0" t="0" r="r" b="b"/>
            <a:pathLst>
              <a:path w="13001" h="5711">
                <a:moveTo>
                  <a:pt x="0" y="5432"/>
                </a:moveTo>
                <a:lnTo>
                  <a:pt x="0" y="232"/>
                </a:lnTo>
                <a:cubicBezTo>
                  <a:pt x="0" y="216"/>
                  <a:pt x="2" y="201"/>
                  <a:pt x="6" y="186"/>
                </a:cubicBezTo>
                <a:cubicBezTo>
                  <a:pt x="9" y="171"/>
                  <a:pt x="14" y="157"/>
                  <a:pt x="21" y="143"/>
                </a:cubicBezTo>
                <a:cubicBezTo>
                  <a:pt x="28" y="129"/>
                  <a:pt x="37" y="115"/>
                  <a:pt x="47" y="103"/>
                </a:cubicBezTo>
                <a:cubicBezTo>
                  <a:pt x="57" y="90"/>
                  <a:pt x="69" y="78"/>
                  <a:pt x="82" y="68"/>
                </a:cubicBezTo>
                <a:cubicBezTo>
                  <a:pt x="95" y="57"/>
                  <a:pt x="109" y="47"/>
                  <a:pt x="124" y="39"/>
                </a:cubicBezTo>
                <a:cubicBezTo>
                  <a:pt x="139" y="30"/>
                  <a:pt x="155" y="23"/>
                  <a:pt x="172" y="17"/>
                </a:cubicBezTo>
                <a:cubicBezTo>
                  <a:pt x="189" y="11"/>
                  <a:pt x="207" y="7"/>
                  <a:pt x="224" y="4"/>
                </a:cubicBezTo>
                <a:cubicBezTo>
                  <a:pt x="242" y="1"/>
                  <a:pt x="261" y="0"/>
                  <a:pt x="279" y="0"/>
                </a:cubicBezTo>
                <a:lnTo>
                  <a:pt x="12722" y="0"/>
                </a:lnTo>
                <a:cubicBezTo>
                  <a:pt x="12740" y="0"/>
                  <a:pt x="12758" y="1"/>
                  <a:pt x="12776" y="4"/>
                </a:cubicBezTo>
                <a:cubicBezTo>
                  <a:pt x="12794" y="7"/>
                  <a:pt x="12812" y="11"/>
                  <a:pt x="12829" y="17"/>
                </a:cubicBezTo>
                <a:cubicBezTo>
                  <a:pt x="12846" y="23"/>
                  <a:pt x="12862" y="30"/>
                  <a:pt x="12877" y="39"/>
                </a:cubicBezTo>
                <a:cubicBezTo>
                  <a:pt x="12892" y="47"/>
                  <a:pt x="12906" y="57"/>
                  <a:pt x="12919" y="68"/>
                </a:cubicBezTo>
                <a:cubicBezTo>
                  <a:pt x="12932" y="78"/>
                  <a:pt x="12943" y="90"/>
                  <a:pt x="12954" y="103"/>
                </a:cubicBezTo>
                <a:cubicBezTo>
                  <a:pt x="12964" y="115"/>
                  <a:pt x="12972" y="129"/>
                  <a:pt x="12979" y="143"/>
                </a:cubicBezTo>
                <a:cubicBezTo>
                  <a:pt x="12986" y="157"/>
                  <a:pt x="12992" y="171"/>
                  <a:pt x="12995" y="186"/>
                </a:cubicBezTo>
                <a:cubicBezTo>
                  <a:pt x="12999" y="201"/>
                  <a:pt x="13001" y="216"/>
                  <a:pt x="13001" y="232"/>
                </a:cubicBezTo>
                <a:lnTo>
                  <a:pt x="13001" y="5432"/>
                </a:lnTo>
                <a:cubicBezTo>
                  <a:pt x="13001" y="5451"/>
                  <a:pt x="12999" y="5469"/>
                  <a:pt x="12995" y="5487"/>
                </a:cubicBezTo>
                <a:cubicBezTo>
                  <a:pt x="12992" y="5505"/>
                  <a:pt x="12986" y="5522"/>
                  <a:pt x="12979" y="5539"/>
                </a:cubicBezTo>
                <a:cubicBezTo>
                  <a:pt x="12972" y="5556"/>
                  <a:pt x="12964" y="5572"/>
                  <a:pt x="12954" y="5587"/>
                </a:cubicBezTo>
                <a:cubicBezTo>
                  <a:pt x="12943" y="5602"/>
                  <a:pt x="12932" y="5616"/>
                  <a:pt x="12919" y="5629"/>
                </a:cubicBezTo>
                <a:cubicBezTo>
                  <a:pt x="12906" y="5642"/>
                  <a:pt x="12892" y="5654"/>
                  <a:pt x="12877" y="5664"/>
                </a:cubicBezTo>
                <a:cubicBezTo>
                  <a:pt x="12862" y="5674"/>
                  <a:pt x="12846" y="5683"/>
                  <a:pt x="12829" y="5690"/>
                </a:cubicBezTo>
                <a:cubicBezTo>
                  <a:pt x="12812" y="5697"/>
                  <a:pt x="12794" y="5702"/>
                  <a:pt x="12776" y="5706"/>
                </a:cubicBezTo>
                <a:cubicBezTo>
                  <a:pt x="12758" y="5709"/>
                  <a:pt x="12740" y="5711"/>
                  <a:pt x="12722" y="5711"/>
                </a:cubicBezTo>
                <a:lnTo>
                  <a:pt x="279" y="5711"/>
                </a:lnTo>
                <a:cubicBezTo>
                  <a:pt x="261" y="5711"/>
                  <a:pt x="242" y="5709"/>
                  <a:pt x="224" y="5706"/>
                </a:cubicBezTo>
                <a:cubicBezTo>
                  <a:pt x="207" y="5702"/>
                  <a:pt x="189" y="5697"/>
                  <a:pt x="172" y="5690"/>
                </a:cubicBezTo>
                <a:cubicBezTo>
                  <a:pt x="155" y="5683"/>
                  <a:pt x="139" y="5674"/>
                  <a:pt x="124" y="5664"/>
                </a:cubicBezTo>
                <a:cubicBezTo>
                  <a:pt x="109" y="5654"/>
                  <a:pt x="95" y="5642"/>
                  <a:pt x="82" y="5629"/>
                </a:cubicBezTo>
                <a:cubicBezTo>
                  <a:pt x="69" y="5616"/>
                  <a:pt x="57" y="5602"/>
                  <a:pt x="47" y="5587"/>
                </a:cubicBezTo>
                <a:cubicBezTo>
                  <a:pt x="37" y="5572"/>
                  <a:pt x="28" y="5556"/>
                  <a:pt x="21" y="5539"/>
                </a:cubicBezTo>
                <a:cubicBezTo>
                  <a:pt x="14" y="5522"/>
                  <a:pt x="9" y="5505"/>
                  <a:pt x="6" y="5487"/>
                </a:cubicBezTo>
                <a:cubicBezTo>
                  <a:pt x="2" y="5469"/>
                  <a:pt x="0" y="5451"/>
                  <a:pt x="0" y="54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자유형 336">
            <a:extLst>
              <a:ext uri="{FF2B5EF4-FFF2-40B4-BE49-F238E27FC236}">
                <a16:creationId xmlns:a16="http://schemas.microsoft.com/office/drawing/2014/main" id="{C3D89748-D95C-4F59-956A-BDFBDE69CBAA}"/>
              </a:ext>
            </a:extLst>
          </p:cNvPr>
          <p:cNvSpPr/>
          <p:nvPr/>
        </p:nvSpPr>
        <p:spPr>
          <a:xfrm>
            <a:off x="6076524" y="1323334"/>
            <a:ext cx="4680360" cy="72000"/>
          </a:xfrm>
          <a:custGeom>
            <a:avLst/>
            <a:gdLst/>
            <a:ahLst/>
            <a:cxnLst/>
            <a:rect l="0" t="0" r="r" b="b"/>
            <a:pathLst>
              <a:path w="13001" h="280">
                <a:moveTo>
                  <a:pt x="0" y="0"/>
                </a:moveTo>
                <a:lnTo>
                  <a:pt x="13001" y="0"/>
                </a:lnTo>
                <a:lnTo>
                  <a:pt x="13001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자유형 337">
            <a:extLst>
              <a:ext uri="{FF2B5EF4-FFF2-40B4-BE49-F238E27FC236}">
                <a16:creationId xmlns:a16="http://schemas.microsoft.com/office/drawing/2014/main" id="{9CBDE301-6240-467F-939D-135BBF825242}"/>
              </a:ext>
            </a:extLst>
          </p:cNvPr>
          <p:cNvSpPr/>
          <p:nvPr/>
        </p:nvSpPr>
        <p:spPr>
          <a:xfrm>
            <a:off x="6277044" y="1518422"/>
            <a:ext cx="585360" cy="585360"/>
          </a:xfrm>
          <a:custGeom>
            <a:avLst/>
            <a:gdLst/>
            <a:ahLst/>
            <a:cxnLst/>
            <a:rect l="0" t="0" r="r" b="b"/>
            <a:pathLst>
              <a:path w="1626" h="1626">
                <a:moveTo>
                  <a:pt x="1626" y="813"/>
                </a:moveTo>
                <a:cubicBezTo>
                  <a:pt x="1626" y="839"/>
                  <a:pt x="1625" y="866"/>
                  <a:pt x="1622" y="892"/>
                </a:cubicBezTo>
                <a:cubicBezTo>
                  <a:pt x="1620" y="919"/>
                  <a:pt x="1616" y="945"/>
                  <a:pt x="1611" y="971"/>
                </a:cubicBezTo>
                <a:cubicBezTo>
                  <a:pt x="1605" y="997"/>
                  <a:pt x="1599" y="1023"/>
                  <a:pt x="1591" y="1049"/>
                </a:cubicBezTo>
                <a:cubicBezTo>
                  <a:pt x="1584" y="1075"/>
                  <a:pt x="1575" y="1100"/>
                  <a:pt x="1564" y="1124"/>
                </a:cubicBezTo>
                <a:cubicBezTo>
                  <a:pt x="1554" y="1149"/>
                  <a:pt x="1543" y="1173"/>
                  <a:pt x="1530" y="1197"/>
                </a:cubicBezTo>
                <a:cubicBezTo>
                  <a:pt x="1518" y="1220"/>
                  <a:pt x="1504" y="1243"/>
                  <a:pt x="1489" y="1265"/>
                </a:cubicBezTo>
                <a:cubicBezTo>
                  <a:pt x="1475" y="1287"/>
                  <a:pt x="1459" y="1308"/>
                  <a:pt x="1442" y="1329"/>
                </a:cubicBezTo>
                <a:cubicBezTo>
                  <a:pt x="1425" y="1350"/>
                  <a:pt x="1407" y="1369"/>
                  <a:pt x="1388" y="1388"/>
                </a:cubicBezTo>
                <a:cubicBezTo>
                  <a:pt x="1370" y="1407"/>
                  <a:pt x="1350" y="1425"/>
                  <a:pt x="1329" y="1442"/>
                </a:cubicBezTo>
                <a:cubicBezTo>
                  <a:pt x="1309" y="1458"/>
                  <a:pt x="1287" y="1474"/>
                  <a:pt x="1264" y="1489"/>
                </a:cubicBezTo>
                <a:cubicBezTo>
                  <a:pt x="1242" y="1504"/>
                  <a:pt x="1219" y="1518"/>
                  <a:pt x="1196" y="1530"/>
                </a:cubicBezTo>
                <a:cubicBezTo>
                  <a:pt x="1172" y="1543"/>
                  <a:pt x="1148" y="1554"/>
                  <a:pt x="1124" y="1564"/>
                </a:cubicBezTo>
                <a:cubicBezTo>
                  <a:pt x="1099" y="1574"/>
                  <a:pt x="1074" y="1583"/>
                  <a:pt x="1049" y="1591"/>
                </a:cubicBezTo>
                <a:cubicBezTo>
                  <a:pt x="1023" y="1599"/>
                  <a:pt x="997" y="1605"/>
                  <a:pt x="971" y="1610"/>
                </a:cubicBezTo>
                <a:cubicBezTo>
                  <a:pt x="945" y="1616"/>
                  <a:pt x="919" y="1620"/>
                  <a:pt x="892" y="1622"/>
                </a:cubicBezTo>
                <a:cubicBezTo>
                  <a:pt x="866" y="1625"/>
                  <a:pt x="839" y="1626"/>
                  <a:pt x="813" y="1626"/>
                </a:cubicBezTo>
                <a:cubicBezTo>
                  <a:pt x="786" y="1626"/>
                  <a:pt x="760" y="1625"/>
                  <a:pt x="733" y="1622"/>
                </a:cubicBezTo>
                <a:cubicBezTo>
                  <a:pt x="707" y="1620"/>
                  <a:pt x="680" y="1616"/>
                  <a:pt x="654" y="1610"/>
                </a:cubicBezTo>
                <a:cubicBezTo>
                  <a:pt x="628" y="1605"/>
                  <a:pt x="602" y="1599"/>
                  <a:pt x="577" y="1591"/>
                </a:cubicBezTo>
                <a:cubicBezTo>
                  <a:pt x="552" y="1583"/>
                  <a:pt x="527" y="1574"/>
                  <a:pt x="502" y="1564"/>
                </a:cubicBezTo>
                <a:cubicBezTo>
                  <a:pt x="477" y="1554"/>
                  <a:pt x="453" y="1543"/>
                  <a:pt x="430" y="1530"/>
                </a:cubicBezTo>
                <a:cubicBezTo>
                  <a:pt x="406" y="1518"/>
                  <a:pt x="384" y="1504"/>
                  <a:pt x="361" y="1489"/>
                </a:cubicBezTo>
                <a:cubicBezTo>
                  <a:pt x="339" y="1474"/>
                  <a:pt x="318" y="1458"/>
                  <a:pt x="297" y="1442"/>
                </a:cubicBezTo>
                <a:cubicBezTo>
                  <a:pt x="277" y="1425"/>
                  <a:pt x="257" y="1407"/>
                  <a:pt x="238" y="1388"/>
                </a:cubicBezTo>
                <a:cubicBezTo>
                  <a:pt x="220" y="1369"/>
                  <a:pt x="202" y="1350"/>
                  <a:pt x="185" y="1329"/>
                </a:cubicBezTo>
                <a:cubicBezTo>
                  <a:pt x="168" y="1308"/>
                  <a:pt x="152" y="1287"/>
                  <a:pt x="137" y="1265"/>
                </a:cubicBezTo>
                <a:cubicBezTo>
                  <a:pt x="123" y="1243"/>
                  <a:pt x="109" y="1220"/>
                  <a:pt x="96" y="1197"/>
                </a:cubicBezTo>
                <a:cubicBezTo>
                  <a:pt x="84" y="1173"/>
                  <a:pt x="72" y="1149"/>
                  <a:pt x="62" y="1124"/>
                </a:cubicBezTo>
                <a:cubicBezTo>
                  <a:pt x="52" y="1100"/>
                  <a:pt x="43" y="1075"/>
                  <a:pt x="35" y="1049"/>
                </a:cubicBezTo>
                <a:cubicBezTo>
                  <a:pt x="28" y="1023"/>
                  <a:pt x="21" y="997"/>
                  <a:pt x="16" y="971"/>
                </a:cubicBezTo>
                <a:cubicBezTo>
                  <a:pt x="11" y="945"/>
                  <a:pt x="7" y="919"/>
                  <a:pt x="4" y="892"/>
                </a:cubicBezTo>
                <a:cubicBezTo>
                  <a:pt x="2" y="866"/>
                  <a:pt x="0" y="839"/>
                  <a:pt x="0" y="813"/>
                </a:cubicBezTo>
                <a:cubicBezTo>
                  <a:pt x="0" y="786"/>
                  <a:pt x="2" y="759"/>
                  <a:pt x="4" y="733"/>
                </a:cubicBezTo>
                <a:cubicBezTo>
                  <a:pt x="7" y="706"/>
                  <a:pt x="11" y="680"/>
                  <a:pt x="16" y="654"/>
                </a:cubicBezTo>
                <a:cubicBezTo>
                  <a:pt x="21" y="628"/>
                  <a:pt x="28" y="602"/>
                  <a:pt x="35" y="577"/>
                </a:cubicBezTo>
                <a:cubicBezTo>
                  <a:pt x="43" y="551"/>
                  <a:pt x="52" y="526"/>
                  <a:pt x="62" y="502"/>
                </a:cubicBezTo>
                <a:cubicBezTo>
                  <a:pt x="72" y="477"/>
                  <a:pt x="84" y="453"/>
                  <a:pt x="96" y="430"/>
                </a:cubicBezTo>
                <a:cubicBezTo>
                  <a:pt x="109" y="406"/>
                  <a:pt x="123" y="383"/>
                  <a:pt x="137" y="361"/>
                </a:cubicBezTo>
                <a:cubicBezTo>
                  <a:pt x="152" y="339"/>
                  <a:pt x="168" y="318"/>
                  <a:pt x="185" y="297"/>
                </a:cubicBezTo>
                <a:cubicBezTo>
                  <a:pt x="202" y="277"/>
                  <a:pt x="220" y="257"/>
                  <a:pt x="238" y="238"/>
                </a:cubicBezTo>
                <a:cubicBezTo>
                  <a:pt x="257" y="219"/>
                  <a:pt x="277" y="201"/>
                  <a:pt x="297" y="185"/>
                </a:cubicBezTo>
                <a:cubicBezTo>
                  <a:pt x="318" y="168"/>
                  <a:pt x="339" y="152"/>
                  <a:pt x="361" y="137"/>
                </a:cubicBezTo>
                <a:cubicBezTo>
                  <a:pt x="384" y="122"/>
                  <a:pt x="406" y="109"/>
                  <a:pt x="430" y="96"/>
                </a:cubicBezTo>
                <a:cubicBezTo>
                  <a:pt x="453" y="84"/>
                  <a:pt x="477" y="72"/>
                  <a:pt x="502" y="62"/>
                </a:cubicBezTo>
                <a:cubicBezTo>
                  <a:pt x="527" y="52"/>
                  <a:pt x="552" y="43"/>
                  <a:pt x="577" y="35"/>
                </a:cubicBezTo>
                <a:cubicBezTo>
                  <a:pt x="602" y="27"/>
                  <a:pt x="628" y="21"/>
                  <a:pt x="654" y="16"/>
                </a:cubicBezTo>
                <a:cubicBezTo>
                  <a:pt x="680" y="11"/>
                  <a:pt x="707" y="7"/>
                  <a:pt x="733" y="4"/>
                </a:cubicBezTo>
                <a:cubicBezTo>
                  <a:pt x="760" y="1"/>
                  <a:pt x="786" y="0"/>
                  <a:pt x="813" y="0"/>
                </a:cubicBezTo>
                <a:cubicBezTo>
                  <a:pt x="839" y="0"/>
                  <a:pt x="866" y="1"/>
                  <a:pt x="892" y="4"/>
                </a:cubicBezTo>
                <a:cubicBezTo>
                  <a:pt x="919" y="7"/>
                  <a:pt x="945" y="11"/>
                  <a:pt x="971" y="16"/>
                </a:cubicBezTo>
                <a:cubicBezTo>
                  <a:pt x="997" y="21"/>
                  <a:pt x="1023" y="27"/>
                  <a:pt x="1049" y="35"/>
                </a:cubicBezTo>
                <a:cubicBezTo>
                  <a:pt x="1074" y="43"/>
                  <a:pt x="1099" y="52"/>
                  <a:pt x="1124" y="62"/>
                </a:cubicBezTo>
                <a:cubicBezTo>
                  <a:pt x="1148" y="72"/>
                  <a:pt x="1172" y="84"/>
                  <a:pt x="1196" y="96"/>
                </a:cubicBezTo>
                <a:cubicBezTo>
                  <a:pt x="1219" y="109"/>
                  <a:pt x="1242" y="122"/>
                  <a:pt x="1264" y="137"/>
                </a:cubicBezTo>
                <a:cubicBezTo>
                  <a:pt x="1287" y="152"/>
                  <a:pt x="1309" y="168"/>
                  <a:pt x="1329" y="185"/>
                </a:cubicBezTo>
                <a:cubicBezTo>
                  <a:pt x="1350" y="201"/>
                  <a:pt x="1370" y="219"/>
                  <a:pt x="1388" y="238"/>
                </a:cubicBezTo>
                <a:cubicBezTo>
                  <a:pt x="1407" y="257"/>
                  <a:pt x="1425" y="277"/>
                  <a:pt x="1442" y="297"/>
                </a:cubicBezTo>
                <a:cubicBezTo>
                  <a:pt x="1459" y="318"/>
                  <a:pt x="1475" y="339"/>
                  <a:pt x="1489" y="361"/>
                </a:cubicBezTo>
                <a:cubicBezTo>
                  <a:pt x="1504" y="383"/>
                  <a:pt x="1518" y="406"/>
                  <a:pt x="1530" y="430"/>
                </a:cubicBezTo>
                <a:cubicBezTo>
                  <a:pt x="1543" y="453"/>
                  <a:pt x="1554" y="477"/>
                  <a:pt x="1564" y="502"/>
                </a:cubicBezTo>
                <a:cubicBezTo>
                  <a:pt x="1575" y="526"/>
                  <a:pt x="1584" y="551"/>
                  <a:pt x="1591" y="577"/>
                </a:cubicBezTo>
                <a:cubicBezTo>
                  <a:pt x="1599" y="602"/>
                  <a:pt x="1605" y="628"/>
                  <a:pt x="1611" y="654"/>
                </a:cubicBezTo>
                <a:cubicBezTo>
                  <a:pt x="1616" y="680"/>
                  <a:pt x="1620" y="706"/>
                  <a:pt x="1622" y="733"/>
                </a:cubicBezTo>
                <a:cubicBezTo>
                  <a:pt x="1625" y="759"/>
                  <a:pt x="1626" y="786"/>
                  <a:pt x="1626" y="813"/>
                </a:cubicBezTo>
                <a:close/>
              </a:path>
            </a:pathLst>
          </a:custGeom>
          <a:solidFill>
            <a:srgbClr val="CEF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C0C8EBE2-4B67-4643-AE14-6B5B548B378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36164" y="1677542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485D014-4BBE-4DA5-9DD6-D8B4A0C8B561}"/>
              </a:ext>
            </a:extLst>
          </p:cNvPr>
          <p:cNvSpPr txBox="1"/>
          <p:nvPr/>
        </p:nvSpPr>
        <p:spPr>
          <a:xfrm>
            <a:off x="2282844" y="2786603"/>
            <a:ext cx="1601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안정적인 모델 배포 및 서비스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3AD17E-85D8-461A-B64E-2DB8B6FBF745}"/>
              </a:ext>
            </a:extLst>
          </p:cNvPr>
          <p:cNvSpPr txBox="1"/>
          <p:nvPr/>
        </p:nvSpPr>
        <p:spPr>
          <a:xfrm>
            <a:off x="7029444" y="1533182"/>
            <a:ext cx="175788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1" u="none" strike="noStrike">
                <a:solidFill>
                  <a:srgbClr val="1F2937"/>
                </a:solidFill>
                <a:effectLst/>
                <a:uFillTx/>
                <a:latin typeface="Pretendard"/>
                <a:ea typeface="Pretendard"/>
              </a:rPr>
              <a:t>모델 파인튜닝 서비스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A5CFCC-B7CE-4293-A4AA-16B95D8E2CB2}"/>
              </a:ext>
            </a:extLst>
          </p:cNvPr>
          <p:cNvSpPr txBox="1"/>
          <p:nvPr/>
        </p:nvSpPr>
        <p:spPr>
          <a:xfrm>
            <a:off x="7029444" y="1877184"/>
            <a:ext cx="3533713" cy="3231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고객이 보유한 고유의 데이터와 비즈니스 지식을 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모델에 학습시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켜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, 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특정 도메인에 특화된 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AI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를 제공합니다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.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F666EFB0-F55A-4D8D-84E5-575B3ACCF368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029444" y="2353414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D0FA5B25-DD1F-4F56-80CB-0C5EB6217FD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029444" y="2581982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3D25A5A-3E97-4576-B1C2-2859EE54B101}"/>
              </a:ext>
            </a:extLst>
          </p:cNvPr>
          <p:cNvSpPr txBox="1"/>
          <p:nvPr/>
        </p:nvSpPr>
        <p:spPr>
          <a:xfrm>
            <a:off x="7229964" y="2338294"/>
            <a:ext cx="1201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고객 맞춤형 모델 학습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73A7B8D9-C7F5-4EE9-B0A6-79108FA3EF9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029444" y="281055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2AD0E14-9A57-4C13-B1E3-AFBD6A2EEDD7}"/>
              </a:ext>
            </a:extLst>
          </p:cNvPr>
          <p:cNvSpPr txBox="1"/>
          <p:nvPr/>
        </p:nvSpPr>
        <p:spPr>
          <a:xfrm>
            <a:off x="7229964" y="2566502"/>
            <a:ext cx="1830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검색 증강 생성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(RAG) </a:t>
            </a:r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기술 적용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자유형 349">
            <a:extLst>
              <a:ext uri="{FF2B5EF4-FFF2-40B4-BE49-F238E27FC236}">
                <a16:creationId xmlns:a16="http://schemas.microsoft.com/office/drawing/2014/main" id="{15FE5376-3031-45E4-9D5C-CFD8965CF037}"/>
              </a:ext>
            </a:extLst>
          </p:cNvPr>
          <p:cNvSpPr/>
          <p:nvPr/>
        </p:nvSpPr>
        <p:spPr>
          <a:xfrm>
            <a:off x="1129404" y="3204798"/>
            <a:ext cx="4680000" cy="72000"/>
          </a:xfrm>
          <a:custGeom>
            <a:avLst/>
            <a:gdLst/>
            <a:ahLst/>
            <a:cxnLst/>
            <a:rect l="0" t="0" r="r" b="b"/>
            <a:pathLst>
              <a:path w="13000" h="279">
                <a:moveTo>
                  <a:pt x="0" y="0"/>
                </a:moveTo>
                <a:lnTo>
                  <a:pt x="13000" y="0"/>
                </a:lnTo>
                <a:lnTo>
                  <a:pt x="13000" y="279"/>
                </a:lnTo>
                <a:lnTo>
                  <a:pt x="0" y="279"/>
                </a:lnTo>
                <a:lnTo>
                  <a:pt x="0" y="0"/>
                </a:lnTo>
                <a:close/>
              </a:path>
            </a:pathLst>
          </a:custGeom>
          <a:solidFill>
            <a:srgbClr val="FB923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196D45-384B-4951-A9AD-512BCE792294}"/>
              </a:ext>
            </a:extLst>
          </p:cNvPr>
          <p:cNvSpPr txBox="1"/>
          <p:nvPr/>
        </p:nvSpPr>
        <p:spPr>
          <a:xfrm>
            <a:off x="7229964" y="2795070"/>
            <a:ext cx="1171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지속적인 성능 최적화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자유형 361">
            <a:extLst>
              <a:ext uri="{FF2B5EF4-FFF2-40B4-BE49-F238E27FC236}">
                <a16:creationId xmlns:a16="http://schemas.microsoft.com/office/drawing/2014/main" id="{FD646DBF-6595-481A-8E9B-D88C8D48B3C3}"/>
              </a:ext>
            </a:extLst>
          </p:cNvPr>
          <p:cNvSpPr/>
          <p:nvPr/>
        </p:nvSpPr>
        <p:spPr>
          <a:xfrm>
            <a:off x="6076524" y="3429000"/>
            <a:ext cx="4680360" cy="1708557"/>
          </a:xfrm>
          <a:custGeom>
            <a:avLst/>
            <a:gdLst/>
            <a:ahLst/>
            <a:cxnLst/>
            <a:rect l="0" t="0" r="r" b="b"/>
            <a:pathLst>
              <a:path w="13001" h="5712">
                <a:moveTo>
                  <a:pt x="0" y="5433"/>
                </a:moveTo>
                <a:lnTo>
                  <a:pt x="0" y="232"/>
                </a:lnTo>
                <a:cubicBezTo>
                  <a:pt x="0" y="217"/>
                  <a:pt x="2" y="202"/>
                  <a:pt x="6" y="187"/>
                </a:cubicBezTo>
                <a:cubicBezTo>
                  <a:pt x="9" y="172"/>
                  <a:pt x="14" y="158"/>
                  <a:pt x="21" y="144"/>
                </a:cubicBezTo>
                <a:cubicBezTo>
                  <a:pt x="28" y="129"/>
                  <a:pt x="37" y="116"/>
                  <a:pt x="47" y="103"/>
                </a:cubicBezTo>
                <a:cubicBezTo>
                  <a:pt x="57" y="91"/>
                  <a:pt x="69" y="79"/>
                  <a:pt x="82" y="68"/>
                </a:cubicBezTo>
                <a:cubicBezTo>
                  <a:pt x="95" y="57"/>
                  <a:pt x="109" y="48"/>
                  <a:pt x="124" y="39"/>
                </a:cubicBezTo>
                <a:cubicBezTo>
                  <a:pt x="139" y="31"/>
                  <a:pt x="155" y="24"/>
                  <a:pt x="172" y="18"/>
                </a:cubicBezTo>
                <a:cubicBezTo>
                  <a:pt x="189" y="12"/>
                  <a:pt x="207" y="8"/>
                  <a:pt x="224" y="5"/>
                </a:cubicBezTo>
                <a:cubicBezTo>
                  <a:pt x="242" y="2"/>
                  <a:pt x="261" y="0"/>
                  <a:pt x="279" y="0"/>
                </a:cubicBezTo>
                <a:lnTo>
                  <a:pt x="12722" y="0"/>
                </a:lnTo>
                <a:cubicBezTo>
                  <a:pt x="12740" y="0"/>
                  <a:pt x="12758" y="2"/>
                  <a:pt x="12776" y="5"/>
                </a:cubicBezTo>
                <a:cubicBezTo>
                  <a:pt x="12794" y="8"/>
                  <a:pt x="12812" y="12"/>
                  <a:pt x="12829" y="18"/>
                </a:cubicBezTo>
                <a:cubicBezTo>
                  <a:pt x="12846" y="24"/>
                  <a:pt x="12862" y="31"/>
                  <a:pt x="12877" y="39"/>
                </a:cubicBezTo>
                <a:cubicBezTo>
                  <a:pt x="12892" y="48"/>
                  <a:pt x="12906" y="57"/>
                  <a:pt x="12919" y="68"/>
                </a:cubicBezTo>
                <a:cubicBezTo>
                  <a:pt x="12932" y="79"/>
                  <a:pt x="12943" y="91"/>
                  <a:pt x="12954" y="103"/>
                </a:cubicBezTo>
                <a:cubicBezTo>
                  <a:pt x="12964" y="116"/>
                  <a:pt x="12972" y="129"/>
                  <a:pt x="12979" y="144"/>
                </a:cubicBezTo>
                <a:cubicBezTo>
                  <a:pt x="12986" y="158"/>
                  <a:pt x="12992" y="172"/>
                  <a:pt x="12995" y="187"/>
                </a:cubicBezTo>
                <a:cubicBezTo>
                  <a:pt x="12999" y="202"/>
                  <a:pt x="13001" y="217"/>
                  <a:pt x="13001" y="232"/>
                </a:cubicBezTo>
                <a:lnTo>
                  <a:pt x="13001" y="5433"/>
                </a:lnTo>
                <a:cubicBezTo>
                  <a:pt x="13001" y="5451"/>
                  <a:pt x="12999" y="5469"/>
                  <a:pt x="12995" y="5487"/>
                </a:cubicBezTo>
                <a:cubicBezTo>
                  <a:pt x="12992" y="5505"/>
                  <a:pt x="12986" y="5523"/>
                  <a:pt x="12979" y="5540"/>
                </a:cubicBezTo>
                <a:cubicBezTo>
                  <a:pt x="12972" y="5557"/>
                  <a:pt x="12964" y="5573"/>
                  <a:pt x="12954" y="5588"/>
                </a:cubicBezTo>
                <a:cubicBezTo>
                  <a:pt x="12943" y="5603"/>
                  <a:pt x="12932" y="5617"/>
                  <a:pt x="12919" y="5630"/>
                </a:cubicBezTo>
                <a:cubicBezTo>
                  <a:pt x="12906" y="5643"/>
                  <a:pt x="12892" y="5655"/>
                  <a:pt x="12877" y="5665"/>
                </a:cubicBezTo>
                <a:cubicBezTo>
                  <a:pt x="12862" y="5675"/>
                  <a:pt x="12846" y="5683"/>
                  <a:pt x="12829" y="5690"/>
                </a:cubicBezTo>
                <a:cubicBezTo>
                  <a:pt x="12812" y="5697"/>
                  <a:pt x="12794" y="5703"/>
                  <a:pt x="12776" y="5706"/>
                </a:cubicBezTo>
                <a:cubicBezTo>
                  <a:pt x="12758" y="5710"/>
                  <a:pt x="12740" y="5712"/>
                  <a:pt x="12722" y="5712"/>
                </a:cubicBezTo>
                <a:lnTo>
                  <a:pt x="279" y="5712"/>
                </a:lnTo>
                <a:cubicBezTo>
                  <a:pt x="261" y="5712"/>
                  <a:pt x="242" y="5710"/>
                  <a:pt x="224" y="5706"/>
                </a:cubicBezTo>
                <a:cubicBezTo>
                  <a:pt x="207" y="5703"/>
                  <a:pt x="189" y="5697"/>
                  <a:pt x="172" y="5690"/>
                </a:cubicBezTo>
                <a:cubicBezTo>
                  <a:pt x="155" y="5683"/>
                  <a:pt x="139" y="5675"/>
                  <a:pt x="124" y="5665"/>
                </a:cubicBezTo>
                <a:cubicBezTo>
                  <a:pt x="109" y="5655"/>
                  <a:pt x="95" y="5643"/>
                  <a:pt x="82" y="5630"/>
                </a:cubicBezTo>
                <a:cubicBezTo>
                  <a:pt x="69" y="5617"/>
                  <a:pt x="57" y="5603"/>
                  <a:pt x="47" y="5588"/>
                </a:cubicBezTo>
                <a:cubicBezTo>
                  <a:pt x="37" y="5573"/>
                  <a:pt x="28" y="5557"/>
                  <a:pt x="21" y="5540"/>
                </a:cubicBezTo>
                <a:cubicBezTo>
                  <a:pt x="14" y="5523"/>
                  <a:pt x="9" y="5505"/>
                  <a:pt x="6" y="5487"/>
                </a:cubicBezTo>
                <a:cubicBezTo>
                  <a:pt x="2" y="5469"/>
                  <a:pt x="0" y="5451"/>
                  <a:pt x="0" y="54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자유형 362">
            <a:extLst>
              <a:ext uri="{FF2B5EF4-FFF2-40B4-BE49-F238E27FC236}">
                <a16:creationId xmlns:a16="http://schemas.microsoft.com/office/drawing/2014/main" id="{E9552D16-7D30-4151-AB28-40C73AF2F3FB}"/>
              </a:ext>
            </a:extLst>
          </p:cNvPr>
          <p:cNvSpPr/>
          <p:nvPr/>
        </p:nvSpPr>
        <p:spPr>
          <a:xfrm>
            <a:off x="6076524" y="3208247"/>
            <a:ext cx="4680360" cy="72000"/>
          </a:xfrm>
          <a:custGeom>
            <a:avLst/>
            <a:gdLst/>
            <a:ahLst/>
            <a:cxnLst/>
            <a:rect l="0" t="0" r="r" b="b"/>
            <a:pathLst>
              <a:path w="13001" h="279">
                <a:moveTo>
                  <a:pt x="0" y="0"/>
                </a:moveTo>
                <a:lnTo>
                  <a:pt x="13001" y="0"/>
                </a:lnTo>
                <a:lnTo>
                  <a:pt x="13001" y="279"/>
                </a:lnTo>
                <a:lnTo>
                  <a:pt x="0" y="279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자유형 363">
            <a:extLst>
              <a:ext uri="{FF2B5EF4-FFF2-40B4-BE49-F238E27FC236}">
                <a16:creationId xmlns:a16="http://schemas.microsoft.com/office/drawing/2014/main" id="{36AC992A-F5A1-49A6-BB93-4E03F7D56665}"/>
              </a:ext>
            </a:extLst>
          </p:cNvPr>
          <p:cNvSpPr/>
          <p:nvPr/>
        </p:nvSpPr>
        <p:spPr>
          <a:xfrm>
            <a:off x="6277044" y="3607527"/>
            <a:ext cx="585360" cy="585360"/>
          </a:xfrm>
          <a:custGeom>
            <a:avLst/>
            <a:gdLst/>
            <a:ahLst/>
            <a:cxnLst/>
            <a:rect l="0" t="0" r="r" b="b"/>
            <a:pathLst>
              <a:path w="1626" h="1626">
                <a:moveTo>
                  <a:pt x="1626" y="812"/>
                </a:moveTo>
                <a:cubicBezTo>
                  <a:pt x="1626" y="839"/>
                  <a:pt x="1625" y="865"/>
                  <a:pt x="1622" y="892"/>
                </a:cubicBezTo>
                <a:cubicBezTo>
                  <a:pt x="1620" y="918"/>
                  <a:pt x="1616" y="945"/>
                  <a:pt x="1611" y="971"/>
                </a:cubicBezTo>
                <a:cubicBezTo>
                  <a:pt x="1605" y="997"/>
                  <a:pt x="1599" y="1023"/>
                  <a:pt x="1591" y="1049"/>
                </a:cubicBezTo>
                <a:cubicBezTo>
                  <a:pt x="1584" y="1075"/>
                  <a:pt x="1575" y="1100"/>
                  <a:pt x="1564" y="1124"/>
                </a:cubicBezTo>
                <a:cubicBezTo>
                  <a:pt x="1554" y="1149"/>
                  <a:pt x="1543" y="1173"/>
                  <a:pt x="1530" y="1196"/>
                </a:cubicBezTo>
                <a:cubicBezTo>
                  <a:pt x="1518" y="1220"/>
                  <a:pt x="1504" y="1242"/>
                  <a:pt x="1489" y="1265"/>
                </a:cubicBezTo>
                <a:cubicBezTo>
                  <a:pt x="1475" y="1287"/>
                  <a:pt x="1459" y="1308"/>
                  <a:pt x="1442" y="1329"/>
                </a:cubicBezTo>
                <a:cubicBezTo>
                  <a:pt x="1425" y="1349"/>
                  <a:pt x="1407" y="1369"/>
                  <a:pt x="1388" y="1388"/>
                </a:cubicBezTo>
                <a:cubicBezTo>
                  <a:pt x="1370" y="1407"/>
                  <a:pt x="1350" y="1424"/>
                  <a:pt x="1329" y="1441"/>
                </a:cubicBezTo>
                <a:cubicBezTo>
                  <a:pt x="1309" y="1458"/>
                  <a:pt x="1287" y="1474"/>
                  <a:pt x="1264" y="1489"/>
                </a:cubicBezTo>
                <a:cubicBezTo>
                  <a:pt x="1242" y="1504"/>
                  <a:pt x="1219" y="1517"/>
                  <a:pt x="1196" y="1530"/>
                </a:cubicBezTo>
                <a:cubicBezTo>
                  <a:pt x="1172" y="1542"/>
                  <a:pt x="1148" y="1554"/>
                  <a:pt x="1124" y="1564"/>
                </a:cubicBezTo>
                <a:cubicBezTo>
                  <a:pt x="1099" y="1574"/>
                  <a:pt x="1074" y="1583"/>
                  <a:pt x="1049" y="1591"/>
                </a:cubicBezTo>
                <a:cubicBezTo>
                  <a:pt x="1023" y="1598"/>
                  <a:pt x="997" y="1605"/>
                  <a:pt x="971" y="1610"/>
                </a:cubicBezTo>
                <a:cubicBezTo>
                  <a:pt x="945" y="1615"/>
                  <a:pt x="919" y="1619"/>
                  <a:pt x="892" y="1622"/>
                </a:cubicBezTo>
                <a:cubicBezTo>
                  <a:pt x="866" y="1624"/>
                  <a:pt x="839" y="1626"/>
                  <a:pt x="813" y="1626"/>
                </a:cubicBezTo>
                <a:cubicBezTo>
                  <a:pt x="786" y="1626"/>
                  <a:pt x="760" y="1624"/>
                  <a:pt x="733" y="1622"/>
                </a:cubicBezTo>
                <a:cubicBezTo>
                  <a:pt x="707" y="1619"/>
                  <a:pt x="680" y="1615"/>
                  <a:pt x="654" y="1610"/>
                </a:cubicBezTo>
                <a:cubicBezTo>
                  <a:pt x="628" y="1605"/>
                  <a:pt x="602" y="1598"/>
                  <a:pt x="577" y="1591"/>
                </a:cubicBezTo>
                <a:cubicBezTo>
                  <a:pt x="552" y="1583"/>
                  <a:pt x="527" y="1574"/>
                  <a:pt x="502" y="1564"/>
                </a:cubicBezTo>
                <a:cubicBezTo>
                  <a:pt x="477" y="1554"/>
                  <a:pt x="453" y="1542"/>
                  <a:pt x="430" y="1530"/>
                </a:cubicBezTo>
                <a:cubicBezTo>
                  <a:pt x="406" y="1517"/>
                  <a:pt x="384" y="1504"/>
                  <a:pt x="361" y="1489"/>
                </a:cubicBezTo>
                <a:cubicBezTo>
                  <a:pt x="339" y="1474"/>
                  <a:pt x="318" y="1458"/>
                  <a:pt x="297" y="1441"/>
                </a:cubicBezTo>
                <a:cubicBezTo>
                  <a:pt x="277" y="1424"/>
                  <a:pt x="257" y="1407"/>
                  <a:pt x="238" y="1388"/>
                </a:cubicBezTo>
                <a:cubicBezTo>
                  <a:pt x="220" y="1369"/>
                  <a:pt x="202" y="1349"/>
                  <a:pt x="185" y="1329"/>
                </a:cubicBezTo>
                <a:cubicBezTo>
                  <a:pt x="168" y="1308"/>
                  <a:pt x="152" y="1287"/>
                  <a:pt x="137" y="1265"/>
                </a:cubicBezTo>
                <a:cubicBezTo>
                  <a:pt x="123" y="1242"/>
                  <a:pt x="109" y="1220"/>
                  <a:pt x="96" y="1196"/>
                </a:cubicBezTo>
                <a:cubicBezTo>
                  <a:pt x="84" y="1173"/>
                  <a:pt x="72" y="1149"/>
                  <a:pt x="62" y="1124"/>
                </a:cubicBezTo>
                <a:cubicBezTo>
                  <a:pt x="52" y="1100"/>
                  <a:pt x="43" y="1075"/>
                  <a:pt x="35" y="1049"/>
                </a:cubicBezTo>
                <a:cubicBezTo>
                  <a:pt x="28" y="1023"/>
                  <a:pt x="21" y="997"/>
                  <a:pt x="16" y="971"/>
                </a:cubicBezTo>
                <a:cubicBezTo>
                  <a:pt x="11" y="945"/>
                  <a:pt x="7" y="918"/>
                  <a:pt x="4" y="892"/>
                </a:cubicBezTo>
                <a:cubicBezTo>
                  <a:pt x="2" y="865"/>
                  <a:pt x="0" y="839"/>
                  <a:pt x="0" y="812"/>
                </a:cubicBezTo>
                <a:cubicBezTo>
                  <a:pt x="0" y="786"/>
                  <a:pt x="2" y="759"/>
                  <a:pt x="4" y="733"/>
                </a:cubicBezTo>
                <a:cubicBezTo>
                  <a:pt x="7" y="706"/>
                  <a:pt x="11" y="680"/>
                  <a:pt x="16" y="654"/>
                </a:cubicBezTo>
                <a:cubicBezTo>
                  <a:pt x="21" y="628"/>
                  <a:pt x="28" y="602"/>
                  <a:pt x="35" y="576"/>
                </a:cubicBezTo>
                <a:cubicBezTo>
                  <a:pt x="43" y="551"/>
                  <a:pt x="52" y="526"/>
                  <a:pt x="62" y="501"/>
                </a:cubicBezTo>
                <a:cubicBezTo>
                  <a:pt x="72" y="477"/>
                  <a:pt x="84" y="453"/>
                  <a:pt x="96" y="429"/>
                </a:cubicBezTo>
                <a:cubicBezTo>
                  <a:pt x="109" y="406"/>
                  <a:pt x="123" y="383"/>
                  <a:pt x="137" y="361"/>
                </a:cubicBezTo>
                <a:cubicBezTo>
                  <a:pt x="152" y="339"/>
                  <a:pt x="168" y="317"/>
                  <a:pt x="185" y="297"/>
                </a:cubicBezTo>
                <a:cubicBezTo>
                  <a:pt x="202" y="276"/>
                  <a:pt x="220" y="257"/>
                  <a:pt x="238" y="238"/>
                </a:cubicBezTo>
                <a:cubicBezTo>
                  <a:pt x="257" y="219"/>
                  <a:pt x="277" y="201"/>
                  <a:pt x="297" y="184"/>
                </a:cubicBezTo>
                <a:cubicBezTo>
                  <a:pt x="318" y="167"/>
                  <a:pt x="339" y="151"/>
                  <a:pt x="361" y="137"/>
                </a:cubicBezTo>
                <a:cubicBezTo>
                  <a:pt x="384" y="122"/>
                  <a:pt x="406" y="108"/>
                  <a:pt x="430" y="96"/>
                </a:cubicBezTo>
                <a:cubicBezTo>
                  <a:pt x="453" y="83"/>
                  <a:pt x="477" y="72"/>
                  <a:pt x="502" y="62"/>
                </a:cubicBezTo>
                <a:cubicBezTo>
                  <a:pt x="527" y="51"/>
                  <a:pt x="552" y="42"/>
                  <a:pt x="577" y="35"/>
                </a:cubicBezTo>
                <a:cubicBezTo>
                  <a:pt x="602" y="27"/>
                  <a:pt x="628" y="21"/>
                  <a:pt x="654" y="15"/>
                </a:cubicBezTo>
                <a:cubicBezTo>
                  <a:pt x="680" y="10"/>
                  <a:pt x="707" y="6"/>
                  <a:pt x="733" y="4"/>
                </a:cubicBezTo>
                <a:cubicBezTo>
                  <a:pt x="760" y="1"/>
                  <a:pt x="786" y="0"/>
                  <a:pt x="813" y="0"/>
                </a:cubicBezTo>
                <a:cubicBezTo>
                  <a:pt x="839" y="0"/>
                  <a:pt x="866" y="1"/>
                  <a:pt x="892" y="4"/>
                </a:cubicBezTo>
                <a:cubicBezTo>
                  <a:pt x="919" y="6"/>
                  <a:pt x="945" y="10"/>
                  <a:pt x="971" y="15"/>
                </a:cubicBezTo>
                <a:cubicBezTo>
                  <a:pt x="997" y="21"/>
                  <a:pt x="1023" y="27"/>
                  <a:pt x="1049" y="35"/>
                </a:cubicBezTo>
                <a:cubicBezTo>
                  <a:pt x="1074" y="42"/>
                  <a:pt x="1099" y="51"/>
                  <a:pt x="1124" y="62"/>
                </a:cubicBezTo>
                <a:cubicBezTo>
                  <a:pt x="1148" y="72"/>
                  <a:pt x="1172" y="83"/>
                  <a:pt x="1196" y="96"/>
                </a:cubicBezTo>
                <a:cubicBezTo>
                  <a:pt x="1219" y="108"/>
                  <a:pt x="1242" y="122"/>
                  <a:pt x="1264" y="137"/>
                </a:cubicBezTo>
                <a:cubicBezTo>
                  <a:pt x="1287" y="151"/>
                  <a:pt x="1309" y="167"/>
                  <a:pt x="1329" y="184"/>
                </a:cubicBezTo>
                <a:cubicBezTo>
                  <a:pt x="1350" y="201"/>
                  <a:pt x="1370" y="219"/>
                  <a:pt x="1388" y="238"/>
                </a:cubicBezTo>
                <a:cubicBezTo>
                  <a:pt x="1407" y="257"/>
                  <a:pt x="1425" y="276"/>
                  <a:pt x="1442" y="297"/>
                </a:cubicBezTo>
                <a:cubicBezTo>
                  <a:pt x="1459" y="317"/>
                  <a:pt x="1475" y="339"/>
                  <a:pt x="1489" y="361"/>
                </a:cubicBezTo>
                <a:cubicBezTo>
                  <a:pt x="1504" y="383"/>
                  <a:pt x="1518" y="406"/>
                  <a:pt x="1530" y="429"/>
                </a:cubicBezTo>
                <a:cubicBezTo>
                  <a:pt x="1543" y="453"/>
                  <a:pt x="1554" y="477"/>
                  <a:pt x="1564" y="501"/>
                </a:cubicBezTo>
                <a:cubicBezTo>
                  <a:pt x="1575" y="526"/>
                  <a:pt x="1584" y="551"/>
                  <a:pt x="1591" y="576"/>
                </a:cubicBezTo>
                <a:cubicBezTo>
                  <a:pt x="1599" y="602"/>
                  <a:pt x="1605" y="628"/>
                  <a:pt x="1611" y="654"/>
                </a:cubicBezTo>
                <a:cubicBezTo>
                  <a:pt x="1616" y="680"/>
                  <a:pt x="1620" y="706"/>
                  <a:pt x="1622" y="733"/>
                </a:cubicBezTo>
                <a:cubicBezTo>
                  <a:pt x="1625" y="759"/>
                  <a:pt x="1626" y="786"/>
                  <a:pt x="1626" y="812"/>
                </a:cubicBezTo>
                <a:close/>
              </a:path>
            </a:pathLst>
          </a:custGeom>
          <a:solidFill>
            <a:srgbClr val="EDE9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E5D3B2D-6685-44D4-BA1E-CD05B10BBACD}"/>
              </a:ext>
            </a:extLst>
          </p:cNvPr>
          <p:cNvSpPr txBox="1"/>
          <p:nvPr/>
        </p:nvSpPr>
        <p:spPr>
          <a:xfrm>
            <a:off x="7029444" y="3621927"/>
            <a:ext cx="131904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sz="1580" b="1" u="none" strike="noStrike">
                <a:solidFill>
                  <a:srgbClr val="1F2937"/>
                </a:solidFill>
                <a:effectLst/>
                <a:uFillTx/>
                <a:latin typeface="Pretendard"/>
                <a:ea typeface="Pretendard"/>
              </a:rPr>
              <a:t>기술 컨설팅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97FA741-8ABB-484E-AACF-FA364799C3B8}"/>
              </a:ext>
            </a:extLst>
          </p:cNvPr>
          <p:cNvSpPr txBox="1"/>
          <p:nvPr/>
        </p:nvSpPr>
        <p:spPr>
          <a:xfrm>
            <a:off x="7029444" y="3966289"/>
            <a:ext cx="3533193" cy="4847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기업의 비즈니스 목표에 맞는 최적의 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전략을 수립하고 실행을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지원하는 전문 컨설팅 서비스를 제공합니다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.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  <a:p>
            <a:endParaRPr lang="en-US" altLang="zh-CN" sz="1050" b="0" u="none" strike="noStrike" dirty="0">
              <a:solidFill>
                <a:srgbClr val="4B5563"/>
              </a:solidFill>
              <a:effectLst/>
              <a:uFillTx/>
              <a:latin typeface="Pretendard"/>
              <a:ea typeface="Pretendard"/>
            </a:endParaRPr>
          </a:p>
        </p:txBody>
      </p:sp>
      <p:pic>
        <p:nvPicPr>
          <p:cNvPr id="107" name="그림 106">
            <a:extLst>
              <a:ext uri="{FF2B5EF4-FFF2-40B4-BE49-F238E27FC236}">
                <a16:creationId xmlns:a16="http://schemas.microsoft.com/office/drawing/2014/main" id="{F64F8401-1751-4116-B2E6-654949F8E08F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7029444" y="446299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27F06EE2-9A87-484B-9E35-D4B36A75AB3D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7029444" y="4691561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4C9FAEF2-96BA-4AEC-846B-298FB5E39EED}"/>
              </a:ext>
            </a:extLst>
          </p:cNvPr>
          <p:cNvSpPr txBox="1"/>
          <p:nvPr/>
        </p:nvSpPr>
        <p:spPr>
          <a:xfrm>
            <a:off x="7229964" y="4447513"/>
            <a:ext cx="12495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요구사항 분석 및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PoC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30949020-306F-4CEC-9B07-7ED31D3552E5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7029444" y="4920129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B6A5A8C6-7444-4585-BC79-97F4575C52B3}"/>
              </a:ext>
            </a:extLst>
          </p:cNvPr>
          <p:cNvSpPr txBox="1"/>
          <p:nvPr/>
        </p:nvSpPr>
        <p:spPr>
          <a:xfrm>
            <a:off x="7229964" y="4676081"/>
            <a:ext cx="1478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맞춤형 솔루션 설계 및 구축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768F2FB-EB53-4DBF-A285-DC86CE270E0F}"/>
              </a:ext>
            </a:extLst>
          </p:cNvPr>
          <p:cNvSpPr txBox="1"/>
          <p:nvPr/>
        </p:nvSpPr>
        <p:spPr>
          <a:xfrm>
            <a:off x="7229964" y="4904649"/>
            <a:ext cx="954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교육 및 기술 지원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2F6C2A69-50E2-492C-8DD2-DF7E03AC3F43}"/>
              </a:ext>
            </a:extLst>
          </p:cNvPr>
          <p:cNvGrpSpPr/>
          <p:nvPr/>
        </p:nvGrpSpPr>
        <p:grpSpPr>
          <a:xfrm>
            <a:off x="1129404" y="5616014"/>
            <a:ext cx="9626400" cy="644822"/>
            <a:chOff x="735120" y="6177692"/>
            <a:chExt cx="9626400" cy="644822"/>
          </a:xfrm>
        </p:grpSpPr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C5F45B0D-B4CF-4681-9908-DAA981A3E912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735120" y="6177692"/>
              <a:ext cx="9626400" cy="644822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3FD1A82D-7224-4F96-9A4B-322EC806DC0E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902160" y="6418080"/>
              <a:ext cx="200160" cy="20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B8E0FC6-37B8-446B-9043-7F2B345C335A}"/>
                </a:ext>
              </a:extLst>
            </p:cNvPr>
            <p:cNvSpPr txBox="1"/>
            <p:nvPr/>
          </p:nvSpPr>
          <p:spPr>
            <a:xfrm>
              <a:off x="1236240" y="6311880"/>
              <a:ext cx="8931788" cy="394019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616"/>
                </a:lnSpc>
              </a:pPr>
              <a:r>
                <a:rPr lang="en-US" sz="1180" b="0" u="none" strike="noStrike" dirty="0" err="1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MindMesh</a:t>
              </a:r>
              <a:r>
                <a:rPr lang="zh-CN" sz="1180" b="0" u="none" strike="noStrike" dirty="0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는 단순한 </a:t>
              </a:r>
              <a:r>
                <a:rPr lang="en-US" sz="1180" b="0" u="none" strike="noStrike" dirty="0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AI </a:t>
              </a:r>
              <a:r>
                <a:rPr lang="zh-CN" sz="1180" b="0" u="none" strike="noStrike" dirty="0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도입을 넘어</a:t>
              </a:r>
              <a:r>
                <a:rPr lang="en-US" sz="1180" b="0" u="none" strike="noStrike" dirty="0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, </a:t>
              </a:r>
              <a:r>
                <a:rPr lang="zh-CN" sz="1180" b="0" u="none" strike="noStrike" dirty="0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고객의 디지털 혁신을 위한 </a:t>
              </a:r>
              <a:r>
                <a:rPr lang="zh-CN" sz="1180" b="1" u="none" strike="noStrike" dirty="0">
                  <a:solidFill>
                    <a:srgbClr val="FFB86A"/>
                  </a:solidFill>
                  <a:effectLst/>
                  <a:uFillTx/>
                  <a:latin typeface="Pretendard"/>
                  <a:ea typeface="Pretendard"/>
                </a:rPr>
                <a:t>종합적인 파트너십</a:t>
              </a:r>
              <a:r>
                <a:rPr lang="zh-CN" sz="1180" b="0" u="none" strike="noStrike" dirty="0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을 제공합니다</a:t>
              </a:r>
              <a:r>
                <a:rPr lang="en-US" sz="1180" b="0" u="none" strike="noStrike" dirty="0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.  </a:t>
              </a:r>
              <a:r>
                <a:rPr lang="ko-KR" altLang="en-US" sz="1180" b="0" u="none" strike="noStrike" dirty="0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축적된</a:t>
              </a:r>
              <a:r>
                <a:rPr lang="zh-CN" sz="1180" b="0" u="none" strike="noStrike" dirty="0">
                  <a:solidFill>
                    <a:srgbClr val="FFFFFF"/>
                  </a:solidFill>
                  <a:effectLst/>
                  <a:uFillTx/>
                  <a:latin typeface="Pretendard"/>
                  <a:ea typeface="Pretendard"/>
                </a:rPr>
                <a:t> 기술력을 기반으로 기업의 특성과 환경에 맞</a:t>
              </a:r>
              <a:r>
                <a:rPr lang="zh-CN" altLang="ko-KR" sz="1180" dirty="0">
                  <a:solidFill>
                    <a:srgbClr val="FFFFFF"/>
                  </a:solidFill>
                  <a:latin typeface="Pretendard"/>
                  <a:ea typeface="Pretendard"/>
                </a:rPr>
                <a:t>는 최적의 </a:t>
              </a:r>
              <a:r>
                <a:rPr lang="en-US" altLang="ko-KR" sz="1180" dirty="0">
                  <a:solidFill>
                    <a:srgbClr val="FFFFFF"/>
                  </a:solidFill>
                  <a:latin typeface="Pretendard"/>
                  <a:ea typeface="Pretendard"/>
                </a:rPr>
                <a:t>AI </a:t>
              </a:r>
              <a:r>
                <a:rPr lang="zh-CN" altLang="ko-KR" sz="1180" dirty="0">
                  <a:solidFill>
                    <a:srgbClr val="FFFFFF"/>
                  </a:solidFill>
                  <a:latin typeface="Pretendard"/>
                  <a:ea typeface="Pretendard"/>
                </a:rPr>
                <a:t>솔루션을 통해 비즈니스 경쟁력을 강화합니다</a:t>
              </a:r>
              <a:r>
                <a:rPr lang="en-US" altLang="ko-KR" sz="1180" dirty="0">
                  <a:solidFill>
                    <a:srgbClr val="FFFFFF"/>
                  </a:solidFill>
                  <a:latin typeface="Pretendard"/>
                  <a:ea typeface="Pretendard"/>
                </a:rPr>
                <a:t>.</a:t>
              </a:r>
              <a:endParaRPr lang="en-US" altLang="ko-KR" sz="1180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4C00274-95FC-4E6E-80AD-F388B87DE9C6}"/>
                </a:ext>
              </a:extLst>
            </p:cNvPr>
            <p:cNvSpPr txBox="1"/>
            <p:nvPr/>
          </p:nvSpPr>
          <p:spPr>
            <a:xfrm>
              <a:off x="1236240" y="6545880"/>
              <a:ext cx="65" cy="1815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endParaRPr lang="en-US" sz="118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" name="자유형 361">
            <a:extLst>
              <a:ext uri="{FF2B5EF4-FFF2-40B4-BE49-F238E27FC236}">
                <a16:creationId xmlns:a16="http://schemas.microsoft.com/office/drawing/2014/main" id="{41AC7392-0185-95E2-FBEC-B5E273A2ACD2}"/>
              </a:ext>
            </a:extLst>
          </p:cNvPr>
          <p:cNvSpPr/>
          <p:nvPr/>
        </p:nvSpPr>
        <p:spPr>
          <a:xfrm>
            <a:off x="1129224" y="3429000"/>
            <a:ext cx="4680360" cy="1708557"/>
          </a:xfrm>
          <a:custGeom>
            <a:avLst/>
            <a:gdLst/>
            <a:ahLst/>
            <a:cxnLst/>
            <a:rect l="0" t="0" r="r" b="b"/>
            <a:pathLst>
              <a:path w="13001" h="5712">
                <a:moveTo>
                  <a:pt x="0" y="5433"/>
                </a:moveTo>
                <a:lnTo>
                  <a:pt x="0" y="232"/>
                </a:lnTo>
                <a:cubicBezTo>
                  <a:pt x="0" y="217"/>
                  <a:pt x="2" y="202"/>
                  <a:pt x="6" y="187"/>
                </a:cubicBezTo>
                <a:cubicBezTo>
                  <a:pt x="9" y="172"/>
                  <a:pt x="14" y="158"/>
                  <a:pt x="21" y="144"/>
                </a:cubicBezTo>
                <a:cubicBezTo>
                  <a:pt x="28" y="129"/>
                  <a:pt x="37" y="116"/>
                  <a:pt x="47" y="103"/>
                </a:cubicBezTo>
                <a:cubicBezTo>
                  <a:pt x="57" y="91"/>
                  <a:pt x="69" y="79"/>
                  <a:pt x="82" y="68"/>
                </a:cubicBezTo>
                <a:cubicBezTo>
                  <a:pt x="95" y="57"/>
                  <a:pt x="109" y="48"/>
                  <a:pt x="124" y="39"/>
                </a:cubicBezTo>
                <a:cubicBezTo>
                  <a:pt x="139" y="31"/>
                  <a:pt x="155" y="24"/>
                  <a:pt x="172" y="18"/>
                </a:cubicBezTo>
                <a:cubicBezTo>
                  <a:pt x="189" y="12"/>
                  <a:pt x="207" y="8"/>
                  <a:pt x="224" y="5"/>
                </a:cubicBezTo>
                <a:cubicBezTo>
                  <a:pt x="242" y="2"/>
                  <a:pt x="261" y="0"/>
                  <a:pt x="279" y="0"/>
                </a:cubicBezTo>
                <a:lnTo>
                  <a:pt x="12722" y="0"/>
                </a:lnTo>
                <a:cubicBezTo>
                  <a:pt x="12740" y="0"/>
                  <a:pt x="12758" y="2"/>
                  <a:pt x="12776" y="5"/>
                </a:cubicBezTo>
                <a:cubicBezTo>
                  <a:pt x="12794" y="8"/>
                  <a:pt x="12812" y="12"/>
                  <a:pt x="12829" y="18"/>
                </a:cubicBezTo>
                <a:cubicBezTo>
                  <a:pt x="12846" y="24"/>
                  <a:pt x="12862" y="31"/>
                  <a:pt x="12877" y="39"/>
                </a:cubicBezTo>
                <a:cubicBezTo>
                  <a:pt x="12892" y="48"/>
                  <a:pt x="12906" y="57"/>
                  <a:pt x="12919" y="68"/>
                </a:cubicBezTo>
                <a:cubicBezTo>
                  <a:pt x="12932" y="79"/>
                  <a:pt x="12943" y="91"/>
                  <a:pt x="12954" y="103"/>
                </a:cubicBezTo>
                <a:cubicBezTo>
                  <a:pt x="12964" y="116"/>
                  <a:pt x="12972" y="129"/>
                  <a:pt x="12979" y="144"/>
                </a:cubicBezTo>
                <a:cubicBezTo>
                  <a:pt x="12986" y="158"/>
                  <a:pt x="12992" y="172"/>
                  <a:pt x="12995" y="187"/>
                </a:cubicBezTo>
                <a:cubicBezTo>
                  <a:pt x="12999" y="202"/>
                  <a:pt x="13001" y="217"/>
                  <a:pt x="13001" y="232"/>
                </a:cubicBezTo>
                <a:lnTo>
                  <a:pt x="13001" y="5433"/>
                </a:lnTo>
                <a:cubicBezTo>
                  <a:pt x="13001" y="5451"/>
                  <a:pt x="12999" y="5469"/>
                  <a:pt x="12995" y="5487"/>
                </a:cubicBezTo>
                <a:cubicBezTo>
                  <a:pt x="12992" y="5505"/>
                  <a:pt x="12986" y="5523"/>
                  <a:pt x="12979" y="5540"/>
                </a:cubicBezTo>
                <a:cubicBezTo>
                  <a:pt x="12972" y="5557"/>
                  <a:pt x="12964" y="5573"/>
                  <a:pt x="12954" y="5588"/>
                </a:cubicBezTo>
                <a:cubicBezTo>
                  <a:pt x="12943" y="5603"/>
                  <a:pt x="12932" y="5617"/>
                  <a:pt x="12919" y="5630"/>
                </a:cubicBezTo>
                <a:cubicBezTo>
                  <a:pt x="12906" y="5643"/>
                  <a:pt x="12892" y="5655"/>
                  <a:pt x="12877" y="5665"/>
                </a:cubicBezTo>
                <a:cubicBezTo>
                  <a:pt x="12862" y="5675"/>
                  <a:pt x="12846" y="5683"/>
                  <a:pt x="12829" y="5690"/>
                </a:cubicBezTo>
                <a:cubicBezTo>
                  <a:pt x="12812" y="5697"/>
                  <a:pt x="12794" y="5703"/>
                  <a:pt x="12776" y="5706"/>
                </a:cubicBezTo>
                <a:cubicBezTo>
                  <a:pt x="12758" y="5710"/>
                  <a:pt x="12740" y="5712"/>
                  <a:pt x="12722" y="5712"/>
                </a:cubicBezTo>
                <a:lnTo>
                  <a:pt x="279" y="5712"/>
                </a:lnTo>
                <a:cubicBezTo>
                  <a:pt x="261" y="5712"/>
                  <a:pt x="242" y="5710"/>
                  <a:pt x="224" y="5706"/>
                </a:cubicBezTo>
                <a:cubicBezTo>
                  <a:pt x="207" y="5703"/>
                  <a:pt x="189" y="5697"/>
                  <a:pt x="172" y="5690"/>
                </a:cubicBezTo>
                <a:cubicBezTo>
                  <a:pt x="155" y="5683"/>
                  <a:pt x="139" y="5675"/>
                  <a:pt x="124" y="5665"/>
                </a:cubicBezTo>
                <a:cubicBezTo>
                  <a:pt x="109" y="5655"/>
                  <a:pt x="95" y="5643"/>
                  <a:pt x="82" y="5630"/>
                </a:cubicBezTo>
                <a:cubicBezTo>
                  <a:pt x="69" y="5617"/>
                  <a:pt x="57" y="5603"/>
                  <a:pt x="47" y="5588"/>
                </a:cubicBezTo>
                <a:cubicBezTo>
                  <a:pt x="37" y="5573"/>
                  <a:pt x="28" y="5557"/>
                  <a:pt x="21" y="5540"/>
                </a:cubicBezTo>
                <a:cubicBezTo>
                  <a:pt x="14" y="5523"/>
                  <a:pt x="9" y="5505"/>
                  <a:pt x="6" y="5487"/>
                </a:cubicBezTo>
                <a:cubicBezTo>
                  <a:pt x="2" y="5469"/>
                  <a:pt x="0" y="5451"/>
                  <a:pt x="0" y="54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자유형 348">
            <a:extLst>
              <a:ext uri="{FF2B5EF4-FFF2-40B4-BE49-F238E27FC236}">
                <a16:creationId xmlns:a16="http://schemas.microsoft.com/office/drawing/2014/main" id="{E6E5D5FA-F6BC-46CA-89EF-7DA6E5A08E8B}"/>
              </a:ext>
            </a:extLst>
          </p:cNvPr>
          <p:cNvSpPr/>
          <p:nvPr/>
        </p:nvSpPr>
        <p:spPr>
          <a:xfrm>
            <a:off x="1129404" y="3429000"/>
            <a:ext cx="4680000" cy="1708557"/>
          </a:xfrm>
          <a:custGeom>
            <a:avLst/>
            <a:gdLst/>
            <a:ahLst/>
            <a:cxnLst/>
            <a:rect l="0" t="0" r="r" b="b"/>
            <a:pathLst>
              <a:path w="13000" h="5712">
                <a:moveTo>
                  <a:pt x="0" y="5433"/>
                </a:moveTo>
                <a:lnTo>
                  <a:pt x="0" y="232"/>
                </a:lnTo>
                <a:cubicBezTo>
                  <a:pt x="0" y="217"/>
                  <a:pt x="2" y="202"/>
                  <a:pt x="5" y="187"/>
                </a:cubicBezTo>
                <a:cubicBezTo>
                  <a:pt x="9" y="172"/>
                  <a:pt x="14" y="158"/>
                  <a:pt x="21" y="144"/>
                </a:cubicBezTo>
                <a:cubicBezTo>
                  <a:pt x="28" y="129"/>
                  <a:pt x="37" y="116"/>
                  <a:pt x="47" y="103"/>
                </a:cubicBezTo>
                <a:cubicBezTo>
                  <a:pt x="57" y="91"/>
                  <a:pt x="69" y="79"/>
                  <a:pt x="82" y="68"/>
                </a:cubicBezTo>
                <a:cubicBezTo>
                  <a:pt x="95" y="57"/>
                  <a:pt x="109" y="48"/>
                  <a:pt x="124" y="39"/>
                </a:cubicBezTo>
                <a:cubicBezTo>
                  <a:pt x="139" y="31"/>
                  <a:pt x="155" y="24"/>
                  <a:pt x="172" y="18"/>
                </a:cubicBezTo>
                <a:cubicBezTo>
                  <a:pt x="189" y="12"/>
                  <a:pt x="206" y="8"/>
                  <a:pt x="224" y="5"/>
                </a:cubicBezTo>
                <a:cubicBezTo>
                  <a:pt x="242" y="2"/>
                  <a:pt x="260" y="0"/>
                  <a:pt x="279" y="0"/>
                </a:cubicBezTo>
                <a:lnTo>
                  <a:pt x="12722" y="0"/>
                </a:lnTo>
                <a:cubicBezTo>
                  <a:pt x="12740" y="0"/>
                  <a:pt x="12758" y="2"/>
                  <a:pt x="12776" y="5"/>
                </a:cubicBezTo>
                <a:cubicBezTo>
                  <a:pt x="12794" y="8"/>
                  <a:pt x="12812" y="12"/>
                  <a:pt x="12828" y="18"/>
                </a:cubicBezTo>
                <a:cubicBezTo>
                  <a:pt x="12845" y="24"/>
                  <a:pt x="12861" y="31"/>
                  <a:pt x="12877" y="39"/>
                </a:cubicBezTo>
                <a:cubicBezTo>
                  <a:pt x="12892" y="48"/>
                  <a:pt x="12906" y="57"/>
                  <a:pt x="12919" y="68"/>
                </a:cubicBezTo>
                <a:cubicBezTo>
                  <a:pt x="12932" y="79"/>
                  <a:pt x="12943" y="91"/>
                  <a:pt x="12953" y="103"/>
                </a:cubicBezTo>
                <a:cubicBezTo>
                  <a:pt x="12964" y="116"/>
                  <a:pt x="12972" y="129"/>
                  <a:pt x="12979" y="144"/>
                </a:cubicBezTo>
                <a:cubicBezTo>
                  <a:pt x="12986" y="158"/>
                  <a:pt x="12992" y="172"/>
                  <a:pt x="12995" y="187"/>
                </a:cubicBezTo>
                <a:cubicBezTo>
                  <a:pt x="12999" y="202"/>
                  <a:pt x="13000" y="217"/>
                  <a:pt x="13000" y="232"/>
                </a:cubicBezTo>
                <a:lnTo>
                  <a:pt x="13000" y="5433"/>
                </a:lnTo>
                <a:cubicBezTo>
                  <a:pt x="13000" y="5451"/>
                  <a:pt x="12999" y="5469"/>
                  <a:pt x="12995" y="5487"/>
                </a:cubicBezTo>
                <a:cubicBezTo>
                  <a:pt x="12992" y="5505"/>
                  <a:pt x="12986" y="5523"/>
                  <a:pt x="12979" y="5540"/>
                </a:cubicBezTo>
                <a:cubicBezTo>
                  <a:pt x="12972" y="5557"/>
                  <a:pt x="12964" y="5573"/>
                  <a:pt x="12954" y="5588"/>
                </a:cubicBezTo>
                <a:cubicBezTo>
                  <a:pt x="12943" y="5603"/>
                  <a:pt x="12932" y="5617"/>
                  <a:pt x="12919" y="5630"/>
                </a:cubicBezTo>
                <a:cubicBezTo>
                  <a:pt x="12906" y="5643"/>
                  <a:pt x="12892" y="5655"/>
                  <a:pt x="12877" y="5665"/>
                </a:cubicBezTo>
                <a:cubicBezTo>
                  <a:pt x="12861" y="5675"/>
                  <a:pt x="12845" y="5683"/>
                  <a:pt x="12828" y="5690"/>
                </a:cubicBezTo>
                <a:cubicBezTo>
                  <a:pt x="12812" y="5697"/>
                  <a:pt x="12794" y="5703"/>
                  <a:pt x="12776" y="5706"/>
                </a:cubicBezTo>
                <a:cubicBezTo>
                  <a:pt x="12758" y="5710"/>
                  <a:pt x="12740" y="5712"/>
                  <a:pt x="12722" y="5712"/>
                </a:cubicBezTo>
                <a:lnTo>
                  <a:pt x="279" y="5712"/>
                </a:lnTo>
                <a:cubicBezTo>
                  <a:pt x="260" y="5712"/>
                  <a:pt x="242" y="5710"/>
                  <a:pt x="224" y="5706"/>
                </a:cubicBezTo>
                <a:cubicBezTo>
                  <a:pt x="206" y="5703"/>
                  <a:pt x="189" y="5697"/>
                  <a:pt x="172" y="5690"/>
                </a:cubicBezTo>
                <a:cubicBezTo>
                  <a:pt x="155" y="5683"/>
                  <a:pt x="139" y="5675"/>
                  <a:pt x="124" y="5665"/>
                </a:cubicBezTo>
                <a:cubicBezTo>
                  <a:pt x="109" y="5655"/>
                  <a:pt x="95" y="5643"/>
                  <a:pt x="82" y="5630"/>
                </a:cubicBezTo>
                <a:cubicBezTo>
                  <a:pt x="69" y="5617"/>
                  <a:pt x="57" y="5603"/>
                  <a:pt x="47" y="5588"/>
                </a:cubicBezTo>
                <a:cubicBezTo>
                  <a:pt x="37" y="5573"/>
                  <a:pt x="28" y="5557"/>
                  <a:pt x="21" y="5540"/>
                </a:cubicBezTo>
                <a:cubicBezTo>
                  <a:pt x="14" y="5523"/>
                  <a:pt x="9" y="5505"/>
                  <a:pt x="5" y="5487"/>
                </a:cubicBezTo>
                <a:cubicBezTo>
                  <a:pt x="2" y="5469"/>
                  <a:pt x="0" y="5451"/>
                  <a:pt x="0" y="5433"/>
                </a:cubicBez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pPr algn="ctr"/>
            <a:endParaRPr lang="en-US" sz="1050">
              <a:ln w="1905">
                <a:solidFill>
                  <a:schemeClr val="bg1">
                    <a:alpha val="15000"/>
                  </a:schemeClr>
                </a:solidFill>
              </a:ln>
              <a:solidFill>
                <a:schemeClr val="bg1"/>
              </a:solidFill>
              <a:ea typeface="Pretendard" panose="02000503000000020004" pitchFamily="2" charset="-127"/>
            </a:endParaRPr>
          </a:p>
        </p:txBody>
      </p:sp>
      <p:sp>
        <p:nvSpPr>
          <p:cNvPr id="72" name="자유형 350">
            <a:extLst>
              <a:ext uri="{FF2B5EF4-FFF2-40B4-BE49-F238E27FC236}">
                <a16:creationId xmlns:a16="http://schemas.microsoft.com/office/drawing/2014/main" id="{CD13815F-B4E9-4463-A387-A5217397C5F3}"/>
              </a:ext>
            </a:extLst>
          </p:cNvPr>
          <p:cNvSpPr/>
          <p:nvPr/>
        </p:nvSpPr>
        <p:spPr>
          <a:xfrm>
            <a:off x="1329924" y="3607527"/>
            <a:ext cx="585360" cy="585360"/>
          </a:xfrm>
          <a:custGeom>
            <a:avLst/>
            <a:gdLst/>
            <a:ahLst/>
            <a:cxnLst/>
            <a:rect l="0" t="0" r="r" b="b"/>
            <a:pathLst>
              <a:path w="1626" h="1626">
                <a:moveTo>
                  <a:pt x="1626" y="812"/>
                </a:moveTo>
                <a:cubicBezTo>
                  <a:pt x="1626" y="839"/>
                  <a:pt x="1625" y="865"/>
                  <a:pt x="1622" y="892"/>
                </a:cubicBezTo>
                <a:cubicBezTo>
                  <a:pt x="1620" y="918"/>
                  <a:pt x="1616" y="945"/>
                  <a:pt x="1611" y="971"/>
                </a:cubicBezTo>
                <a:cubicBezTo>
                  <a:pt x="1605" y="997"/>
                  <a:pt x="1599" y="1023"/>
                  <a:pt x="1591" y="1049"/>
                </a:cubicBezTo>
                <a:cubicBezTo>
                  <a:pt x="1583" y="1075"/>
                  <a:pt x="1575" y="1100"/>
                  <a:pt x="1564" y="1124"/>
                </a:cubicBezTo>
                <a:cubicBezTo>
                  <a:pt x="1554" y="1149"/>
                  <a:pt x="1543" y="1173"/>
                  <a:pt x="1530" y="1196"/>
                </a:cubicBezTo>
                <a:cubicBezTo>
                  <a:pt x="1518" y="1220"/>
                  <a:pt x="1504" y="1242"/>
                  <a:pt x="1489" y="1265"/>
                </a:cubicBezTo>
                <a:cubicBezTo>
                  <a:pt x="1474" y="1287"/>
                  <a:pt x="1459" y="1308"/>
                  <a:pt x="1442" y="1329"/>
                </a:cubicBezTo>
                <a:cubicBezTo>
                  <a:pt x="1425" y="1349"/>
                  <a:pt x="1407" y="1369"/>
                  <a:pt x="1388" y="1388"/>
                </a:cubicBezTo>
                <a:cubicBezTo>
                  <a:pt x="1369" y="1407"/>
                  <a:pt x="1350" y="1424"/>
                  <a:pt x="1329" y="1441"/>
                </a:cubicBezTo>
                <a:cubicBezTo>
                  <a:pt x="1309" y="1458"/>
                  <a:pt x="1287" y="1474"/>
                  <a:pt x="1265" y="1489"/>
                </a:cubicBezTo>
                <a:cubicBezTo>
                  <a:pt x="1243" y="1504"/>
                  <a:pt x="1220" y="1517"/>
                  <a:pt x="1197" y="1530"/>
                </a:cubicBezTo>
                <a:cubicBezTo>
                  <a:pt x="1173" y="1542"/>
                  <a:pt x="1149" y="1554"/>
                  <a:pt x="1125" y="1564"/>
                </a:cubicBezTo>
                <a:cubicBezTo>
                  <a:pt x="1100" y="1574"/>
                  <a:pt x="1075" y="1583"/>
                  <a:pt x="1050" y="1591"/>
                </a:cubicBezTo>
                <a:cubicBezTo>
                  <a:pt x="1024" y="1598"/>
                  <a:pt x="998" y="1605"/>
                  <a:pt x="972" y="1610"/>
                </a:cubicBezTo>
                <a:cubicBezTo>
                  <a:pt x="946" y="1615"/>
                  <a:pt x="920" y="1619"/>
                  <a:pt x="893" y="1622"/>
                </a:cubicBezTo>
                <a:cubicBezTo>
                  <a:pt x="867" y="1624"/>
                  <a:pt x="840" y="1626"/>
                  <a:pt x="814" y="1626"/>
                </a:cubicBezTo>
                <a:cubicBezTo>
                  <a:pt x="787" y="1626"/>
                  <a:pt x="761" y="1624"/>
                  <a:pt x="734" y="1622"/>
                </a:cubicBezTo>
                <a:cubicBezTo>
                  <a:pt x="708" y="1619"/>
                  <a:pt x="681" y="1615"/>
                  <a:pt x="655" y="1610"/>
                </a:cubicBezTo>
                <a:cubicBezTo>
                  <a:pt x="629" y="1605"/>
                  <a:pt x="603" y="1598"/>
                  <a:pt x="578" y="1591"/>
                </a:cubicBezTo>
                <a:cubicBezTo>
                  <a:pt x="552" y="1583"/>
                  <a:pt x="527" y="1574"/>
                  <a:pt x="503" y="1564"/>
                </a:cubicBezTo>
                <a:cubicBezTo>
                  <a:pt x="478" y="1554"/>
                  <a:pt x="454" y="1542"/>
                  <a:pt x="431" y="1530"/>
                </a:cubicBezTo>
                <a:cubicBezTo>
                  <a:pt x="407" y="1517"/>
                  <a:pt x="383" y="1504"/>
                  <a:pt x="361" y="1489"/>
                </a:cubicBezTo>
                <a:cubicBezTo>
                  <a:pt x="339" y="1474"/>
                  <a:pt x="318" y="1458"/>
                  <a:pt x="297" y="1441"/>
                </a:cubicBezTo>
                <a:cubicBezTo>
                  <a:pt x="277" y="1424"/>
                  <a:pt x="257" y="1407"/>
                  <a:pt x="238" y="1388"/>
                </a:cubicBezTo>
                <a:cubicBezTo>
                  <a:pt x="219" y="1369"/>
                  <a:pt x="202" y="1349"/>
                  <a:pt x="185" y="1329"/>
                </a:cubicBezTo>
                <a:cubicBezTo>
                  <a:pt x="168" y="1308"/>
                  <a:pt x="152" y="1287"/>
                  <a:pt x="137" y="1265"/>
                </a:cubicBezTo>
                <a:cubicBezTo>
                  <a:pt x="122" y="1242"/>
                  <a:pt x="109" y="1220"/>
                  <a:pt x="96" y="1196"/>
                </a:cubicBezTo>
                <a:cubicBezTo>
                  <a:pt x="84" y="1173"/>
                  <a:pt x="72" y="1149"/>
                  <a:pt x="62" y="1124"/>
                </a:cubicBezTo>
                <a:cubicBezTo>
                  <a:pt x="52" y="1100"/>
                  <a:pt x="43" y="1075"/>
                  <a:pt x="35" y="1049"/>
                </a:cubicBezTo>
                <a:cubicBezTo>
                  <a:pt x="28" y="1023"/>
                  <a:pt x="21" y="997"/>
                  <a:pt x="16" y="971"/>
                </a:cubicBezTo>
                <a:cubicBezTo>
                  <a:pt x="11" y="945"/>
                  <a:pt x="7" y="918"/>
                  <a:pt x="4" y="892"/>
                </a:cubicBezTo>
                <a:cubicBezTo>
                  <a:pt x="2" y="865"/>
                  <a:pt x="0" y="839"/>
                  <a:pt x="0" y="812"/>
                </a:cubicBezTo>
                <a:cubicBezTo>
                  <a:pt x="0" y="786"/>
                  <a:pt x="2" y="759"/>
                  <a:pt x="4" y="733"/>
                </a:cubicBezTo>
                <a:cubicBezTo>
                  <a:pt x="7" y="706"/>
                  <a:pt x="11" y="680"/>
                  <a:pt x="16" y="654"/>
                </a:cubicBezTo>
                <a:cubicBezTo>
                  <a:pt x="21" y="628"/>
                  <a:pt x="28" y="602"/>
                  <a:pt x="35" y="576"/>
                </a:cubicBezTo>
                <a:cubicBezTo>
                  <a:pt x="43" y="551"/>
                  <a:pt x="52" y="526"/>
                  <a:pt x="62" y="501"/>
                </a:cubicBezTo>
                <a:cubicBezTo>
                  <a:pt x="72" y="477"/>
                  <a:pt x="84" y="453"/>
                  <a:pt x="96" y="429"/>
                </a:cubicBezTo>
                <a:cubicBezTo>
                  <a:pt x="109" y="406"/>
                  <a:pt x="122" y="383"/>
                  <a:pt x="137" y="361"/>
                </a:cubicBezTo>
                <a:cubicBezTo>
                  <a:pt x="152" y="339"/>
                  <a:pt x="168" y="317"/>
                  <a:pt x="185" y="297"/>
                </a:cubicBezTo>
                <a:cubicBezTo>
                  <a:pt x="202" y="276"/>
                  <a:pt x="219" y="257"/>
                  <a:pt x="238" y="238"/>
                </a:cubicBezTo>
                <a:cubicBezTo>
                  <a:pt x="257" y="219"/>
                  <a:pt x="277" y="201"/>
                  <a:pt x="297" y="184"/>
                </a:cubicBezTo>
                <a:cubicBezTo>
                  <a:pt x="318" y="167"/>
                  <a:pt x="339" y="151"/>
                  <a:pt x="361" y="137"/>
                </a:cubicBezTo>
                <a:cubicBezTo>
                  <a:pt x="383" y="122"/>
                  <a:pt x="407" y="108"/>
                  <a:pt x="431" y="96"/>
                </a:cubicBezTo>
                <a:cubicBezTo>
                  <a:pt x="454" y="83"/>
                  <a:pt x="478" y="72"/>
                  <a:pt x="503" y="62"/>
                </a:cubicBezTo>
                <a:cubicBezTo>
                  <a:pt x="527" y="51"/>
                  <a:pt x="552" y="42"/>
                  <a:pt x="578" y="35"/>
                </a:cubicBezTo>
                <a:cubicBezTo>
                  <a:pt x="603" y="27"/>
                  <a:pt x="629" y="21"/>
                  <a:pt x="655" y="15"/>
                </a:cubicBezTo>
                <a:cubicBezTo>
                  <a:pt x="681" y="10"/>
                  <a:pt x="708" y="6"/>
                  <a:pt x="734" y="4"/>
                </a:cubicBezTo>
                <a:cubicBezTo>
                  <a:pt x="761" y="1"/>
                  <a:pt x="787" y="0"/>
                  <a:pt x="814" y="0"/>
                </a:cubicBezTo>
                <a:cubicBezTo>
                  <a:pt x="840" y="0"/>
                  <a:pt x="867" y="1"/>
                  <a:pt x="893" y="4"/>
                </a:cubicBezTo>
                <a:cubicBezTo>
                  <a:pt x="920" y="6"/>
                  <a:pt x="946" y="10"/>
                  <a:pt x="972" y="15"/>
                </a:cubicBezTo>
                <a:cubicBezTo>
                  <a:pt x="998" y="21"/>
                  <a:pt x="1024" y="27"/>
                  <a:pt x="1050" y="35"/>
                </a:cubicBezTo>
                <a:cubicBezTo>
                  <a:pt x="1075" y="42"/>
                  <a:pt x="1100" y="51"/>
                  <a:pt x="1125" y="62"/>
                </a:cubicBezTo>
                <a:cubicBezTo>
                  <a:pt x="1149" y="72"/>
                  <a:pt x="1173" y="83"/>
                  <a:pt x="1197" y="96"/>
                </a:cubicBezTo>
                <a:cubicBezTo>
                  <a:pt x="1220" y="108"/>
                  <a:pt x="1243" y="122"/>
                  <a:pt x="1265" y="137"/>
                </a:cubicBezTo>
                <a:cubicBezTo>
                  <a:pt x="1287" y="151"/>
                  <a:pt x="1309" y="167"/>
                  <a:pt x="1329" y="184"/>
                </a:cubicBezTo>
                <a:cubicBezTo>
                  <a:pt x="1350" y="201"/>
                  <a:pt x="1369" y="219"/>
                  <a:pt x="1388" y="238"/>
                </a:cubicBezTo>
                <a:cubicBezTo>
                  <a:pt x="1407" y="257"/>
                  <a:pt x="1425" y="276"/>
                  <a:pt x="1442" y="297"/>
                </a:cubicBezTo>
                <a:cubicBezTo>
                  <a:pt x="1459" y="317"/>
                  <a:pt x="1474" y="339"/>
                  <a:pt x="1489" y="361"/>
                </a:cubicBezTo>
                <a:cubicBezTo>
                  <a:pt x="1504" y="383"/>
                  <a:pt x="1518" y="406"/>
                  <a:pt x="1530" y="429"/>
                </a:cubicBezTo>
                <a:cubicBezTo>
                  <a:pt x="1543" y="453"/>
                  <a:pt x="1554" y="477"/>
                  <a:pt x="1564" y="501"/>
                </a:cubicBezTo>
                <a:cubicBezTo>
                  <a:pt x="1575" y="526"/>
                  <a:pt x="1583" y="551"/>
                  <a:pt x="1591" y="576"/>
                </a:cubicBezTo>
                <a:cubicBezTo>
                  <a:pt x="1599" y="602"/>
                  <a:pt x="1605" y="628"/>
                  <a:pt x="1611" y="654"/>
                </a:cubicBezTo>
                <a:cubicBezTo>
                  <a:pt x="1616" y="680"/>
                  <a:pt x="1620" y="706"/>
                  <a:pt x="1622" y="733"/>
                </a:cubicBezTo>
                <a:cubicBezTo>
                  <a:pt x="1625" y="759"/>
                  <a:pt x="1626" y="786"/>
                  <a:pt x="1626" y="812"/>
                </a:cubicBezTo>
                <a:close/>
              </a:path>
            </a:pathLst>
          </a:custGeom>
          <a:solidFill>
            <a:srgbClr val="FFEDD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C74284DD-6D7E-4086-9871-E5120D7F5DF1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1489044" y="3766287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C2C2F6B-2008-4A32-BDE5-49F52F93461F}"/>
              </a:ext>
            </a:extLst>
          </p:cNvPr>
          <p:cNvSpPr txBox="1"/>
          <p:nvPr/>
        </p:nvSpPr>
        <p:spPr>
          <a:xfrm>
            <a:off x="2082324" y="3621927"/>
            <a:ext cx="2162016" cy="2431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580" b="1" u="none" strike="noStrike" dirty="0">
                <a:solidFill>
                  <a:srgbClr val="1F2937"/>
                </a:solidFill>
                <a:effectLst/>
                <a:uFillTx/>
                <a:latin typeface="Pretendard"/>
                <a:ea typeface="Pretendard"/>
              </a:rPr>
              <a:t>온프레미스 </a:t>
            </a:r>
            <a:r>
              <a:rPr lang="en-US" sz="1580" b="1" u="none" strike="noStrike" dirty="0">
                <a:solidFill>
                  <a:srgbClr val="1F2937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sz="1580" b="1" u="none" strike="noStrike" dirty="0">
                <a:solidFill>
                  <a:srgbClr val="1F2937"/>
                </a:solidFill>
                <a:effectLst/>
                <a:uFillTx/>
                <a:latin typeface="Pretendard"/>
                <a:ea typeface="Pretendard"/>
              </a:rPr>
              <a:t>솔루션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A621E3-AE8F-4459-B731-247CE9A87481}"/>
              </a:ext>
            </a:extLst>
          </p:cNvPr>
          <p:cNvSpPr txBox="1"/>
          <p:nvPr/>
        </p:nvSpPr>
        <p:spPr>
          <a:xfrm>
            <a:off x="2082324" y="3966288"/>
            <a:ext cx="3582712" cy="3231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고객사 내부에 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솔루션을 구축하여 데이터 보안과 완벽한 제어권</a:t>
            </a:r>
            <a:r>
              <a:rPr lang="zh-CN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을 보장하는 서비스를 제공합니다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.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5260D637-5371-4B64-86E8-3A88B98BF9FE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2082324" y="4429125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A2374EB6-0A0D-4CAB-8A11-70025B2EBAEA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2082324" y="465769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DBCEDF5E-0D73-4124-826A-4E00B1E31F42}"/>
              </a:ext>
            </a:extLst>
          </p:cNvPr>
          <p:cNvSpPr txBox="1"/>
          <p:nvPr/>
        </p:nvSpPr>
        <p:spPr>
          <a:xfrm>
            <a:off x="2282844" y="4413645"/>
            <a:ext cx="1641960" cy="1615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강화된 데이터 보안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86ABC390-CC7C-416A-A06F-49C8A8F189AD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2082324" y="4886261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962E2C1E-6B21-493C-B7A0-76250138E8EB}"/>
              </a:ext>
            </a:extLst>
          </p:cNvPr>
          <p:cNvSpPr txBox="1"/>
          <p:nvPr/>
        </p:nvSpPr>
        <p:spPr>
          <a:xfrm>
            <a:off x="2282844" y="4642213"/>
            <a:ext cx="1961496" cy="1615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완벽한 커스터마이징 및 제어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B2C86374-699B-45A7-BF75-4F800ADE2CE6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6469644" y="3766287"/>
            <a:ext cx="2001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4D70A794-40DC-4588-9662-2AA382D7BB45}"/>
              </a:ext>
            </a:extLst>
          </p:cNvPr>
          <p:cNvSpPr txBox="1"/>
          <p:nvPr/>
        </p:nvSpPr>
        <p:spPr>
          <a:xfrm>
            <a:off x="2282844" y="4870781"/>
            <a:ext cx="2174040" cy="1615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안정적인 성능 및 비용 효율성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588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BD5BC-538E-401F-91D4-10985BC5C7F7}"/>
              </a:ext>
            </a:extLst>
          </p:cNvPr>
          <p:cNvSpPr txBox="1"/>
          <p:nvPr/>
        </p:nvSpPr>
        <p:spPr>
          <a:xfrm>
            <a:off x="480941" y="389520"/>
            <a:ext cx="3794308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 dirty="0">
                <a:solidFill>
                  <a:srgbClr val="1F2937"/>
                </a:solidFill>
                <a:latin typeface="Pretendard"/>
                <a:ea typeface="Pretendard"/>
              </a:rPr>
              <a:t> 기반 구성 기술</a:t>
            </a:r>
            <a:endParaRPr lang="en-US" sz="2370" dirty="0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E8F1754-CFC1-4F79-9E5C-1A6E0F16FCE5}"/>
              </a:ext>
            </a:extLst>
          </p:cNvPr>
          <p:cNvGrpSpPr/>
          <p:nvPr/>
        </p:nvGrpSpPr>
        <p:grpSpPr>
          <a:xfrm>
            <a:off x="2886541" y="1220061"/>
            <a:ext cx="3209459" cy="400110"/>
            <a:chOff x="2399127" y="1426302"/>
            <a:chExt cx="4070677" cy="40011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178C6C7-E487-42F1-9479-11A3A79C662A}"/>
                </a:ext>
              </a:extLst>
            </p:cNvPr>
            <p:cNvSpPr txBox="1"/>
            <p:nvPr/>
          </p:nvSpPr>
          <p:spPr>
            <a:xfrm>
              <a:off x="2627904" y="1426302"/>
              <a:ext cx="3628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 w="1905">
                    <a:solidFill>
                      <a:srgbClr val="6E7072">
                        <a:alpha val="1500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AI DevOps </a:t>
              </a:r>
              <a:r>
                <a:rPr lang="ko-KR" altLang="en-US" sz="2000" b="1" dirty="0" err="1">
                  <a:ln w="1905">
                    <a:solidFill>
                      <a:srgbClr val="6E7072">
                        <a:alpha val="1500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아키텍쳐</a:t>
              </a:r>
              <a:endParaRPr lang="en-US" altLang="ko-KR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1D78F2B3-BAF2-4A1B-909D-4AA9528FEE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99127" y="1462997"/>
              <a:ext cx="285567" cy="144000"/>
              <a:chOff x="2074863" y="2136775"/>
              <a:chExt cx="3209925" cy="2524125"/>
            </a:xfrm>
            <a:solidFill>
              <a:schemeClr val="bg1">
                <a:lumMod val="75000"/>
              </a:schemeClr>
            </a:solidFill>
          </p:grpSpPr>
          <p:sp>
            <p:nvSpPr>
              <p:cNvPr id="80" name="Freeform 5">
                <a:extLst>
                  <a:ext uri="{FF2B5EF4-FFF2-40B4-BE49-F238E27FC236}">
                    <a16:creationId xmlns:a16="http://schemas.microsoft.com/office/drawing/2014/main" id="{EC40AE11-0BE8-4B75-97AF-FB7F695ED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4863" y="2136775"/>
                <a:ext cx="1263650" cy="2524125"/>
              </a:xfrm>
              <a:custGeom>
                <a:avLst/>
                <a:gdLst>
                  <a:gd name="T0" fmla="*/ 796 w 796"/>
                  <a:gd name="T1" fmla="*/ 302 h 1590"/>
                  <a:gd name="T2" fmla="*/ 652 w 796"/>
                  <a:gd name="T3" fmla="*/ 0 h 1590"/>
                  <a:gd name="T4" fmla="*/ 652 w 796"/>
                  <a:gd name="T5" fmla="*/ 0 h 1590"/>
                  <a:gd name="T6" fmla="*/ 594 w 796"/>
                  <a:gd name="T7" fmla="*/ 22 h 1590"/>
                  <a:gd name="T8" fmla="*/ 540 w 796"/>
                  <a:gd name="T9" fmla="*/ 44 h 1590"/>
                  <a:gd name="T10" fmla="*/ 488 w 796"/>
                  <a:gd name="T11" fmla="*/ 70 h 1590"/>
                  <a:gd name="T12" fmla="*/ 438 w 796"/>
                  <a:gd name="T13" fmla="*/ 98 h 1590"/>
                  <a:gd name="T14" fmla="*/ 390 w 796"/>
                  <a:gd name="T15" fmla="*/ 128 h 1590"/>
                  <a:gd name="T16" fmla="*/ 346 w 796"/>
                  <a:gd name="T17" fmla="*/ 160 h 1590"/>
                  <a:gd name="T18" fmla="*/ 304 w 796"/>
                  <a:gd name="T19" fmla="*/ 194 h 1590"/>
                  <a:gd name="T20" fmla="*/ 266 w 796"/>
                  <a:gd name="T21" fmla="*/ 230 h 1590"/>
                  <a:gd name="T22" fmla="*/ 266 w 796"/>
                  <a:gd name="T23" fmla="*/ 230 h 1590"/>
                  <a:gd name="T24" fmla="*/ 228 w 796"/>
                  <a:gd name="T25" fmla="*/ 266 h 1590"/>
                  <a:gd name="T26" fmla="*/ 196 w 796"/>
                  <a:gd name="T27" fmla="*/ 304 h 1590"/>
                  <a:gd name="T28" fmla="*/ 164 w 796"/>
                  <a:gd name="T29" fmla="*/ 344 h 1590"/>
                  <a:gd name="T30" fmla="*/ 138 w 796"/>
                  <a:gd name="T31" fmla="*/ 386 h 1590"/>
                  <a:gd name="T32" fmla="*/ 112 w 796"/>
                  <a:gd name="T33" fmla="*/ 428 h 1590"/>
                  <a:gd name="T34" fmla="*/ 92 w 796"/>
                  <a:gd name="T35" fmla="*/ 470 h 1590"/>
                  <a:gd name="T36" fmla="*/ 72 w 796"/>
                  <a:gd name="T37" fmla="*/ 514 h 1590"/>
                  <a:gd name="T38" fmla="*/ 58 w 796"/>
                  <a:gd name="T39" fmla="*/ 560 h 1590"/>
                  <a:gd name="T40" fmla="*/ 58 w 796"/>
                  <a:gd name="T41" fmla="*/ 560 h 1590"/>
                  <a:gd name="T42" fmla="*/ 44 w 796"/>
                  <a:gd name="T43" fmla="*/ 608 h 1590"/>
                  <a:gd name="T44" fmla="*/ 32 w 796"/>
                  <a:gd name="T45" fmla="*/ 660 h 1590"/>
                  <a:gd name="T46" fmla="*/ 22 w 796"/>
                  <a:gd name="T47" fmla="*/ 718 h 1590"/>
                  <a:gd name="T48" fmla="*/ 14 w 796"/>
                  <a:gd name="T49" fmla="*/ 778 h 1590"/>
                  <a:gd name="T50" fmla="*/ 8 w 796"/>
                  <a:gd name="T51" fmla="*/ 844 h 1590"/>
                  <a:gd name="T52" fmla="*/ 4 w 796"/>
                  <a:gd name="T53" fmla="*/ 912 h 1590"/>
                  <a:gd name="T54" fmla="*/ 2 w 796"/>
                  <a:gd name="T55" fmla="*/ 986 h 1590"/>
                  <a:gd name="T56" fmla="*/ 0 w 796"/>
                  <a:gd name="T57" fmla="*/ 1064 h 1590"/>
                  <a:gd name="T58" fmla="*/ 0 w 796"/>
                  <a:gd name="T59" fmla="*/ 1590 h 1590"/>
                  <a:gd name="T60" fmla="*/ 736 w 796"/>
                  <a:gd name="T61" fmla="*/ 1590 h 1590"/>
                  <a:gd name="T62" fmla="*/ 736 w 796"/>
                  <a:gd name="T63" fmla="*/ 854 h 1590"/>
                  <a:gd name="T64" fmla="*/ 380 w 796"/>
                  <a:gd name="T65" fmla="*/ 854 h 1590"/>
                  <a:gd name="T66" fmla="*/ 380 w 796"/>
                  <a:gd name="T67" fmla="*/ 854 h 1590"/>
                  <a:gd name="T68" fmla="*/ 382 w 796"/>
                  <a:gd name="T69" fmla="*/ 802 h 1590"/>
                  <a:gd name="T70" fmla="*/ 388 w 796"/>
                  <a:gd name="T71" fmla="*/ 752 h 1590"/>
                  <a:gd name="T72" fmla="*/ 396 w 796"/>
                  <a:gd name="T73" fmla="*/ 704 h 1590"/>
                  <a:gd name="T74" fmla="*/ 408 w 796"/>
                  <a:gd name="T75" fmla="*/ 658 h 1590"/>
                  <a:gd name="T76" fmla="*/ 422 w 796"/>
                  <a:gd name="T77" fmla="*/ 616 h 1590"/>
                  <a:gd name="T78" fmla="*/ 438 w 796"/>
                  <a:gd name="T79" fmla="*/ 578 h 1590"/>
                  <a:gd name="T80" fmla="*/ 458 w 796"/>
                  <a:gd name="T81" fmla="*/ 540 h 1590"/>
                  <a:gd name="T82" fmla="*/ 480 w 796"/>
                  <a:gd name="T83" fmla="*/ 506 h 1590"/>
                  <a:gd name="T84" fmla="*/ 480 w 796"/>
                  <a:gd name="T85" fmla="*/ 506 h 1590"/>
                  <a:gd name="T86" fmla="*/ 506 w 796"/>
                  <a:gd name="T87" fmla="*/ 474 h 1590"/>
                  <a:gd name="T88" fmla="*/ 536 w 796"/>
                  <a:gd name="T89" fmla="*/ 444 h 1590"/>
                  <a:gd name="T90" fmla="*/ 570 w 796"/>
                  <a:gd name="T91" fmla="*/ 416 h 1590"/>
                  <a:gd name="T92" fmla="*/ 608 w 796"/>
                  <a:gd name="T93" fmla="*/ 390 h 1590"/>
                  <a:gd name="T94" fmla="*/ 648 w 796"/>
                  <a:gd name="T95" fmla="*/ 366 h 1590"/>
                  <a:gd name="T96" fmla="*/ 694 w 796"/>
                  <a:gd name="T97" fmla="*/ 342 h 1590"/>
                  <a:gd name="T98" fmla="*/ 744 w 796"/>
                  <a:gd name="T99" fmla="*/ 322 h 1590"/>
                  <a:gd name="T100" fmla="*/ 796 w 796"/>
                  <a:gd name="T101" fmla="*/ 302 h 1590"/>
                  <a:gd name="T102" fmla="*/ 796 w 796"/>
                  <a:gd name="T103" fmla="*/ 302 h 1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96" h="1590">
                    <a:moveTo>
                      <a:pt x="796" y="302"/>
                    </a:moveTo>
                    <a:lnTo>
                      <a:pt x="652" y="0"/>
                    </a:lnTo>
                    <a:lnTo>
                      <a:pt x="652" y="0"/>
                    </a:lnTo>
                    <a:lnTo>
                      <a:pt x="594" y="22"/>
                    </a:lnTo>
                    <a:lnTo>
                      <a:pt x="540" y="44"/>
                    </a:lnTo>
                    <a:lnTo>
                      <a:pt x="488" y="70"/>
                    </a:lnTo>
                    <a:lnTo>
                      <a:pt x="438" y="98"/>
                    </a:lnTo>
                    <a:lnTo>
                      <a:pt x="390" y="128"/>
                    </a:lnTo>
                    <a:lnTo>
                      <a:pt x="346" y="160"/>
                    </a:lnTo>
                    <a:lnTo>
                      <a:pt x="304" y="194"/>
                    </a:lnTo>
                    <a:lnTo>
                      <a:pt x="266" y="230"/>
                    </a:lnTo>
                    <a:lnTo>
                      <a:pt x="266" y="230"/>
                    </a:lnTo>
                    <a:lnTo>
                      <a:pt x="228" y="266"/>
                    </a:lnTo>
                    <a:lnTo>
                      <a:pt x="196" y="304"/>
                    </a:lnTo>
                    <a:lnTo>
                      <a:pt x="164" y="344"/>
                    </a:lnTo>
                    <a:lnTo>
                      <a:pt x="138" y="386"/>
                    </a:lnTo>
                    <a:lnTo>
                      <a:pt x="112" y="428"/>
                    </a:lnTo>
                    <a:lnTo>
                      <a:pt x="92" y="470"/>
                    </a:lnTo>
                    <a:lnTo>
                      <a:pt x="72" y="514"/>
                    </a:lnTo>
                    <a:lnTo>
                      <a:pt x="58" y="560"/>
                    </a:lnTo>
                    <a:lnTo>
                      <a:pt x="58" y="560"/>
                    </a:lnTo>
                    <a:lnTo>
                      <a:pt x="44" y="608"/>
                    </a:lnTo>
                    <a:lnTo>
                      <a:pt x="32" y="660"/>
                    </a:lnTo>
                    <a:lnTo>
                      <a:pt x="22" y="718"/>
                    </a:lnTo>
                    <a:lnTo>
                      <a:pt x="14" y="778"/>
                    </a:lnTo>
                    <a:lnTo>
                      <a:pt x="8" y="844"/>
                    </a:lnTo>
                    <a:lnTo>
                      <a:pt x="4" y="912"/>
                    </a:lnTo>
                    <a:lnTo>
                      <a:pt x="2" y="986"/>
                    </a:lnTo>
                    <a:lnTo>
                      <a:pt x="0" y="1064"/>
                    </a:lnTo>
                    <a:lnTo>
                      <a:pt x="0" y="1590"/>
                    </a:lnTo>
                    <a:lnTo>
                      <a:pt x="736" y="1590"/>
                    </a:lnTo>
                    <a:lnTo>
                      <a:pt x="736" y="854"/>
                    </a:lnTo>
                    <a:lnTo>
                      <a:pt x="380" y="854"/>
                    </a:lnTo>
                    <a:lnTo>
                      <a:pt x="380" y="854"/>
                    </a:lnTo>
                    <a:lnTo>
                      <a:pt x="382" y="802"/>
                    </a:lnTo>
                    <a:lnTo>
                      <a:pt x="388" y="752"/>
                    </a:lnTo>
                    <a:lnTo>
                      <a:pt x="396" y="704"/>
                    </a:lnTo>
                    <a:lnTo>
                      <a:pt x="408" y="658"/>
                    </a:lnTo>
                    <a:lnTo>
                      <a:pt x="422" y="616"/>
                    </a:lnTo>
                    <a:lnTo>
                      <a:pt x="438" y="578"/>
                    </a:lnTo>
                    <a:lnTo>
                      <a:pt x="458" y="540"/>
                    </a:lnTo>
                    <a:lnTo>
                      <a:pt x="480" y="506"/>
                    </a:lnTo>
                    <a:lnTo>
                      <a:pt x="480" y="506"/>
                    </a:lnTo>
                    <a:lnTo>
                      <a:pt x="506" y="474"/>
                    </a:lnTo>
                    <a:lnTo>
                      <a:pt x="536" y="444"/>
                    </a:lnTo>
                    <a:lnTo>
                      <a:pt x="570" y="416"/>
                    </a:lnTo>
                    <a:lnTo>
                      <a:pt x="608" y="390"/>
                    </a:lnTo>
                    <a:lnTo>
                      <a:pt x="648" y="366"/>
                    </a:lnTo>
                    <a:lnTo>
                      <a:pt x="694" y="342"/>
                    </a:lnTo>
                    <a:lnTo>
                      <a:pt x="744" y="322"/>
                    </a:lnTo>
                    <a:lnTo>
                      <a:pt x="796" y="302"/>
                    </a:lnTo>
                    <a:lnTo>
                      <a:pt x="796" y="3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6">
                <a:extLst>
                  <a:ext uri="{FF2B5EF4-FFF2-40B4-BE49-F238E27FC236}">
                    <a16:creationId xmlns:a16="http://schemas.microsoft.com/office/drawing/2014/main" id="{0CAB5DCA-1248-42CD-BB22-524A3112A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313" y="2136775"/>
                <a:ext cx="1260475" cy="2524125"/>
              </a:xfrm>
              <a:custGeom>
                <a:avLst/>
                <a:gdLst>
                  <a:gd name="T0" fmla="*/ 480 w 794"/>
                  <a:gd name="T1" fmla="*/ 506 h 1590"/>
                  <a:gd name="T2" fmla="*/ 480 w 794"/>
                  <a:gd name="T3" fmla="*/ 506 h 1590"/>
                  <a:gd name="T4" fmla="*/ 506 w 794"/>
                  <a:gd name="T5" fmla="*/ 474 h 1590"/>
                  <a:gd name="T6" fmla="*/ 536 w 794"/>
                  <a:gd name="T7" fmla="*/ 444 h 1590"/>
                  <a:gd name="T8" fmla="*/ 568 w 794"/>
                  <a:gd name="T9" fmla="*/ 416 h 1590"/>
                  <a:gd name="T10" fmla="*/ 606 w 794"/>
                  <a:gd name="T11" fmla="*/ 390 h 1590"/>
                  <a:gd name="T12" fmla="*/ 648 w 794"/>
                  <a:gd name="T13" fmla="*/ 366 h 1590"/>
                  <a:gd name="T14" fmla="*/ 692 w 794"/>
                  <a:gd name="T15" fmla="*/ 342 h 1590"/>
                  <a:gd name="T16" fmla="*/ 742 w 794"/>
                  <a:gd name="T17" fmla="*/ 322 h 1590"/>
                  <a:gd name="T18" fmla="*/ 794 w 794"/>
                  <a:gd name="T19" fmla="*/ 302 h 1590"/>
                  <a:gd name="T20" fmla="*/ 652 w 794"/>
                  <a:gd name="T21" fmla="*/ 0 h 1590"/>
                  <a:gd name="T22" fmla="*/ 652 w 794"/>
                  <a:gd name="T23" fmla="*/ 0 h 1590"/>
                  <a:gd name="T24" fmla="*/ 594 w 794"/>
                  <a:gd name="T25" fmla="*/ 22 h 1590"/>
                  <a:gd name="T26" fmla="*/ 540 w 794"/>
                  <a:gd name="T27" fmla="*/ 44 h 1590"/>
                  <a:gd name="T28" fmla="*/ 488 w 794"/>
                  <a:gd name="T29" fmla="*/ 70 h 1590"/>
                  <a:gd name="T30" fmla="*/ 438 w 794"/>
                  <a:gd name="T31" fmla="*/ 98 h 1590"/>
                  <a:gd name="T32" fmla="*/ 392 w 794"/>
                  <a:gd name="T33" fmla="*/ 128 h 1590"/>
                  <a:gd name="T34" fmla="*/ 346 w 794"/>
                  <a:gd name="T35" fmla="*/ 160 h 1590"/>
                  <a:gd name="T36" fmla="*/ 304 w 794"/>
                  <a:gd name="T37" fmla="*/ 194 h 1590"/>
                  <a:gd name="T38" fmla="*/ 266 w 794"/>
                  <a:gd name="T39" fmla="*/ 230 h 1590"/>
                  <a:gd name="T40" fmla="*/ 266 w 794"/>
                  <a:gd name="T41" fmla="*/ 230 h 1590"/>
                  <a:gd name="T42" fmla="*/ 228 w 794"/>
                  <a:gd name="T43" fmla="*/ 266 h 1590"/>
                  <a:gd name="T44" fmla="*/ 194 w 794"/>
                  <a:gd name="T45" fmla="*/ 304 h 1590"/>
                  <a:gd name="T46" fmla="*/ 164 w 794"/>
                  <a:gd name="T47" fmla="*/ 344 h 1590"/>
                  <a:gd name="T48" fmla="*/ 136 w 794"/>
                  <a:gd name="T49" fmla="*/ 384 h 1590"/>
                  <a:gd name="T50" fmla="*/ 112 w 794"/>
                  <a:gd name="T51" fmla="*/ 426 h 1590"/>
                  <a:gd name="T52" fmla="*/ 90 w 794"/>
                  <a:gd name="T53" fmla="*/ 470 h 1590"/>
                  <a:gd name="T54" fmla="*/ 72 w 794"/>
                  <a:gd name="T55" fmla="*/ 514 h 1590"/>
                  <a:gd name="T56" fmla="*/ 56 w 794"/>
                  <a:gd name="T57" fmla="*/ 558 h 1590"/>
                  <a:gd name="T58" fmla="*/ 56 w 794"/>
                  <a:gd name="T59" fmla="*/ 558 h 1590"/>
                  <a:gd name="T60" fmla="*/ 42 w 794"/>
                  <a:gd name="T61" fmla="*/ 606 h 1590"/>
                  <a:gd name="T62" fmla="*/ 32 w 794"/>
                  <a:gd name="T63" fmla="*/ 660 h 1590"/>
                  <a:gd name="T64" fmla="*/ 22 w 794"/>
                  <a:gd name="T65" fmla="*/ 716 h 1590"/>
                  <a:gd name="T66" fmla="*/ 14 w 794"/>
                  <a:gd name="T67" fmla="*/ 776 h 1590"/>
                  <a:gd name="T68" fmla="*/ 8 w 794"/>
                  <a:gd name="T69" fmla="*/ 842 h 1590"/>
                  <a:gd name="T70" fmla="*/ 4 w 794"/>
                  <a:gd name="T71" fmla="*/ 912 h 1590"/>
                  <a:gd name="T72" fmla="*/ 0 w 794"/>
                  <a:gd name="T73" fmla="*/ 986 h 1590"/>
                  <a:gd name="T74" fmla="*/ 0 w 794"/>
                  <a:gd name="T75" fmla="*/ 1064 h 1590"/>
                  <a:gd name="T76" fmla="*/ 0 w 794"/>
                  <a:gd name="T77" fmla="*/ 1590 h 1590"/>
                  <a:gd name="T78" fmla="*/ 734 w 794"/>
                  <a:gd name="T79" fmla="*/ 1590 h 1590"/>
                  <a:gd name="T80" fmla="*/ 734 w 794"/>
                  <a:gd name="T81" fmla="*/ 854 h 1590"/>
                  <a:gd name="T82" fmla="*/ 378 w 794"/>
                  <a:gd name="T83" fmla="*/ 854 h 1590"/>
                  <a:gd name="T84" fmla="*/ 378 w 794"/>
                  <a:gd name="T85" fmla="*/ 854 h 1590"/>
                  <a:gd name="T86" fmla="*/ 382 w 794"/>
                  <a:gd name="T87" fmla="*/ 802 h 1590"/>
                  <a:gd name="T88" fmla="*/ 388 w 794"/>
                  <a:gd name="T89" fmla="*/ 752 h 1590"/>
                  <a:gd name="T90" fmla="*/ 396 w 794"/>
                  <a:gd name="T91" fmla="*/ 704 h 1590"/>
                  <a:gd name="T92" fmla="*/ 406 w 794"/>
                  <a:gd name="T93" fmla="*/ 658 h 1590"/>
                  <a:gd name="T94" fmla="*/ 420 w 794"/>
                  <a:gd name="T95" fmla="*/ 616 h 1590"/>
                  <a:gd name="T96" fmla="*/ 438 w 794"/>
                  <a:gd name="T97" fmla="*/ 578 h 1590"/>
                  <a:gd name="T98" fmla="*/ 458 w 794"/>
                  <a:gd name="T99" fmla="*/ 540 h 1590"/>
                  <a:gd name="T100" fmla="*/ 480 w 794"/>
                  <a:gd name="T101" fmla="*/ 506 h 1590"/>
                  <a:gd name="T102" fmla="*/ 480 w 794"/>
                  <a:gd name="T103" fmla="*/ 506 h 1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94" h="1590">
                    <a:moveTo>
                      <a:pt x="480" y="506"/>
                    </a:moveTo>
                    <a:lnTo>
                      <a:pt x="480" y="506"/>
                    </a:lnTo>
                    <a:lnTo>
                      <a:pt x="506" y="474"/>
                    </a:lnTo>
                    <a:lnTo>
                      <a:pt x="536" y="444"/>
                    </a:lnTo>
                    <a:lnTo>
                      <a:pt x="568" y="416"/>
                    </a:lnTo>
                    <a:lnTo>
                      <a:pt x="606" y="390"/>
                    </a:lnTo>
                    <a:lnTo>
                      <a:pt x="648" y="366"/>
                    </a:lnTo>
                    <a:lnTo>
                      <a:pt x="692" y="342"/>
                    </a:lnTo>
                    <a:lnTo>
                      <a:pt x="742" y="322"/>
                    </a:lnTo>
                    <a:lnTo>
                      <a:pt x="794" y="302"/>
                    </a:lnTo>
                    <a:lnTo>
                      <a:pt x="652" y="0"/>
                    </a:lnTo>
                    <a:lnTo>
                      <a:pt x="652" y="0"/>
                    </a:lnTo>
                    <a:lnTo>
                      <a:pt x="594" y="22"/>
                    </a:lnTo>
                    <a:lnTo>
                      <a:pt x="540" y="44"/>
                    </a:lnTo>
                    <a:lnTo>
                      <a:pt x="488" y="70"/>
                    </a:lnTo>
                    <a:lnTo>
                      <a:pt x="438" y="98"/>
                    </a:lnTo>
                    <a:lnTo>
                      <a:pt x="392" y="128"/>
                    </a:lnTo>
                    <a:lnTo>
                      <a:pt x="346" y="160"/>
                    </a:lnTo>
                    <a:lnTo>
                      <a:pt x="304" y="194"/>
                    </a:lnTo>
                    <a:lnTo>
                      <a:pt x="266" y="230"/>
                    </a:lnTo>
                    <a:lnTo>
                      <a:pt x="266" y="230"/>
                    </a:lnTo>
                    <a:lnTo>
                      <a:pt x="228" y="266"/>
                    </a:lnTo>
                    <a:lnTo>
                      <a:pt x="194" y="304"/>
                    </a:lnTo>
                    <a:lnTo>
                      <a:pt x="164" y="344"/>
                    </a:lnTo>
                    <a:lnTo>
                      <a:pt x="136" y="384"/>
                    </a:lnTo>
                    <a:lnTo>
                      <a:pt x="112" y="426"/>
                    </a:lnTo>
                    <a:lnTo>
                      <a:pt x="90" y="470"/>
                    </a:lnTo>
                    <a:lnTo>
                      <a:pt x="72" y="514"/>
                    </a:lnTo>
                    <a:lnTo>
                      <a:pt x="56" y="558"/>
                    </a:lnTo>
                    <a:lnTo>
                      <a:pt x="56" y="558"/>
                    </a:lnTo>
                    <a:lnTo>
                      <a:pt x="42" y="606"/>
                    </a:lnTo>
                    <a:lnTo>
                      <a:pt x="32" y="660"/>
                    </a:lnTo>
                    <a:lnTo>
                      <a:pt x="22" y="716"/>
                    </a:lnTo>
                    <a:lnTo>
                      <a:pt x="14" y="776"/>
                    </a:lnTo>
                    <a:lnTo>
                      <a:pt x="8" y="842"/>
                    </a:lnTo>
                    <a:lnTo>
                      <a:pt x="4" y="912"/>
                    </a:lnTo>
                    <a:lnTo>
                      <a:pt x="0" y="986"/>
                    </a:lnTo>
                    <a:lnTo>
                      <a:pt x="0" y="1064"/>
                    </a:lnTo>
                    <a:lnTo>
                      <a:pt x="0" y="1590"/>
                    </a:lnTo>
                    <a:lnTo>
                      <a:pt x="734" y="1590"/>
                    </a:lnTo>
                    <a:lnTo>
                      <a:pt x="734" y="854"/>
                    </a:lnTo>
                    <a:lnTo>
                      <a:pt x="378" y="854"/>
                    </a:lnTo>
                    <a:lnTo>
                      <a:pt x="378" y="854"/>
                    </a:lnTo>
                    <a:lnTo>
                      <a:pt x="382" y="802"/>
                    </a:lnTo>
                    <a:lnTo>
                      <a:pt x="388" y="752"/>
                    </a:lnTo>
                    <a:lnTo>
                      <a:pt x="396" y="704"/>
                    </a:lnTo>
                    <a:lnTo>
                      <a:pt x="406" y="658"/>
                    </a:lnTo>
                    <a:lnTo>
                      <a:pt x="420" y="616"/>
                    </a:lnTo>
                    <a:lnTo>
                      <a:pt x="438" y="578"/>
                    </a:lnTo>
                    <a:lnTo>
                      <a:pt x="458" y="540"/>
                    </a:lnTo>
                    <a:lnTo>
                      <a:pt x="480" y="506"/>
                    </a:lnTo>
                    <a:lnTo>
                      <a:pt x="480" y="5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CCBB50D8-35D2-4732-B38D-E42FFF6278C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132964" y="1611557"/>
              <a:ext cx="336840" cy="169608"/>
              <a:chOff x="6894513" y="2190750"/>
              <a:chExt cx="3222625" cy="2530475"/>
            </a:xfrm>
            <a:solidFill>
              <a:schemeClr val="bg1">
                <a:lumMod val="75000"/>
              </a:schemeClr>
            </a:solidFill>
          </p:grpSpPr>
          <p:sp>
            <p:nvSpPr>
              <p:cNvPr id="78" name="Freeform 7">
                <a:extLst>
                  <a:ext uri="{FF2B5EF4-FFF2-40B4-BE49-F238E27FC236}">
                    <a16:creationId xmlns:a16="http://schemas.microsoft.com/office/drawing/2014/main" id="{254F3F49-F531-45EF-97A2-19C8A179CD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4513" y="2190750"/>
                <a:ext cx="1260475" cy="2530475"/>
              </a:xfrm>
              <a:custGeom>
                <a:avLst/>
                <a:gdLst>
                  <a:gd name="T0" fmla="*/ 60 w 794"/>
                  <a:gd name="T1" fmla="*/ 736 h 1594"/>
                  <a:gd name="T2" fmla="*/ 416 w 794"/>
                  <a:gd name="T3" fmla="*/ 736 h 1594"/>
                  <a:gd name="T4" fmla="*/ 416 w 794"/>
                  <a:gd name="T5" fmla="*/ 736 h 1594"/>
                  <a:gd name="T6" fmla="*/ 412 w 794"/>
                  <a:gd name="T7" fmla="*/ 788 h 1594"/>
                  <a:gd name="T8" fmla="*/ 408 w 794"/>
                  <a:gd name="T9" fmla="*/ 838 h 1594"/>
                  <a:gd name="T10" fmla="*/ 398 w 794"/>
                  <a:gd name="T11" fmla="*/ 886 h 1594"/>
                  <a:gd name="T12" fmla="*/ 388 w 794"/>
                  <a:gd name="T13" fmla="*/ 930 h 1594"/>
                  <a:gd name="T14" fmla="*/ 374 w 794"/>
                  <a:gd name="T15" fmla="*/ 972 h 1594"/>
                  <a:gd name="T16" fmla="*/ 358 w 794"/>
                  <a:gd name="T17" fmla="*/ 1012 h 1594"/>
                  <a:gd name="T18" fmla="*/ 338 w 794"/>
                  <a:gd name="T19" fmla="*/ 1050 h 1594"/>
                  <a:gd name="T20" fmla="*/ 316 w 794"/>
                  <a:gd name="T21" fmla="*/ 1084 h 1594"/>
                  <a:gd name="T22" fmla="*/ 316 w 794"/>
                  <a:gd name="T23" fmla="*/ 1084 h 1594"/>
                  <a:gd name="T24" fmla="*/ 290 w 794"/>
                  <a:gd name="T25" fmla="*/ 1114 h 1594"/>
                  <a:gd name="T26" fmla="*/ 260 w 794"/>
                  <a:gd name="T27" fmla="*/ 1144 h 1594"/>
                  <a:gd name="T28" fmla="*/ 228 w 794"/>
                  <a:gd name="T29" fmla="*/ 1174 h 1594"/>
                  <a:gd name="T30" fmla="*/ 190 w 794"/>
                  <a:gd name="T31" fmla="*/ 1200 h 1594"/>
                  <a:gd name="T32" fmla="*/ 148 w 794"/>
                  <a:gd name="T33" fmla="*/ 1224 h 1594"/>
                  <a:gd name="T34" fmla="*/ 102 w 794"/>
                  <a:gd name="T35" fmla="*/ 1246 h 1594"/>
                  <a:gd name="T36" fmla="*/ 54 w 794"/>
                  <a:gd name="T37" fmla="*/ 1268 h 1594"/>
                  <a:gd name="T38" fmla="*/ 0 w 794"/>
                  <a:gd name="T39" fmla="*/ 1288 h 1594"/>
                  <a:gd name="T40" fmla="*/ 144 w 794"/>
                  <a:gd name="T41" fmla="*/ 1594 h 1594"/>
                  <a:gd name="T42" fmla="*/ 144 w 794"/>
                  <a:gd name="T43" fmla="*/ 1594 h 1594"/>
                  <a:gd name="T44" fmla="*/ 200 w 794"/>
                  <a:gd name="T45" fmla="*/ 1572 h 1594"/>
                  <a:gd name="T46" fmla="*/ 256 w 794"/>
                  <a:gd name="T47" fmla="*/ 1548 h 1594"/>
                  <a:gd name="T48" fmla="*/ 308 w 794"/>
                  <a:gd name="T49" fmla="*/ 1522 h 1594"/>
                  <a:gd name="T50" fmla="*/ 358 w 794"/>
                  <a:gd name="T51" fmla="*/ 1494 h 1594"/>
                  <a:gd name="T52" fmla="*/ 406 w 794"/>
                  <a:gd name="T53" fmla="*/ 1464 h 1594"/>
                  <a:gd name="T54" fmla="*/ 450 w 794"/>
                  <a:gd name="T55" fmla="*/ 1432 h 1594"/>
                  <a:gd name="T56" fmla="*/ 492 w 794"/>
                  <a:gd name="T57" fmla="*/ 1398 h 1594"/>
                  <a:gd name="T58" fmla="*/ 532 w 794"/>
                  <a:gd name="T59" fmla="*/ 1362 h 1594"/>
                  <a:gd name="T60" fmla="*/ 532 w 794"/>
                  <a:gd name="T61" fmla="*/ 1362 h 1594"/>
                  <a:gd name="T62" fmla="*/ 568 w 794"/>
                  <a:gd name="T63" fmla="*/ 1324 h 1594"/>
                  <a:gd name="T64" fmla="*/ 602 w 794"/>
                  <a:gd name="T65" fmla="*/ 1286 h 1594"/>
                  <a:gd name="T66" fmla="*/ 632 w 794"/>
                  <a:gd name="T67" fmla="*/ 1246 h 1594"/>
                  <a:gd name="T68" fmla="*/ 660 w 794"/>
                  <a:gd name="T69" fmla="*/ 1206 h 1594"/>
                  <a:gd name="T70" fmla="*/ 684 w 794"/>
                  <a:gd name="T71" fmla="*/ 1164 h 1594"/>
                  <a:gd name="T72" fmla="*/ 706 w 794"/>
                  <a:gd name="T73" fmla="*/ 1120 h 1594"/>
                  <a:gd name="T74" fmla="*/ 724 w 794"/>
                  <a:gd name="T75" fmla="*/ 1076 h 1594"/>
                  <a:gd name="T76" fmla="*/ 740 w 794"/>
                  <a:gd name="T77" fmla="*/ 1030 h 1594"/>
                  <a:gd name="T78" fmla="*/ 740 w 794"/>
                  <a:gd name="T79" fmla="*/ 1030 h 1594"/>
                  <a:gd name="T80" fmla="*/ 752 w 794"/>
                  <a:gd name="T81" fmla="*/ 982 h 1594"/>
                  <a:gd name="T82" fmla="*/ 764 w 794"/>
                  <a:gd name="T83" fmla="*/ 930 h 1594"/>
                  <a:gd name="T84" fmla="*/ 774 w 794"/>
                  <a:gd name="T85" fmla="*/ 874 h 1594"/>
                  <a:gd name="T86" fmla="*/ 780 w 794"/>
                  <a:gd name="T87" fmla="*/ 814 h 1594"/>
                  <a:gd name="T88" fmla="*/ 786 w 794"/>
                  <a:gd name="T89" fmla="*/ 748 h 1594"/>
                  <a:gd name="T90" fmla="*/ 792 w 794"/>
                  <a:gd name="T91" fmla="*/ 680 h 1594"/>
                  <a:gd name="T92" fmla="*/ 794 w 794"/>
                  <a:gd name="T93" fmla="*/ 606 h 1594"/>
                  <a:gd name="T94" fmla="*/ 794 w 794"/>
                  <a:gd name="T95" fmla="*/ 528 h 1594"/>
                  <a:gd name="T96" fmla="*/ 794 w 794"/>
                  <a:gd name="T97" fmla="*/ 0 h 1594"/>
                  <a:gd name="T98" fmla="*/ 60 w 794"/>
                  <a:gd name="T99" fmla="*/ 0 h 1594"/>
                  <a:gd name="T100" fmla="*/ 60 w 794"/>
                  <a:gd name="T101" fmla="*/ 736 h 1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94" h="1594">
                    <a:moveTo>
                      <a:pt x="60" y="736"/>
                    </a:moveTo>
                    <a:lnTo>
                      <a:pt x="416" y="736"/>
                    </a:lnTo>
                    <a:lnTo>
                      <a:pt x="416" y="736"/>
                    </a:lnTo>
                    <a:lnTo>
                      <a:pt x="412" y="788"/>
                    </a:lnTo>
                    <a:lnTo>
                      <a:pt x="408" y="838"/>
                    </a:lnTo>
                    <a:lnTo>
                      <a:pt x="398" y="886"/>
                    </a:lnTo>
                    <a:lnTo>
                      <a:pt x="388" y="930"/>
                    </a:lnTo>
                    <a:lnTo>
                      <a:pt x="374" y="972"/>
                    </a:lnTo>
                    <a:lnTo>
                      <a:pt x="358" y="1012"/>
                    </a:lnTo>
                    <a:lnTo>
                      <a:pt x="338" y="1050"/>
                    </a:lnTo>
                    <a:lnTo>
                      <a:pt x="316" y="1084"/>
                    </a:lnTo>
                    <a:lnTo>
                      <a:pt x="316" y="1084"/>
                    </a:lnTo>
                    <a:lnTo>
                      <a:pt x="290" y="1114"/>
                    </a:lnTo>
                    <a:lnTo>
                      <a:pt x="260" y="1144"/>
                    </a:lnTo>
                    <a:lnTo>
                      <a:pt x="228" y="1174"/>
                    </a:lnTo>
                    <a:lnTo>
                      <a:pt x="190" y="1200"/>
                    </a:lnTo>
                    <a:lnTo>
                      <a:pt x="148" y="1224"/>
                    </a:lnTo>
                    <a:lnTo>
                      <a:pt x="102" y="1246"/>
                    </a:lnTo>
                    <a:lnTo>
                      <a:pt x="54" y="1268"/>
                    </a:lnTo>
                    <a:lnTo>
                      <a:pt x="0" y="1288"/>
                    </a:lnTo>
                    <a:lnTo>
                      <a:pt x="144" y="1594"/>
                    </a:lnTo>
                    <a:lnTo>
                      <a:pt x="144" y="1594"/>
                    </a:lnTo>
                    <a:lnTo>
                      <a:pt x="200" y="1572"/>
                    </a:lnTo>
                    <a:lnTo>
                      <a:pt x="256" y="1548"/>
                    </a:lnTo>
                    <a:lnTo>
                      <a:pt x="308" y="1522"/>
                    </a:lnTo>
                    <a:lnTo>
                      <a:pt x="358" y="1494"/>
                    </a:lnTo>
                    <a:lnTo>
                      <a:pt x="406" y="1464"/>
                    </a:lnTo>
                    <a:lnTo>
                      <a:pt x="450" y="1432"/>
                    </a:lnTo>
                    <a:lnTo>
                      <a:pt x="492" y="1398"/>
                    </a:lnTo>
                    <a:lnTo>
                      <a:pt x="532" y="1362"/>
                    </a:lnTo>
                    <a:lnTo>
                      <a:pt x="532" y="1362"/>
                    </a:lnTo>
                    <a:lnTo>
                      <a:pt x="568" y="1324"/>
                    </a:lnTo>
                    <a:lnTo>
                      <a:pt x="602" y="1286"/>
                    </a:lnTo>
                    <a:lnTo>
                      <a:pt x="632" y="1246"/>
                    </a:lnTo>
                    <a:lnTo>
                      <a:pt x="660" y="1206"/>
                    </a:lnTo>
                    <a:lnTo>
                      <a:pt x="684" y="1164"/>
                    </a:lnTo>
                    <a:lnTo>
                      <a:pt x="706" y="1120"/>
                    </a:lnTo>
                    <a:lnTo>
                      <a:pt x="724" y="1076"/>
                    </a:lnTo>
                    <a:lnTo>
                      <a:pt x="740" y="1030"/>
                    </a:lnTo>
                    <a:lnTo>
                      <a:pt x="740" y="1030"/>
                    </a:lnTo>
                    <a:lnTo>
                      <a:pt x="752" y="982"/>
                    </a:lnTo>
                    <a:lnTo>
                      <a:pt x="764" y="930"/>
                    </a:lnTo>
                    <a:lnTo>
                      <a:pt x="774" y="874"/>
                    </a:lnTo>
                    <a:lnTo>
                      <a:pt x="780" y="814"/>
                    </a:lnTo>
                    <a:lnTo>
                      <a:pt x="786" y="748"/>
                    </a:lnTo>
                    <a:lnTo>
                      <a:pt x="792" y="680"/>
                    </a:lnTo>
                    <a:lnTo>
                      <a:pt x="794" y="606"/>
                    </a:lnTo>
                    <a:lnTo>
                      <a:pt x="794" y="528"/>
                    </a:lnTo>
                    <a:lnTo>
                      <a:pt x="794" y="0"/>
                    </a:lnTo>
                    <a:lnTo>
                      <a:pt x="60" y="0"/>
                    </a:lnTo>
                    <a:lnTo>
                      <a:pt x="60" y="7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8">
                <a:extLst>
                  <a:ext uri="{FF2B5EF4-FFF2-40B4-BE49-F238E27FC236}">
                    <a16:creationId xmlns:a16="http://schemas.microsoft.com/office/drawing/2014/main" id="{7E7FE53F-EE00-4DEA-88D9-DDC1AA222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3488" y="2190750"/>
                <a:ext cx="1263650" cy="2530475"/>
              </a:xfrm>
              <a:custGeom>
                <a:avLst/>
                <a:gdLst>
                  <a:gd name="T0" fmla="*/ 60 w 796"/>
                  <a:gd name="T1" fmla="*/ 0 h 1594"/>
                  <a:gd name="T2" fmla="*/ 60 w 796"/>
                  <a:gd name="T3" fmla="*/ 736 h 1594"/>
                  <a:gd name="T4" fmla="*/ 414 w 796"/>
                  <a:gd name="T5" fmla="*/ 736 h 1594"/>
                  <a:gd name="T6" fmla="*/ 414 w 796"/>
                  <a:gd name="T7" fmla="*/ 736 h 1594"/>
                  <a:gd name="T8" fmla="*/ 412 w 796"/>
                  <a:gd name="T9" fmla="*/ 788 h 1594"/>
                  <a:gd name="T10" fmla="*/ 406 w 796"/>
                  <a:gd name="T11" fmla="*/ 838 h 1594"/>
                  <a:gd name="T12" fmla="*/ 398 w 796"/>
                  <a:gd name="T13" fmla="*/ 886 h 1594"/>
                  <a:gd name="T14" fmla="*/ 388 w 796"/>
                  <a:gd name="T15" fmla="*/ 930 h 1594"/>
                  <a:gd name="T16" fmla="*/ 374 w 796"/>
                  <a:gd name="T17" fmla="*/ 972 h 1594"/>
                  <a:gd name="T18" fmla="*/ 358 w 796"/>
                  <a:gd name="T19" fmla="*/ 1012 h 1594"/>
                  <a:gd name="T20" fmla="*/ 338 w 796"/>
                  <a:gd name="T21" fmla="*/ 1050 h 1594"/>
                  <a:gd name="T22" fmla="*/ 316 w 796"/>
                  <a:gd name="T23" fmla="*/ 1084 h 1594"/>
                  <a:gd name="T24" fmla="*/ 316 w 796"/>
                  <a:gd name="T25" fmla="*/ 1084 h 1594"/>
                  <a:gd name="T26" fmla="*/ 290 w 796"/>
                  <a:gd name="T27" fmla="*/ 1114 h 1594"/>
                  <a:gd name="T28" fmla="*/ 260 w 796"/>
                  <a:gd name="T29" fmla="*/ 1144 h 1594"/>
                  <a:gd name="T30" fmla="*/ 226 w 796"/>
                  <a:gd name="T31" fmla="*/ 1174 h 1594"/>
                  <a:gd name="T32" fmla="*/ 188 w 796"/>
                  <a:gd name="T33" fmla="*/ 1200 h 1594"/>
                  <a:gd name="T34" fmla="*/ 148 w 796"/>
                  <a:gd name="T35" fmla="*/ 1224 h 1594"/>
                  <a:gd name="T36" fmla="*/ 102 w 796"/>
                  <a:gd name="T37" fmla="*/ 1246 h 1594"/>
                  <a:gd name="T38" fmla="*/ 54 w 796"/>
                  <a:gd name="T39" fmla="*/ 1268 h 1594"/>
                  <a:gd name="T40" fmla="*/ 0 w 796"/>
                  <a:gd name="T41" fmla="*/ 1288 h 1594"/>
                  <a:gd name="T42" fmla="*/ 144 w 796"/>
                  <a:gd name="T43" fmla="*/ 1594 h 1594"/>
                  <a:gd name="T44" fmla="*/ 144 w 796"/>
                  <a:gd name="T45" fmla="*/ 1594 h 1594"/>
                  <a:gd name="T46" fmla="*/ 200 w 796"/>
                  <a:gd name="T47" fmla="*/ 1572 h 1594"/>
                  <a:gd name="T48" fmla="*/ 256 w 796"/>
                  <a:gd name="T49" fmla="*/ 1548 h 1594"/>
                  <a:gd name="T50" fmla="*/ 308 w 796"/>
                  <a:gd name="T51" fmla="*/ 1522 h 1594"/>
                  <a:gd name="T52" fmla="*/ 356 w 796"/>
                  <a:gd name="T53" fmla="*/ 1494 h 1594"/>
                  <a:gd name="T54" fmla="*/ 404 w 796"/>
                  <a:gd name="T55" fmla="*/ 1464 h 1594"/>
                  <a:gd name="T56" fmla="*/ 448 w 796"/>
                  <a:gd name="T57" fmla="*/ 1432 h 1594"/>
                  <a:gd name="T58" fmla="*/ 490 w 796"/>
                  <a:gd name="T59" fmla="*/ 1398 h 1594"/>
                  <a:gd name="T60" fmla="*/ 530 w 796"/>
                  <a:gd name="T61" fmla="*/ 1362 h 1594"/>
                  <a:gd name="T62" fmla="*/ 530 w 796"/>
                  <a:gd name="T63" fmla="*/ 1362 h 1594"/>
                  <a:gd name="T64" fmla="*/ 566 w 796"/>
                  <a:gd name="T65" fmla="*/ 1324 h 1594"/>
                  <a:gd name="T66" fmla="*/ 600 w 796"/>
                  <a:gd name="T67" fmla="*/ 1286 h 1594"/>
                  <a:gd name="T68" fmla="*/ 630 w 796"/>
                  <a:gd name="T69" fmla="*/ 1246 h 1594"/>
                  <a:gd name="T70" fmla="*/ 658 w 796"/>
                  <a:gd name="T71" fmla="*/ 1206 h 1594"/>
                  <a:gd name="T72" fmla="*/ 684 w 796"/>
                  <a:gd name="T73" fmla="*/ 1164 h 1594"/>
                  <a:gd name="T74" fmla="*/ 704 w 796"/>
                  <a:gd name="T75" fmla="*/ 1120 h 1594"/>
                  <a:gd name="T76" fmla="*/ 724 w 796"/>
                  <a:gd name="T77" fmla="*/ 1076 h 1594"/>
                  <a:gd name="T78" fmla="*/ 740 w 796"/>
                  <a:gd name="T79" fmla="*/ 1030 h 1594"/>
                  <a:gd name="T80" fmla="*/ 740 w 796"/>
                  <a:gd name="T81" fmla="*/ 1030 h 1594"/>
                  <a:gd name="T82" fmla="*/ 752 w 796"/>
                  <a:gd name="T83" fmla="*/ 982 h 1594"/>
                  <a:gd name="T84" fmla="*/ 764 w 796"/>
                  <a:gd name="T85" fmla="*/ 930 h 1594"/>
                  <a:gd name="T86" fmla="*/ 774 w 796"/>
                  <a:gd name="T87" fmla="*/ 874 h 1594"/>
                  <a:gd name="T88" fmla="*/ 782 w 796"/>
                  <a:gd name="T89" fmla="*/ 814 h 1594"/>
                  <a:gd name="T90" fmla="*/ 788 w 796"/>
                  <a:gd name="T91" fmla="*/ 748 h 1594"/>
                  <a:gd name="T92" fmla="*/ 792 w 796"/>
                  <a:gd name="T93" fmla="*/ 680 h 1594"/>
                  <a:gd name="T94" fmla="*/ 794 w 796"/>
                  <a:gd name="T95" fmla="*/ 606 h 1594"/>
                  <a:gd name="T96" fmla="*/ 796 w 796"/>
                  <a:gd name="T97" fmla="*/ 528 h 1594"/>
                  <a:gd name="T98" fmla="*/ 796 w 796"/>
                  <a:gd name="T99" fmla="*/ 0 h 1594"/>
                  <a:gd name="T100" fmla="*/ 60 w 796"/>
                  <a:gd name="T101" fmla="*/ 0 h 1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96" h="1594">
                    <a:moveTo>
                      <a:pt x="60" y="0"/>
                    </a:moveTo>
                    <a:lnTo>
                      <a:pt x="60" y="736"/>
                    </a:lnTo>
                    <a:lnTo>
                      <a:pt x="414" y="736"/>
                    </a:lnTo>
                    <a:lnTo>
                      <a:pt x="414" y="736"/>
                    </a:lnTo>
                    <a:lnTo>
                      <a:pt x="412" y="788"/>
                    </a:lnTo>
                    <a:lnTo>
                      <a:pt x="406" y="838"/>
                    </a:lnTo>
                    <a:lnTo>
                      <a:pt x="398" y="886"/>
                    </a:lnTo>
                    <a:lnTo>
                      <a:pt x="388" y="930"/>
                    </a:lnTo>
                    <a:lnTo>
                      <a:pt x="374" y="972"/>
                    </a:lnTo>
                    <a:lnTo>
                      <a:pt x="358" y="1012"/>
                    </a:lnTo>
                    <a:lnTo>
                      <a:pt x="338" y="1050"/>
                    </a:lnTo>
                    <a:lnTo>
                      <a:pt x="316" y="1084"/>
                    </a:lnTo>
                    <a:lnTo>
                      <a:pt x="316" y="1084"/>
                    </a:lnTo>
                    <a:lnTo>
                      <a:pt x="290" y="1114"/>
                    </a:lnTo>
                    <a:lnTo>
                      <a:pt x="260" y="1144"/>
                    </a:lnTo>
                    <a:lnTo>
                      <a:pt x="226" y="1174"/>
                    </a:lnTo>
                    <a:lnTo>
                      <a:pt x="188" y="1200"/>
                    </a:lnTo>
                    <a:lnTo>
                      <a:pt x="148" y="1224"/>
                    </a:lnTo>
                    <a:lnTo>
                      <a:pt x="102" y="1246"/>
                    </a:lnTo>
                    <a:lnTo>
                      <a:pt x="54" y="1268"/>
                    </a:lnTo>
                    <a:lnTo>
                      <a:pt x="0" y="1288"/>
                    </a:lnTo>
                    <a:lnTo>
                      <a:pt x="144" y="1594"/>
                    </a:lnTo>
                    <a:lnTo>
                      <a:pt x="144" y="1594"/>
                    </a:lnTo>
                    <a:lnTo>
                      <a:pt x="200" y="1572"/>
                    </a:lnTo>
                    <a:lnTo>
                      <a:pt x="256" y="1548"/>
                    </a:lnTo>
                    <a:lnTo>
                      <a:pt x="308" y="1522"/>
                    </a:lnTo>
                    <a:lnTo>
                      <a:pt x="356" y="1494"/>
                    </a:lnTo>
                    <a:lnTo>
                      <a:pt x="404" y="1464"/>
                    </a:lnTo>
                    <a:lnTo>
                      <a:pt x="448" y="1432"/>
                    </a:lnTo>
                    <a:lnTo>
                      <a:pt x="490" y="1398"/>
                    </a:lnTo>
                    <a:lnTo>
                      <a:pt x="530" y="1362"/>
                    </a:lnTo>
                    <a:lnTo>
                      <a:pt x="530" y="1362"/>
                    </a:lnTo>
                    <a:lnTo>
                      <a:pt x="566" y="1324"/>
                    </a:lnTo>
                    <a:lnTo>
                      <a:pt x="600" y="1286"/>
                    </a:lnTo>
                    <a:lnTo>
                      <a:pt x="630" y="1246"/>
                    </a:lnTo>
                    <a:lnTo>
                      <a:pt x="658" y="1206"/>
                    </a:lnTo>
                    <a:lnTo>
                      <a:pt x="684" y="1164"/>
                    </a:lnTo>
                    <a:lnTo>
                      <a:pt x="704" y="1120"/>
                    </a:lnTo>
                    <a:lnTo>
                      <a:pt x="724" y="1076"/>
                    </a:lnTo>
                    <a:lnTo>
                      <a:pt x="740" y="1030"/>
                    </a:lnTo>
                    <a:lnTo>
                      <a:pt x="740" y="1030"/>
                    </a:lnTo>
                    <a:lnTo>
                      <a:pt x="752" y="982"/>
                    </a:lnTo>
                    <a:lnTo>
                      <a:pt x="764" y="930"/>
                    </a:lnTo>
                    <a:lnTo>
                      <a:pt x="774" y="874"/>
                    </a:lnTo>
                    <a:lnTo>
                      <a:pt x="782" y="814"/>
                    </a:lnTo>
                    <a:lnTo>
                      <a:pt x="788" y="748"/>
                    </a:lnTo>
                    <a:lnTo>
                      <a:pt x="792" y="680"/>
                    </a:lnTo>
                    <a:lnTo>
                      <a:pt x="794" y="606"/>
                    </a:lnTo>
                    <a:lnTo>
                      <a:pt x="796" y="528"/>
                    </a:lnTo>
                    <a:lnTo>
                      <a:pt x="796" y="0"/>
                    </a:lnTo>
                    <a:lnTo>
                      <a:pt x="6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9AD0C8FB-4F24-4830-8ECD-147B54FA2DEE}"/>
              </a:ext>
            </a:extLst>
          </p:cNvPr>
          <p:cNvSpPr/>
          <p:nvPr/>
        </p:nvSpPr>
        <p:spPr>
          <a:xfrm>
            <a:off x="2287048" y="2570482"/>
            <a:ext cx="5369592" cy="3876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 defTabSz="997702"/>
            <a:endParaRPr lang="ko-KR" altLang="en-US" sz="1050" spc="-6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</a:gradFill>
              <a:latin typeface="Frutiger65" panose="020B0800000000000000" pitchFamily="34" charset="0"/>
              <a:ea typeface="-윤고딕330" pitchFamily="18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2565429-50B5-4191-A8AB-99F9D2970A54}"/>
              </a:ext>
            </a:extLst>
          </p:cNvPr>
          <p:cNvSpPr/>
          <p:nvPr/>
        </p:nvSpPr>
        <p:spPr>
          <a:xfrm>
            <a:off x="1028479" y="2563543"/>
            <a:ext cx="1152950" cy="38763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r>
              <a:rPr lang="en-US" altLang="ko-KR" sz="900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AI-API</a:t>
            </a:r>
            <a:endParaRPr lang="ko-KR" altLang="en-US" sz="900" dirty="0">
              <a:ln w="1905">
                <a:solidFill>
                  <a:schemeClr val="bg1">
                    <a:alpha val="15000"/>
                  </a:scheme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F1800E6-3017-4D7F-BECE-5BF1D31FDA8C}"/>
              </a:ext>
            </a:extLst>
          </p:cNvPr>
          <p:cNvSpPr txBox="1"/>
          <p:nvPr/>
        </p:nvSpPr>
        <p:spPr>
          <a:xfrm>
            <a:off x="3767917" y="2632776"/>
            <a:ext cx="30941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1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l"/>
            <a:r>
              <a:rPr lang="en-US" altLang="ko-KR" sz="105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Rest API /Json format (AI API service)</a:t>
            </a:r>
            <a:endParaRPr lang="ko-KR" altLang="en-US" sz="105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3D03A550-F48F-4EAC-BAA1-B2E73A088EF0}"/>
              </a:ext>
            </a:extLst>
          </p:cNvPr>
          <p:cNvSpPr/>
          <p:nvPr/>
        </p:nvSpPr>
        <p:spPr>
          <a:xfrm>
            <a:off x="1041663" y="1920319"/>
            <a:ext cx="1152950" cy="52065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900" dirty="0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Applications 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FE38318-4B32-4B58-8D99-D10BAAC47319}"/>
              </a:ext>
            </a:extLst>
          </p:cNvPr>
          <p:cNvSpPr/>
          <p:nvPr/>
        </p:nvSpPr>
        <p:spPr>
          <a:xfrm>
            <a:off x="2287048" y="1942207"/>
            <a:ext cx="5369592" cy="482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 defTabSz="997702"/>
            <a:endParaRPr lang="ko-KR" altLang="en-US" sz="1050" spc="-6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</a:gradFill>
              <a:latin typeface="Frutiger65" panose="020B0800000000000000" pitchFamily="34" charset="0"/>
              <a:ea typeface="-윤고딕330" pitchFamily="18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85429C11-3038-4802-BA8E-C87F7D25C89B}"/>
              </a:ext>
            </a:extLst>
          </p:cNvPr>
          <p:cNvSpPr/>
          <p:nvPr/>
        </p:nvSpPr>
        <p:spPr>
          <a:xfrm>
            <a:off x="2516396" y="2020489"/>
            <a:ext cx="1041317" cy="33118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r>
              <a:rPr lang="en-US" altLang="ko-KR" sz="1200" b="0" cap="none" spc="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AI </a:t>
            </a:r>
            <a:r>
              <a:rPr lang="en-US" altLang="ko-KR" sz="900" b="0" cap="none" spc="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Chatbot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15F2EB6-A73E-4487-A8C7-BFB41E3E6EF4}"/>
              </a:ext>
            </a:extLst>
          </p:cNvPr>
          <p:cNvSpPr/>
          <p:nvPr/>
        </p:nvSpPr>
        <p:spPr>
          <a:xfrm>
            <a:off x="3826308" y="2020489"/>
            <a:ext cx="1041317" cy="33118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r>
              <a:rPr lang="en-US" altLang="ko-KR" sz="1400" b="0" cap="none" spc="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AI </a:t>
            </a:r>
            <a:r>
              <a:rPr lang="en-US" altLang="ko-KR" sz="800" b="0" cap="none" spc="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Vison</a:t>
            </a:r>
            <a:endParaRPr lang="en-US" altLang="ko-KR" sz="1400" b="0" cap="none" spc="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3F14C54-0300-43A4-ADA2-ACF05DE0F7AC}"/>
              </a:ext>
            </a:extLst>
          </p:cNvPr>
          <p:cNvSpPr/>
          <p:nvPr/>
        </p:nvSpPr>
        <p:spPr>
          <a:xfrm>
            <a:off x="5136220" y="2020489"/>
            <a:ext cx="1041317" cy="33118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r>
              <a:rPr lang="en-US" altLang="ko-KR" sz="1400" b="0" cap="none" spc="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AI </a:t>
            </a:r>
            <a:r>
              <a:rPr lang="en-US" altLang="ko-KR" sz="900" b="0" cap="none" spc="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Search</a:t>
            </a:r>
            <a:endParaRPr lang="en-US" altLang="ko-KR" sz="1400" b="0" cap="none" spc="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58B4334D-1B90-4534-9C56-66F8A3EAC81E}"/>
              </a:ext>
            </a:extLst>
          </p:cNvPr>
          <p:cNvSpPr/>
          <p:nvPr/>
        </p:nvSpPr>
        <p:spPr>
          <a:xfrm>
            <a:off x="6446131" y="2020489"/>
            <a:ext cx="1041317" cy="33118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r>
              <a:rPr lang="en-US" altLang="ko-KR" sz="1400" b="0" cap="none" spc="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AI </a:t>
            </a:r>
            <a:r>
              <a:rPr lang="en-US" altLang="ko-KR" sz="900" b="0" cap="none" spc="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Predictive</a:t>
            </a:r>
            <a:endParaRPr lang="en-US" altLang="ko-KR" sz="1400" b="0" cap="none" spc="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64BA12E-4248-43C9-956D-1C97AB8484B9}"/>
              </a:ext>
            </a:extLst>
          </p:cNvPr>
          <p:cNvGrpSpPr/>
          <p:nvPr/>
        </p:nvGrpSpPr>
        <p:grpSpPr>
          <a:xfrm>
            <a:off x="8199494" y="1832571"/>
            <a:ext cx="3072067" cy="3936539"/>
            <a:chOff x="8394431" y="2004104"/>
            <a:chExt cx="3653907" cy="420803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8075E060-A904-45FD-A42C-05283570411D}"/>
                </a:ext>
              </a:extLst>
            </p:cNvPr>
            <p:cNvSpPr/>
            <p:nvPr/>
          </p:nvSpPr>
          <p:spPr>
            <a:xfrm>
              <a:off x="8547539" y="2862975"/>
              <a:ext cx="3322320" cy="1907754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3A7C6858-0289-44C4-BC2F-520D4908229F}"/>
                </a:ext>
              </a:extLst>
            </p:cNvPr>
            <p:cNvSpPr/>
            <p:nvPr/>
          </p:nvSpPr>
          <p:spPr>
            <a:xfrm>
              <a:off x="8605763" y="2004104"/>
              <a:ext cx="1349473" cy="396000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Model</a:t>
              </a:r>
              <a:b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</a:br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Management</a:t>
              </a:r>
              <a:endParaRPr lang="ko-KR" altLang="en-US" sz="10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endParaRPr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294E5327-91CF-4D97-8EF7-A7CDC563A67F}"/>
                </a:ext>
              </a:extLst>
            </p:cNvPr>
            <p:cNvSpPr/>
            <p:nvPr/>
          </p:nvSpPr>
          <p:spPr>
            <a:xfrm>
              <a:off x="10402631" y="2693989"/>
              <a:ext cx="1349473" cy="341453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Fine Tuning </a:t>
              </a:r>
            </a:p>
            <a:p>
              <a:pPr algn="ctr" defTabSz="997702"/>
              <a:r>
                <a:rPr lang="ko-KR" altLang="en-US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기법 관리</a:t>
              </a:r>
            </a:p>
          </p:txBody>
        </p:sp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035A8FB0-FF68-411E-A275-23CA35E7D544}"/>
                </a:ext>
              </a:extLst>
            </p:cNvPr>
            <p:cNvSpPr/>
            <p:nvPr/>
          </p:nvSpPr>
          <p:spPr>
            <a:xfrm>
              <a:off x="8605763" y="3329327"/>
              <a:ext cx="1349473" cy="341453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r>
                <a:rPr lang="en-US" altLang="ko-KR" sz="1000" b="1" kern="0" spc="-6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Model </a:t>
              </a:r>
              <a:r>
                <a:rPr lang="ko-KR" altLang="en-US" sz="1000" b="1" kern="0" spc="-6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학습</a:t>
              </a:r>
              <a:br>
                <a:rPr lang="en-US" altLang="ko-KR" sz="1000" b="1" kern="0" spc="-6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</a:br>
              <a:r>
                <a:rPr lang="en-US" altLang="ko-KR" sz="1000" b="1" kern="0" spc="-6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(Finetuning)</a:t>
              </a:r>
              <a:endParaRPr lang="ko-KR" altLang="en-US" sz="10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endParaRPr>
            </a:p>
          </p:txBody>
        </p:sp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F62A5E73-894D-4185-AB53-F1D226C265E4}"/>
                </a:ext>
              </a:extLst>
            </p:cNvPr>
            <p:cNvSpPr/>
            <p:nvPr/>
          </p:nvSpPr>
          <p:spPr>
            <a:xfrm>
              <a:off x="10402631" y="3964665"/>
              <a:ext cx="1349473" cy="341453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RAG </a:t>
              </a:r>
              <a:r>
                <a:rPr lang="ko-KR" altLang="en-US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관리</a:t>
              </a:r>
            </a:p>
          </p:txBody>
        </p:sp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2DF55F28-FCAE-4269-B00C-584666394643}"/>
                </a:ext>
              </a:extLst>
            </p:cNvPr>
            <p:cNvSpPr/>
            <p:nvPr/>
          </p:nvSpPr>
          <p:spPr>
            <a:xfrm>
              <a:off x="8605763" y="4600003"/>
              <a:ext cx="1349473" cy="341453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Evaluation  </a:t>
              </a:r>
            </a:p>
            <a:p>
              <a:pPr algn="ctr" defTabSz="997702"/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(chat </a:t>
              </a:r>
              <a:r>
                <a:rPr lang="ko-KR" altLang="en-US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등</a:t>
              </a:r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)</a:t>
              </a:r>
              <a:endParaRPr lang="ko-KR" altLang="en-US" sz="10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endParaRPr>
            </a:p>
          </p:txBody>
        </p:sp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ACA017D-B9E0-4CB4-A4EF-944652D2254F}"/>
                </a:ext>
              </a:extLst>
            </p:cNvPr>
            <p:cNvSpPr/>
            <p:nvPr/>
          </p:nvSpPr>
          <p:spPr>
            <a:xfrm>
              <a:off x="10402631" y="5235341"/>
              <a:ext cx="1349473" cy="341453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Model Service</a:t>
              </a:r>
              <a:endParaRPr lang="ko-KR" altLang="en-US" sz="10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endParaRPr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7FE721F1-B22F-47DE-A72F-E888730FFB68}"/>
                </a:ext>
              </a:extLst>
            </p:cNvPr>
            <p:cNvSpPr/>
            <p:nvPr/>
          </p:nvSpPr>
          <p:spPr>
            <a:xfrm>
              <a:off x="8614720" y="5870681"/>
              <a:ext cx="1349473" cy="341453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API </a:t>
              </a:r>
              <a:r>
                <a:rPr lang="ko-KR" altLang="en-US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제공</a:t>
              </a:r>
              <a:r>
                <a:rPr lang="en-US" altLang="ko-KR" sz="1000" kern="0" spc="-6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Pretendard" panose="02000803000000020004" pitchFamily="2" charset="-127"/>
                  <a:ea typeface="Pretendard" panose="02000803000000020004" pitchFamily="2" charset="-127"/>
                  <a:cs typeface="Pretendard" panose="02000803000000020004" pitchFamily="2" charset="-127"/>
                </a:rPr>
                <a:t> </a:t>
              </a:r>
              <a:endParaRPr lang="ko-KR" altLang="en-US" sz="10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endParaRPr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A1CD26AF-BEF0-44B6-958F-2EB71590B975}"/>
                </a:ext>
              </a:extLst>
            </p:cNvPr>
            <p:cNvGrpSpPr/>
            <p:nvPr/>
          </p:nvGrpSpPr>
          <p:grpSpPr>
            <a:xfrm rot="2059630">
              <a:off x="10029219" y="2447633"/>
              <a:ext cx="288000" cy="216000"/>
              <a:chOff x="6043410" y="3213236"/>
              <a:chExt cx="1255475" cy="1033399"/>
            </a:xfrm>
          </p:grpSpPr>
          <p:sp>
            <p:nvSpPr>
              <p:cNvPr id="147" name="Freeform 5">
                <a:extLst>
                  <a:ext uri="{FF2B5EF4-FFF2-40B4-BE49-F238E27FC236}">
                    <a16:creationId xmlns:a16="http://schemas.microsoft.com/office/drawing/2014/main" id="{ACDCA671-97B9-4F2D-9FEF-5EB1C6900F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11893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8" name="Freeform 5">
                <a:extLst>
                  <a:ext uri="{FF2B5EF4-FFF2-40B4-BE49-F238E27FC236}">
                    <a16:creationId xmlns:a16="http://schemas.microsoft.com/office/drawing/2014/main" id="{CF0F79D7-6A03-4722-B45B-71C8DE3C4B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27651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9" name="Freeform 5">
                <a:extLst>
                  <a:ext uri="{FF2B5EF4-FFF2-40B4-BE49-F238E27FC236}">
                    <a16:creationId xmlns:a16="http://schemas.microsoft.com/office/drawing/2014/main" id="{A8C936CE-F3A9-440C-A18A-354978DD57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43410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C13274A6-C3A6-4DB4-9331-93F389D04A5E}"/>
                </a:ext>
              </a:extLst>
            </p:cNvPr>
            <p:cNvGrpSpPr/>
            <p:nvPr/>
          </p:nvGrpSpPr>
          <p:grpSpPr>
            <a:xfrm rot="2059630">
              <a:off x="10029219" y="3733549"/>
              <a:ext cx="288000" cy="216000"/>
              <a:chOff x="6043410" y="3213236"/>
              <a:chExt cx="1255475" cy="1033399"/>
            </a:xfrm>
          </p:grpSpPr>
          <p:sp>
            <p:nvSpPr>
              <p:cNvPr id="144" name="Freeform 5">
                <a:extLst>
                  <a:ext uri="{FF2B5EF4-FFF2-40B4-BE49-F238E27FC236}">
                    <a16:creationId xmlns:a16="http://schemas.microsoft.com/office/drawing/2014/main" id="{66EDE625-BFD8-49ED-898F-DBE03BF029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11893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5" name="Freeform 5">
                <a:extLst>
                  <a:ext uri="{FF2B5EF4-FFF2-40B4-BE49-F238E27FC236}">
                    <a16:creationId xmlns:a16="http://schemas.microsoft.com/office/drawing/2014/main" id="{1AF501F4-1620-4677-8185-B4125DB242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27651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6" name="Freeform 5">
                <a:extLst>
                  <a:ext uri="{FF2B5EF4-FFF2-40B4-BE49-F238E27FC236}">
                    <a16:creationId xmlns:a16="http://schemas.microsoft.com/office/drawing/2014/main" id="{226B3D06-DE89-4DE5-A2BA-52AA84425A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43410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D3394058-B0A1-425A-9D50-5E71BDB49A4A}"/>
                </a:ext>
              </a:extLst>
            </p:cNvPr>
            <p:cNvGrpSpPr/>
            <p:nvPr/>
          </p:nvGrpSpPr>
          <p:grpSpPr>
            <a:xfrm rot="2059630">
              <a:off x="10029219" y="5019465"/>
              <a:ext cx="288000" cy="216000"/>
              <a:chOff x="6043410" y="3213236"/>
              <a:chExt cx="1255475" cy="1033399"/>
            </a:xfrm>
          </p:grpSpPr>
          <p:sp>
            <p:nvSpPr>
              <p:cNvPr id="141" name="Freeform 5">
                <a:extLst>
                  <a:ext uri="{FF2B5EF4-FFF2-40B4-BE49-F238E27FC236}">
                    <a16:creationId xmlns:a16="http://schemas.microsoft.com/office/drawing/2014/main" id="{417A63C1-E085-4932-9C5B-36C57C1806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11893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2" name="Freeform 5">
                <a:extLst>
                  <a:ext uri="{FF2B5EF4-FFF2-40B4-BE49-F238E27FC236}">
                    <a16:creationId xmlns:a16="http://schemas.microsoft.com/office/drawing/2014/main" id="{24542A4F-FF10-4E58-BE9C-9F46CBD5DD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27651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3" name="Freeform 5">
                <a:extLst>
                  <a:ext uri="{FF2B5EF4-FFF2-40B4-BE49-F238E27FC236}">
                    <a16:creationId xmlns:a16="http://schemas.microsoft.com/office/drawing/2014/main" id="{3593F15B-0DE9-4BF5-B8B5-2CAB397E04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43410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5C82A3AE-6240-422F-83F7-0D3FC307F2AC}"/>
                </a:ext>
              </a:extLst>
            </p:cNvPr>
            <p:cNvGrpSpPr/>
            <p:nvPr/>
          </p:nvGrpSpPr>
          <p:grpSpPr>
            <a:xfrm rot="8483433">
              <a:off x="10029314" y="3090591"/>
              <a:ext cx="288000" cy="216000"/>
              <a:chOff x="6043410" y="3213236"/>
              <a:chExt cx="1255475" cy="1033399"/>
            </a:xfrm>
          </p:grpSpPr>
          <p:sp>
            <p:nvSpPr>
              <p:cNvPr id="138" name="Freeform 5">
                <a:extLst>
                  <a:ext uri="{FF2B5EF4-FFF2-40B4-BE49-F238E27FC236}">
                    <a16:creationId xmlns:a16="http://schemas.microsoft.com/office/drawing/2014/main" id="{37C53E13-EBFE-4A8A-B942-B92D50C854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11893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9" name="Freeform 5">
                <a:extLst>
                  <a:ext uri="{FF2B5EF4-FFF2-40B4-BE49-F238E27FC236}">
                    <a16:creationId xmlns:a16="http://schemas.microsoft.com/office/drawing/2014/main" id="{596FED91-FA86-4349-85A5-E35CB1F10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27651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0" name="Freeform 5">
                <a:extLst>
                  <a:ext uri="{FF2B5EF4-FFF2-40B4-BE49-F238E27FC236}">
                    <a16:creationId xmlns:a16="http://schemas.microsoft.com/office/drawing/2014/main" id="{B5BD2767-B770-47E8-8E03-FEBE9D176B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43410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8D208F3D-331C-4847-AFE6-AD8868C2D76F}"/>
                </a:ext>
              </a:extLst>
            </p:cNvPr>
            <p:cNvGrpSpPr/>
            <p:nvPr/>
          </p:nvGrpSpPr>
          <p:grpSpPr>
            <a:xfrm rot="8483433">
              <a:off x="10029314" y="4376507"/>
              <a:ext cx="288000" cy="216000"/>
              <a:chOff x="6043410" y="3213236"/>
              <a:chExt cx="1255475" cy="1033399"/>
            </a:xfrm>
          </p:grpSpPr>
          <p:sp>
            <p:nvSpPr>
              <p:cNvPr id="135" name="Freeform 5">
                <a:extLst>
                  <a:ext uri="{FF2B5EF4-FFF2-40B4-BE49-F238E27FC236}">
                    <a16:creationId xmlns:a16="http://schemas.microsoft.com/office/drawing/2014/main" id="{58C7E79A-D93A-455A-A15E-A52D55A16D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11893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6" name="Freeform 5">
                <a:extLst>
                  <a:ext uri="{FF2B5EF4-FFF2-40B4-BE49-F238E27FC236}">
                    <a16:creationId xmlns:a16="http://schemas.microsoft.com/office/drawing/2014/main" id="{65BFF868-2629-4230-A535-6D1E51E4BF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27651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7" name="Freeform 5">
                <a:extLst>
                  <a:ext uri="{FF2B5EF4-FFF2-40B4-BE49-F238E27FC236}">
                    <a16:creationId xmlns:a16="http://schemas.microsoft.com/office/drawing/2014/main" id="{B34AC069-B0AB-41B5-9D39-BA09EF436F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43410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E51CFE4C-00FE-4394-AB6C-7299D39D0ADA}"/>
                </a:ext>
              </a:extLst>
            </p:cNvPr>
            <p:cNvGrpSpPr/>
            <p:nvPr/>
          </p:nvGrpSpPr>
          <p:grpSpPr>
            <a:xfrm rot="8188086">
              <a:off x="10028181" y="5662421"/>
              <a:ext cx="288000" cy="216000"/>
              <a:chOff x="6043410" y="3213236"/>
              <a:chExt cx="1255475" cy="1033399"/>
            </a:xfrm>
          </p:grpSpPr>
          <p:sp>
            <p:nvSpPr>
              <p:cNvPr id="132" name="Freeform 5">
                <a:extLst>
                  <a:ext uri="{FF2B5EF4-FFF2-40B4-BE49-F238E27FC236}">
                    <a16:creationId xmlns:a16="http://schemas.microsoft.com/office/drawing/2014/main" id="{3A9A989E-22D5-453A-8B6E-11AE9F997C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811893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3" name="Freeform 5">
                <a:extLst>
                  <a:ext uri="{FF2B5EF4-FFF2-40B4-BE49-F238E27FC236}">
                    <a16:creationId xmlns:a16="http://schemas.microsoft.com/office/drawing/2014/main" id="{C8D31225-DB00-4C75-9A04-51CC1088F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427651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Freeform 5">
                <a:extLst>
                  <a:ext uri="{FF2B5EF4-FFF2-40B4-BE49-F238E27FC236}">
                    <a16:creationId xmlns:a16="http://schemas.microsoft.com/office/drawing/2014/main" id="{2943495F-5112-4478-937C-44D38F0174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43410" y="3213236"/>
                <a:ext cx="486992" cy="1033399"/>
              </a:xfrm>
              <a:custGeom>
                <a:avLst/>
                <a:gdLst>
                  <a:gd name="T0" fmla="*/ 258 w 1000"/>
                  <a:gd name="T1" fmla="*/ 2068 h 2122"/>
                  <a:gd name="T2" fmla="*/ 246 w 1000"/>
                  <a:gd name="T3" fmla="*/ 2080 h 2122"/>
                  <a:gd name="T4" fmla="*/ 222 w 1000"/>
                  <a:gd name="T5" fmla="*/ 2100 h 2122"/>
                  <a:gd name="T6" fmla="*/ 194 w 1000"/>
                  <a:gd name="T7" fmla="*/ 2114 h 2122"/>
                  <a:gd name="T8" fmla="*/ 162 w 1000"/>
                  <a:gd name="T9" fmla="*/ 2122 h 2122"/>
                  <a:gd name="T10" fmla="*/ 140 w 1000"/>
                  <a:gd name="T11" fmla="*/ 2122 h 2122"/>
                  <a:gd name="T12" fmla="*/ 126 w 1000"/>
                  <a:gd name="T13" fmla="*/ 2122 h 2122"/>
                  <a:gd name="T14" fmla="*/ 98 w 1000"/>
                  <a:gd name="T15" fmla="*/ 2116 h 2122"/>
                  <a:gd name="T16" fmla="*/ 74 w 1000"/>
                  <a:gd name="T17" fmla="*/ 2106 h 2122"/>
                  <a:gd name="T18" fmla="*/ 50 w 1000"/>
                  <a:gd name="T19" fmla="*/ 2090 h 2122"/>
                  <a:gd name="T20" fmla="*/ 32 w 1000"/>
                  <a:gd name="T21" fmla="*/ 2072 h 2122"/>
                  <a:gd name="T22" fmla="*/ 16 w 1000"/>
                  <a:gd name="T23" fmla="*/ 2048 h 2122"/>
                  <a:gd name="T24" fmla="*/ 6 w 1000"/>
                  <a:gd name="T25" fmla="*/ 2024 h 2122"/>
                  <a:gd name="T26" fmla="*/ 0 w 1000"/>
                  <a:gd name="T27" fmla="*/ 1996 h 2122"/>
                  <a:gd name="T28" fmla="*/ 0 w 1000"/>
                  <a:gd name="T29" fmla="*/ 1982 h 2122"/>
                  <a:gd name="T30" fmla="*/ 4 w 1000"/>
                  <a:gd name="T31" fmla="*/ 1948 h 2122"/>
                  <a:gd name="T32" fmla="*/ 14 w 1000"/>
                  <a:gd name="T33" fmla="*/ 1918 h 2122"/>
                  <a:gd name="T34" fmla="*/ 32 w 1000"/>
                  <a:gd name="T35" fmla="*/ 1892 h 2122"/>
                  <a:gd name="T36" fmla="*/ 54 w 1000"/>
                  <a:gd name="T37" fmla="*/ 1870 h 2122"/>
                  <a:gd name="T38" fmla="*/ 54 w 1000"/>
                  <a:gd name="T39" fmla="*/ 252 h 2122"/>
                  <a:gd name="T40" fmla="*/ 42 w 1000"/>
                  <a:gd name="T41" fmla="*/ 242 h 2122"/>
                  <a:gd name="T42" fmla="*/ 22 w 1000"/>
                  <a:gd name="T43" fmla="*/ 218 h 2122"/>
                  <a:gd name="T44" fmla="*/ 8 w 1000"/>
                  <a:gd name="T45" fmla="*/ 188 h 2122"/>
                  <a:gd name="T46" fmla="*/ 0 w 1000"/>
                  <a:gd name="T47" fmla="*/ 158 h 2122"/>
                  <a:gd name="T48" fmla="*/ 0 w 1000"/>
                  <a:gd name="T49" fmla="*/ 140 h 2122"/>
                  <a:gd name="T50" fmla="*/ 2 w 1000"/>
                  <a:gd name="T51" fmla="*/ 112 h 2122"/>
                  <a:gd name="T52" fmla="*/ 10 w 1000"/>
                  <a:gd name="T53" fmla="*/ 86 h 2122"/>
                  <a:gd name="T54" fmla="*/ 24 w 1000"/>
                  <a:gd name="T55" fmla="*/ 62 h 2122"/>
                  <a:gd name="T56" fmla="*/ 40 w 1000"/>
                  <a:gd name="T57" fmla="*/ 42 h 2122"/>
                  <a:gd name="T58" fmla="*/ 62 w 1000"/>
                  <a:gd name="T59" fmla="*/ 24 h 2122"/>
                  <a:gd name="T60" fmla="*/ 86 w 1000"/>
                  <a:gd name="T61" fmla="*/ 10 h 2122"/>
                  <a:gd name="T62" fmla="*/ 112 w 1000"/>
                  <a:gd name="T63" fmla="*/ 2 h 2122"/>
                  <a:gd name="T64" fmla="*/ 140 w 1000"/>
                  <a:gd name="T65" fmla="*/ 0 h 2122"/>
                  <a:gd name="T66" fmla="*/ 146 w 1000"/>
                  <a:gd name="T67" fmla="*/ 0 h 2122"/>
                  <a:gd name="T68" fmla="*/ 178 w 1000"/>
                  <a:gd name="T69" fmla="*/ 4 h 2122"/>
                  <a:gd name="T70" fmla="*/ 208 w 1000"/>
                  <a:gd name="T71" fmla="*/ 14 h 2122"/>
                  <a:gd name="T72" fmla="*/ 234 w 1000"/>
                  <a:gd name="T73" fmla="*/ 32 h 2122"/>
                  <a:gd name="T74" fmla="*/ 258 w 1000"/>
                  <a:gd name="T75" fmla="*/ 54 h 2122"/>
                  <a:gd name="T76" fmla="*/ 970 w 1000"/>
                  <a:gd name="T77" fmla="*/ 974 h 2122"/>
                  <a:gd name="T78" fmla="*/ 992 w 1000"/>
                  <a:gd name="T79" fmla="*/ 1016 h 2122"/>
                  <a:gd name="T80" fmla="*/ 1000 w 1000"/>
                  <a:gd name="T81" fmla="*/ 1062 h 2122"/>
                  <a:gd name="T82" fmla="*/ 992 w 1000"/>
                  <a:gd name="T83" fmla="*/ 1106 h 2122"/>
                  <a:gd name="T84" fmla="*/ 970 w 1000"/>
                  <a:gd name="T85" fmla="*/ 1148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00" h="2122">
                    <a:moveTo>
                      <a:pt x="970" y="1148"/>
                    </a:moveTo>
                    <a:lnTo>
                      <a:pt x="258" y="2068"/>
                    </a:lnTo>
                    <a:lnTo>
                      <a:pt x="258" y="2068"/>
                    </a:lnTo>
                    <a:lnTo>
                      <a:pt x="246" y="2080"/>
                    </a:lnTo>
                    <a:lnTo>
                      <a:pt x="234" y="2092"/>
                    </a:lnTo>
                    <a:lnTo>
                      <a:pt x="222" y="2100"/>
                    </a:lnTo>
                    <a:lnTo>
                      <a:pt x="208" y="2108"/>
                    </a:lnTo>
                    <a:lnTo>
                      <a:pt x="194" y="2114"/>
                    </a:lnTo>
                    <a:lnTo>
                      <a:pt x="178" y="2118"/>
                    </a:lnTo>
                    <a:lnTo>
                      <a:pt x="162" y="2122"/>
                    </a:lnTo>
                    <a:lnTo>
                      <a:pt x="146" y="2122"/>
                    </a:lnTo>
                    <a:lnTo>
                      <a:pt x="140" y="2122"/>
                    </a:lnTo>
                    <a:lnTo>
                      <a:pt x="140" y="2122"/>
                    </a:lnTo>
                    <a:lnTo>
                      <a:pt x="126" y="2122"/>
                    </a:lnTo>
                    <a:lnTo>
                      <a:pt x="112" y="2120"/>
                    </a:lnTo>
                    <a:lnTo>
                      <a:pt x="98" y="2116"/>
                    </a:lnTo>
                    <a:lnTo>
                      <a:pt x="86" y="2112"/>
                    </a:lnTo>
                    <a:lnTo>
                      <a:pt x="74" y="2106"/>
                    </a:lnTo>
                    <a:lnTo>
                      <a:pt x="62" y="2098"/>
                    </a:lnTo>
                    <a:lnTo>
                      <a:pt x="50" y="2090"/>
                    </a:lnTo>
                    <a:lnTo>
                      <a:pt x="40" y="2082"/>
                    </a:lnTo>
                    <a:lnTo>
                      <a:pt x="32" y="2072"/>
                    </a:lnTo>
                    <a:lnTo>
                      <a:pt x="24" y="2060"/>
                    </a:lnTo>
                    <a:lnTo>
                      <a:pt x="16" y="2048"/>
                    </a:lnTo>
                    <a:lnTo>
                      <a:pt x="10" y="2036"/>
                    </a:lnTo>
                    <a:lnTo>
                      <a:pt x="6" y="2024"/>
                    </a:lnTo>
                    <a:lnTo>
                      <a:pt x="2" y="2010"/>
                    </a:lnTo>
                    <a:lnTo>
                      <a:pt x="0" y="1996"/>
                    </a:lnTo>
                    <a:lnTo>
                      <a:pt x="0" y="1982"/>
                    </a:lnTo>
                    <a:lnTo>
                      <a:pt x="0" y="1982"/>
                    </a:lnTo>
                    <a:lnTo>
                      <a:pt x="0" y="1964"/>
                    </a:lnTo>
                    <a:lnTo>
                      <a:pt x="4" y="1948"/>
                    </a:lnTo>
                    <a:lnTo>
                      <a:pt x="8" y="1934"/>
                    </a:lnTo>
                    <a:lnTo>
                      <a:pt x="14" y="1918"/>
                    </a:lnTo>
                    <a:lnTo>
                      <a:pt x="22" y="1906"/>
                    </a:lnTo>
                    <a:lnTo>
                      <a:pt x="32" y="1892"/>
                    </a:lnTo>
                    <a:lnTo>
                      <a:pt x="42" y="1880"/>
                    </a:lnTo>
                    <a:lnTo>
                      <a:pt x="54" y="1870"/>
                    </a:lnTo>
                    <a:lnTo>
                      <a:pt x="680" y="1062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2" y="242"/>
                    </a:lnTo>
                    <a:lnTo>
                      <a:pt x="32" y="230"/>
                    </a:lnTo>
                    <a:lnTo>
                      <a:pt x="22" y="218"/>
                    </a:lnTo>
                    <a:lnTo>
                      <a:pt x="14" y="204"/>
                    </a:lnTo>
                    <a:lnTo>
                      <a:pt x="8" y="188"/>
                    </a:lnTo>
                    <a:lnTo>
                      <a:pt x="4" y="174"/>
                    </a:lnTo>
                    <a:lnTo>
                      <a:pt x="0" y="158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0" y="126"/>
                    </a:lnTo>
                    <a:lnTo>
                      <a:pt x="2" y="112"/>
                    </a:lnTo>
                    <a:lnTo>
                      <a:pt x="6" y="98"/>
                    </a:lnTo>
                    <a:lnTo>
                      <a:pt x="10" y="86"/>
                    </a:lnTo>
                    <a:lnTo>
                      <a:pt x="16" y="74"/>
                    </a:lnTo>
                    <a:lnTo>
                      <a:pt x="24" y="62"/>
                    </a:lnTo>
                    <a:lnTo>
                      <a:pt x="32" y="52"/>
                    </a:lnTo>
                    <a:lnTo>
                      <a:pt x="40" y="42"/>
                    </a:lnTo>
                    <a:lnTo>
                      <a:pt x="50" y="32"/>
                    </a:lnTo>
                    <a:lnTo>
                      <a:pt x="62" y="24"/>
                    </a:lnTo>
                    <a:lnTo>
                      <a:pt x="74" y="16"/>
                    </a:lnTo>
                    <a:lnTo>
                      <a:pt x="86" y="10"/>
                    </a:lnTo>
                    <a:lnTo>
                      <a:pt x="98" y="6"/>
                    </a:lnTo>
                    <a:lnTo>
                      <a:pt x="112" y="2"/>
                    </a:lnTo>
                    <a:lnTo>
                      <a:pt x="126" y="0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46" y="0"/>
                    </a:lnTo>
                    <a:lnTo>
                      <a:pt x="162" y="0"/>
                    </a:lnTo>
                    <a:lnTo>
                      <a:pt x="178" y="4"/>
                    </a:lnTo>
                    <a:lnTo>
                      <a:pt x="194" y="8"/>
                    </a:lnTo>
                    <a:lnTo>
                      <a:pt x="208" y="14"/>
                    </a:lnTo>
                    <a:lnTo>
                      <a:pt x="222" y="22"/>
                    </a:lnTo>
                    <a:lnTo>
                      <a:pt x="234" y="32"/>
                    </a:lnTo>
                    <a:lnTo>
                      <a:pt x="246" y="42"/>
                    </a:lnTo>
                    <a:lnTo>
                      <a:pt x="258" y="54"/>
                    </a:lnTo>
                    <a:lnTo>
                      <a:pt x="970" y="974"/>
                    </a:lnTo>
                    <a:lnTo>
                      <a:pt x="970" y="974"/>
                    </a:lnTo>
                    <a:lnTo>
                      <a:pt x="982" y="994"/>
                    </a:lnTo>
                    <a:lnTo>
                      <a:pt x="992" y="1016"/>
                    </a:lnTo>
                    <a:lnTo>
                      <a:pt x="998" y="1038"/>
                    </a:lnTo>
                    <a:lnTo>
                      <a:pt x="1000" y="1062"/>
                    </a:lnTo>
                    <a:lnTo>
                      <a:pt x="998" y="1084"/>
                    </a:lnTo>
                    <a:lnTo>
                      <a:pt x="992" y="1106"/>
                    </a:lnTo>
                    <a:lnTo>
                      <a:pt x="982" y="1128"/>
                    </a:lnTo>
                    <a:lnTo>
                      <a:pt x="970" y="1148"/>
                    </a:lnTo>
                    <a:lnTo>
                      <a:pt x="970" y="1148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30" name="화살표: 굽음 129">
              <a:extLst>
                <a:ext uri="{FF2B5EF4-FFF2-40B4-BE49-F238E27FC236}">
                  <a16:creationId xmlns:a16="http://schemas.microsoft.com/office/drawing/2014/main" id="{F37FFAC0-90A3-4160-A721-5FEFDBE78EED}"/>
                </a:ext>
              </a:extLst>
            </p:cNvPr>
            <p:cNvSpPr/>
            <p:nvPr/>
          </p:nvSpPr>
          <p:spPr>
            <a:xfrm rot="10800000">
              <a:off x="11743071" y="2968725"/>
              <a:ext cx="305267" cy="1895175"/>
            </a:xfrm>
            <a:prstGeom prst="bentArrow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1" name="화살표: 굽음 130">
              <a:extLst>
                <a:ext uri="{FF2B5EF4-FFF2-40B4-BE49-F238E27FC236}">
                  <a16:creationId xmlns:a16="http://schemas.microsoft.com/office/drawing/2014/main" id="{AF6DF1F7-B4E7-4B5B-9D49-70FE8BE25396}"/>
                </a:ext>
              </a:extLst>
            </p:cNvPr>
            <p:cNvSpPr/>
            <p:nvPr/>
          </p:nvSpPr>
          <p:spPr>
            <a:xfrm>
              <a:off x="8394431" y="2722679"/>
              <a:ext cx="266605" cy="1996361"/>
            </a:xfrm>
            <a:prstGeom prst="bentArrow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C7A2C7A8-99FF-4773-AA4D-C73FC5E12E67}"/>
              </a:ext>
            </a:extLst>
          </p:cNvPr>
          <p:cNvSpPr txBox="1"/>
          <p:nvPr/>
        </p:nvSpPr>
        <p:spPr>
          <a:xfrm>
            <a:off x="8423645" y="1226319"/>
            <a:ext cx="2448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ln w="1905">
                  <a:solidFill>
                    <a:srgbClr val="6E7072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AI DevOps  workflow</a:t>
            </a:r>
            <a:endParaRPr lang="en-US" altLang="ko-KR" sz="1200" b="1" u="sng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5464BA22-1FC7-49C7-A14B-667D86CC7951}"/>
              </a:ext>
            </a:extLst>
          </p:cNvPr>
          <p:cNvSpPr/>
          <p:nvPr/>
        </p:nvSpPr>
        <p:spPr>
          <a:xfrm>
            <a:off x="2377721" y="3674016"/>
            <a:ext cx="5184058" cy="11828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27A9E6E9-2CDD-4FDA-A215-3914E8FABD5D}"/>
              </a:ext>
            </a:extLst>
          </p:cNvPr>
          <p:cNvSpPr/>
          <p:nvPr/>
        </p:nvSpPr>
        <p:spPr>
          <a:xfrm>
            <a:off x="2287048" y="3057840"/>
            <a:ext cx="5377807" cy="25849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 defTabSz="997702"/>
            <a:endParaRPr lang="ko-KR" altLang="en-US" sz="1050" spc="-6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</a:gradFill>
              <a:latin typeface="Frutiger65" panose="020B0800000000000000" pitchFamily="34" charset="0"/>
              <a:ea typeface="-윤고딕330" pitchFamily="18" charset="-127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D94E2C22-8A88-45A4-973F-10CADC252995}"/>
              </a:ext>
            </a:extLst>
          </p:cNvPr>
          <p:cNvCxnSpPr>
            <a:cxnSpLocks/>
          </p:cNvCxnSpPr>
          <p:nvPr/>
        </p:nvCxnSpPr>
        <p:spPr>
          <a:xfrm>
            <a:off x="4980059" y="3444173"/>
            <a:ext cx="0" cy="183445"/>
          </a:xfrm>
          <a:prstGeom prst="line">
            <a:avLst/>
          </a:prstGeom>
          <a:ln w="12700">
            <a:solidFill>
              <a:srgbClr val="E0E1E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5263E169-4F0E-4514-BC01-B5E2C446C140}"/>
              </a:ext>
            </a:extLst>
          </p:cNvPr>
          <p:cNvSpPr/>
          <p:nvPr/>
        </p:nvSpPr>
        <p:spPr>
          <a:xfrm>
            <a:off x="1041663" y="3057840"/>
            <a:ext cx="1152950" cy="25849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r>
              <a:rPr lang="en-US" altLang="ko-KR" sz="1200" dirty="0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2" charset="-127"/>
              </a:rPr>
              <a:t>AI Ops</a:t>
            </a:r>
            <a:endParaRPr lang="ko-KR" altLang="en-US" sz="1200" dirty="0">
              <a:ln w="1905">
                <a:solidFill>
                  <a:schemeClr val="bg1">
                    <a:alpha val="15000"/>
                  </a:schemeClr>
                </a:solidFill>
              </a:ln>
              <a:solidFill>
                <a:schemeClr val="bg1"/>
              </a:solidFill>
              <a:ea typeface="Pretendard" panose="02000503000000020004" pitchFamily="2" charset="-127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F97A7466-7992-4241-9E87-458DF0381954}"/>
              </a:ext>
            </a:extLst>
          </p:cNvPr>
          <p:cNvGrpSpPr/>
          <p:nvPr/>
        </p:nvGrpSpPr>
        <p:grpSpPr>
          <a:xfrm>
            <a:off x="6073202" y="4727976"/>
            <a:ext cx="62556" cy="271792"/>
            <a:chOff x="6103957" y="5255810"/>
            <a:chExt cx="62556" cy="271792"/>
          </a:xfrm>
        </p:grpSpPr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4E681AD9-D670-41D0-A79F-7211A54BDC62}"/>
                </a:ext>
              </a:extLst>
            </p:cNvPr>
            <p:cNvSpPr/>
            <p:nvPr/>
          </p:nvSpPr>
          <p:spPr>
            <a:xfrm>
              <a:off x="6103957" y="5255810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237B124D-EBB6-41C2-8D36-84259D736E23}"/>
                </a:ext>
              </a:extLst>
            </p:cNvPr>
            <p:cNvSpPr/>
            <p:nvPr/>
          </p:nvSpPr>
          <p:spPr>
            <a:xfrm>
              <a:off x="6103957" y="5434233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740E94F3-1FF4-4A7F-AA89-00E9145B29CA}"/>
              </a:ext>
            </a:extLst>
          </p:cNvPr>
          <p:cNvSpPr/>
          <p:nvPr/>
        </p:nvSpPr>
        <p:spPr>
          <a:xfrm>
            <a:off x="6096000" y="4569823"/>
            <a:ext cx="1394548" cy="59907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endParaRPr lang="ko-KR" altLang="en-US" sz="120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ea typeface="Pretendard Black" panose="02000A03000000020004" pitchFamily="2" charset="-127"/>
            </a:endParaRP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C773F292-3C80-453D-A6B6-A2E7D6055248}"/>
              </a:ext>
            </a:extLst>
          </p:cNvPr>
          <p:cNvGrpSpPr/>
          <p:nvPr/>
        </p:nvGrpSpPr>
        <p:grpSpPr>
          <a:xfrm>
            <a:off x="4291879" y="4569830"/>
            <a:ext cx="1457104" cy="599079"/>
            <a:chOff x="1748216" y="5051501"/>
            <a:chExt cx="1513142" cy="411479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0F93F395-02D1-47A3-94F2-854B3B0B5356}"/>
                </a:ext>
              </a:extLst>
            </p:cNvPr>
            <p:cNvSpPr/>
            <p:nvPr/>
          </p:nvSpPr>
          <p:spPr>
            <a:xfrm>
              <a:off x="1748216" y="5205053"/>
              <a:ext cx="64962" cy="6413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5875">
              <a:noFill/>
            </a:ln>
            <a:effectLst>
              <a:softEdge rad="31750"/>
            </a:effectLst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12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ea typeface="Pretendard Black" panose="02000A03000000020004" pitchFamily="2" charset="-127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D953EAF7-073E-4332-AA9C-1B5F767EB6CC}"/>
                </a:ext>
              </a:extLst>
            </p:cNvPr>
            <p:cNvSpPr/>
            <p:nvPr/>
          </p:nvSpPr>
          <p:spPr>
            <a:xfrm>
              <a:off x="1748216" y="5327603"/>
              <a:ext cx="64962" cy="6413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5875">
              <a:noFill/>
            </a:ln>
            <a:effectLst>
              <a:softEdge rad="31750"/>
            </a:effectLst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12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ea typeface="Pretendard Black" panose="02000A03000000020004" pitchFamily="2" charset="-127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E986549F-6998-45E3-904B-2BA463C60294}"/>
                </a:ext>
              </a:extLst>
            </p:cNvPr>
            <p:cNvSpPr/>
            <p:nvPr/>
          </p:nvSpPr>
          <p:spPr>
            <a:xfrm>
              <a:off x="1813177" y="5051501"/>
              <a:ext cx="1448181" cy="41147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5875">
              <a:noFill/>
            </a:ln>
            <a:effectLst>
              <a:softEdge rad="31750"/>
            </a:effectLst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12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ea typeface="Pretendard Black" panose="02000A03000000020004" pitchFamily="2" charset="-127"/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AA7BFBE5-581B-44A5-B9F3-CB86EBECDE95}"/>
              </a:ext>
            </a:extLst>
          </p:cNvPr>
          <p:cNvGrpSpPr/>
          <p:nvPr/>
        </p:nvGrpSpPr>
        <p:grpSpPr>
          <a:xfrm>
            <a:off x="2533916" y="4733754"/>
            <a:ext cx="62556" cy="271792"/>
            <a:chOff x="2564671" y="5249084"/>
            <a:chExt cx="62556" cy="271792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F9897037-F485-4495-BDE1-5596215B313E}"/>
                </a:ext>
              </a:extLst>
            </p:cNvPr>
            <p:cNvSpPr/>
            <p:nvPr/>
          </p:nvSpPr>
          <p:spPr>
            <a:xfrm>
              <a:off x="2564671" y="5249084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8A930293-6DA1-498F-8959-1511459BC9CB}"/>
                </a:ext>
              </a:extLst>
            </p:cNvPr>
            <p:cNvSpPr/>
            <p:nvPr/>
          </p:nvSpPr>
          <p:spPr>
            <a:xfrm>
              <a:off x="2564671" y="5427507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831AE084-508B-4F92-A14A-B066DB22F5A0}"/>
              </a:ext>
            </a:extLst>
          </p:cNvPr>
          <p:cNvSpPr/>
          <p:nvPr/>
        </p:nvSpPr>
        <p:spPr>
          <a:xfrm>
            <a:off x="2556715" y="4569830"/>
            <a:ext cx="1394549" cy="59907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endParaRPr lang="ko-KR" altLang="en-US" sz="120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ea typeface="Pretendard Black" panose="02000A03000000020004" pitchFamily="2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A961074-5F82-4934-84A2-3288602796F1}"/>
              </a:ext>
            </a:extLst>
          </p:cNvPr>
          <p:cNvSpPr txBox="1"/>
          <p:nvPr/>
        </p:nvSpPr>
        <p:spPr>
          <a:xfrm>
            <a:off x="2468144" y="3955216"/>
            <a:ext cx="1538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1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Public LLM  &amp; Private LLM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1C62BB9-0D2B-4367-8621-CC4C5D05EDD3}"/>
              </a:ext>
            </a:extLst>
          </p:cNvPr>
          <p:cNvSpPr txBox="1"/>
          <p:nvPr/>
        </p:nvSpPr>
        <p:spPr>
          <a:xfrm>
            <a:off x="4341677" y="3376649"/>
            <a:ext cx="1413162" cy="57551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>
            <a:defPPr>
              <a:defRPr lang="ko-KR"/>
            </a:defPPr>
            <a:lvl1pPr algn="ctr" defTabSz="997702">
              <a:defRPr sz="1200" b="0" cap="none" spc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endParaRPr lang="ko-KR" altLang="en-US" dirty="0"/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C23BCEDB-AAF6-4AD1-A973-96297BB48812}"/>
              </a:ext>
            </a:extLst>
          </p:cNvPr>
          <p:cNvGrpSpPr/>
          <p:nvPr/>
        </p:nvGrpSpPr>
        <p:grpSpPr>
          <a:xfrm>
            <a:off x="6073202" y="3535441"/>
            <a:ext cx="62556" cy="271792"/>
            <a:chOff x="6103957" y="4055901"/>
            <a:chExt cx="62556" cy="271792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3B71A81B-4B11-48E5-8824-727329D0F8F9}"/>
                </a:ext>
              </a:extLst>
            </p:cNvPr>
            <p:cNvSpPr/>
            <p:nvPr/>
          </p:nvSpPr>
          <p:spPr>
            <a:xfrm>
              <a:off x="6103957" y="4055901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CAC14825-A4B6-49AC-9928-582BA5798A55}"/>
                </a:ext>
              </a:extLst>
            </p:cNvPr>
            <p:cNvSpPr/>
            <p:nvPr/>
          </p:nvSpPr>
          <p:spPr>
            <a:xfrm>
              <a:off x="6103957" y="4234324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339A0A23-59A5-480B-9AC2-8F38D9F23393}"/>
              </a:ext>
            </a:extLst>
          </p:cNvPr>
          <p:cNvSpPr/>
          <p:nvPr/>
        </p:nvSpPr>
        <p:spPr>
          <a:xfrm>
            <a:off x="6096000" y="3376649"/>
            <a:ext cx="1394548" cy="59907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endParaRPr lang="ko-KR" altLang="en-US" sz="120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ea typeface="Pretendard Black" panose="02000A03000000020004" pitchFamily="2" charset="-127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3897AAAC-0B3E-4273-B7D2-6FC741BBFF7A}"/>
              </a:ext>
            </a:extLst>
          </p:cNvPr>
          <p:cNvSpPr/>
          <p:nvPr/>
        </p:nvSpPr>
        <p:spPr>
          <a:xfrm>
            <a:off x="2520096" y="3554022"/>
            <a:ext cx="62556" cy="93369"/>
          </a:xfrm>
          <a:prstGeom prst="rect">
            <a:avLst/>
          </a:prstGeom>
          <a:solidFill>
            <a:srgbClr val="0070C0"/>
          </a:solidFill>
          <a:ln w="15875"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 defTabSz="997702"/>
            <a:endParaRPr lang="ko-KR" altLang="en-US" sz="900" kern="0" spc="-6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42A294E-9B70-4FA7-A8B4-6DEF6E97858F}"/>
              </a:ext>
            </a:extLst>
          </p:cNvPr>
          <p:cNvSpPr/>
          <p:nvPr/>
        </p:nvSpPr>
        <p:spPr>
          <a:xfrm>
            <a:off x="2520096" y="3732443"/>
            <a:ext cx="62556" cy="93369"/>
          </a:xfrm>
          <a:prstGeom prst="rect">
            <a:avLst/>
          </a:prstGeom>
          <a:solidFill>
            <a:srgbClr val="0070C0"/>
          </a:solidFill>
          <a:ln w="15875"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 defTabSz="997702"/>
            <a:endParaRPr lang="ko-KR" altLang="en-US" sz="900" kern="0" spc="-6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5D176EC3-18A2-423B-8840-83CECB329352}"/>
              </a:ext>
            </a:extLst>
          </p:cNvPr>
          <p:cNvSpPr/>
          <p:nvPr/>
        </p:nvSpPr>
        <p:spPr>
          <a:xfrm>
            <a:off x="2542894" y="3376649"/>
            <a:ext cx="1394548" cy="59907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5875">
            <a:noFill/>
          </a:ln>
          <a:effectLst>
            <a:softEdge rad="31750"/>
          </a:effectLst>
        </p:spPr>
        <p:txBody>
          <a:bodyPr lIns="0" tIns="0" rIns="0" bIns="0" rtlCol="0" anchor="ctr">
            <a:noAutofit/>
          </a:bodyPr>
          <a:lstStyle/>
          <a:p>
            <a:pPr algn="ctr" defTabSz="997702"/>
            <a:endParaRPr lang="ko-KR" altLang="en-US" sz="120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ea typeface="Pretendard Black" panose="02000A03000000020004" pitchFamily="2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E5CCE19-5B1B-41DA-A6B9-A8E1A9A2E1DD}"/>
              </a:ext>
            </a:extLst>
          </p:cNvPr>
          <p:cNvSpPr txBox="1"/>
          <p:nvPr/>
        </p:nvSpPr>
        <p:spPr>
          <a:xfrm>
            <a:off x="2562984" y="3490785"/>
            <a:ext cx="1354368" cy="39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Model</a:t>
            </a:r>
            <a:r>
              <a:rPr lang="ko-KR" altLang="en-US" sz="1050" dirty="0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ln w="1905">
                <a:solidFill>
                  <a:schemeClr val="bg1">
                    <a:alpha val="15000"/>
                  </a:scheme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1050" dirty="0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Management</a:t>
            </a:r>
            <a:endParaRPr lang="ko-KR" altLang="en-US" sz="1050" dirty="0">
              <a:ln w="1905">
                <a:solidFill>
                  <a:schemeClr val="bg1">
                    <a:alpha val="15000"/>
                  </a:scheme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1F6A60D-89E8-4461-A52E-84BBBE969C97}"/>
              </a:ext>
            </a:extLst>
          </p:cNvPr>
          <p:cNvSpPr txBox="1"/>
          <p:nvPr/>
        </p:nvSpPr>
        <p:spPr>
          <a:xfrm>
            <a:off x="2807688" y="4669290"/>
            <a:ext cx="9391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50"/>
              <a:t>Fine tuning</a:t>
            </a:r>
          </a:p>
          <a:p>
            <a:r>
              <a:rPr lang="ko-KR" altLang="en-US" sz="1050"/>
              <a:t>기법 </a:t>
            </a:r>
            <a:r>
              <a:rPr lang="ko-KR" altLang="en-US" sz="1050" dirty="0"/>
              <a:t>관리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077A68F-2B44-4D8F-84D7-0CA474425313}"/>
              </a:ext>
            </a:extLst>
          </p:cNvPr>
          <p:cNvSpPr txBox="1"/>
          <p:nvPr/>
        </p:nvSpPr>
        <p:spPr>
          <a:xfrm>
            <a:off x="6479106" y="4669290"/>
            <a:ext cx="628341" cy="39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1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50" b="0" dirty="0"/>
              <a:t>RAG</a:t>
            </a:r>
          </a:p>
          <a:p>
            <a:r>
              <a:rPr lang="ko-KR" altLang="en-US" sz="1050" b="0" dirty="0"/>
              <a:t>관리</a:t>
            </a:r>
            <a:endParaRPr lang="en-US" altLang="ko-KR" sz="1050" b="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18A053E-4879-4E76-8AF9-24E7DD7675A7}"/>
              </a:ext>
            </a:extLst>
          </p:cNvPr>
          <p:cNvSpPr txBox="1"/>
          <p:nvPr/>
        </p:nvSpPr>
        <p:spPr>
          <a:xfrm>
            <a:off x="6374609" y="3568648"/>
            <a:ext cx="861981" cy="240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1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50" b="0" dirty="0"/>
              <a:t>Evaluation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38E3A6-7449-4215-A0E1-0EF7F5CEFD2C}"/>
              </a:ext>
            </a:extLst>
          </p:cNvPr>
          <p:cNvSpPr txBox="1"/>
          <p:nvPr/>
        </p:nvSpPr>
        <p:spPr>
          <a:xfrm>
            <a:off x="4622977" y="4669290"/>
            <a:ext cx="982017" cy="39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1050" dirty="0"/>
              <a:t>모델학습</a:t>
            </a:r>
            <a:br>
              <a:rPr lang="en-US" altLang="ko-KR" sz="1050" dirty="0"/>
            </a:br>
            <a:r>
              <a:rPr lang="en-US" altLang="ko-KR" sz="1050" dirty="0"/>
              <a:t>(Fine tuning)</a:t>
            </a:r>
            <a:endParaRPr lang="ko-KR" altLang="en-US" sz="105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1461222-888F-40DD-8739-59B03D2EAF0C}"/>
              </a:ext>
            </a:extLst>
          </p:cNvPr>
          <p:cNvSpPr txBox="1"/>
          <p:nvPr/>
        </p:nvSpPr>
        <p:spPr>
          <a:xfrm>
            <a:off x="4673623" y="3490785"/>
            <a:ext cx="796327" cy="39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0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50" dirty="0"/>
              <a:t>Model</a:t>
            </a:r>
            <a:br>
              <a:rPr lang="en-US" altLang="ko-KR" sz="1050" dirty="0"/>
            </a:br>
            <a:r>
              <a:rPr lang="en-US" altLang="ko-KR" sz="1050" dirty="0"/>
              <a:t>Service</a:t>
            </a:r>
            <a:endParaRPr lang="ko-KR" altLang="en-US" sz="105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7F64999-8554-4B4B-9E5A-C95BB69EF8C1}"/>
              </a:ext>
            </a:extLst>
          </p:cNvPr>
          <p:cNvSpPr txBox="1"/>
          <p:nvPr/>
        </p:nvSpPr>
        <p:spPr>
          <a:xfrm>
            <a:off x="4368030" y="3929625"/>
            <a:ext cx="1380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1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 Serving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40A6FC62-1AFD-460E-B7C9-0FDBEDC0B78A}"/>
              </a:ext>
            </a:extLst>
          </p:cNvPr>
          <p:cNvSpPr txBox="1"/>
          <p:nvPr/>
        </p:nvSpPr>
        <p:spPr>
          <a:xfrm>
            <a:off x="6089918" y="3962848"/>
            <a:ext cx="1380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1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모델평가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모니터링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84ED2A0-684E-4781-8618-A876F4C13C93}"/>
              </a:ext>
            </a:extLst>
          </p:cNvPr>
          <p:cNvSpPr txBox="1"/>
          <p:nvPr/>
        </p:nvSpPr>
        <p:spPr>
          <a:xfrm>
            <a:off x="2556214" y="5163061"/>
            <a:ext cx="1380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1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파인튜닝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기법 관리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D80120A2-DBC2-422E-91D1-49A81AFA231F}"/>
              </a:ext>
            </a:extLst>
          </p:cNvPr>
          <p:cNvSpPr txBox="1"/>
          <p:nvPr/>
        </p:nvSpPr>
        <p:spPr>
          <a:xfrm>
            <a:off x="4354434" y="5137672"/>
            <a:ext cx="1380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1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데이터셋 기반의 모델 학습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CA7584F-3AE1-4276-83A2-091A8684C0FF}"/>
              </a:ext>
            </a:extLst>
          </p:cNvPr>
          <p:cNvSpPr txBox="1"/>
          <p:nvPr/>
        </p:nvSpPr>
        <p:spPr>
          <a:xfrm>
            <a:off x="6045300" y="5155716"/>
            <a:ext cx="1469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b="1">
                <a:ln w="1905"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벡터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DB/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 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임베딩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/MongoDB/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openSearch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등 </a:t>
            </a:r>
          </a:p>
        </p:txBody>
      </p: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933D4640-70E6-4B9E-ABA2-FCFD428AACA2}"/>
              </a:ext>
            </a:extLst>
          </p:cNvPr>
          <p:cNvGrpSpPr/>
          <p:nvPr/>
        </p:nvGrpSpPr>
        <p:grpSpPr>
          <a:xfrm>
            <a:off x="4317190" y="3547158"/>
            <a:ext cx="62556" cy="271790"/>
            <a:chOff x="2703251" y="4243874"/>
            <a:chExt cx="62556" cy="271790"/>
          </a:xfrm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8E56C51E-39F2-407D-B85D-612E4C5BBF49}"/>
                </a:ext>
              </a:extLst>
            </p:cNvPr>
            <p:cNvSpPr/>
            <p:nvPr/>
          </p:nvSpPr>
          <p:spPr>
            <a:xfrm>
              <a:off x="2703251" y="4243874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801F7EB1-B80B-46C7-86E9-92443F2E5AED}"/>
                </a:ext>
              </a:extLst>
            </p:cNvPr>
            <p:cNvSpPr/>
            <p:nvPr/>
          </p:nvSpPr>
          <p:spPr>
            <a:xfrm>
              <a:off x="2703251" y="4422295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D931EED6-DB1B-4AE9-94A5-0DF89EEE8E03}"/>
              </a:ext>
            </a:extLst>
          </p:cNvPr>
          <p:cNvSpPr txBox="1"/>
          <p:nvPr/>
        </p:nvSpPr>
        <p:spPr>
          <a:xfrm>
            <a:off x="9534582" y="1888635"/>
            <a:ext cx="11345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학습대상 </a:t>
            </a:r>
            <a: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LLM</a:t>
            </a:r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선택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FE1FFC5-0164-4C0B-A98E-1DCAA8E81AAF}"/>
              </a:ext>
            </a:extLst>
          </p:cNvPr>
          <p:cNvSpPr txBox="1"/>
          <p:nvPr/>
        </p:nvSpPr>
        <p:spPr>
          <a:xfrm>
            <a:off x="9887913" y="2780879"/>
            <a:ext cx="113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적합한 </a:t>
            </a:r>
            <a: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Fine tuning </a:t>
            </a:r>
            <a:b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</a:br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모델 선택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88499DC5-8B4B-4517-8D1B-EAD7E8187A96}"/>
              </a:ext>
            </a:extLst>
          </p:cNvPr>
          <p:cNvSpPr txBox="1"/>
          <p:nvPr/>
        </p:nvSpPr>
        <p:spPr>
          <a:xfrm>
            <a:off x="9917306" y="3974313"/>
            <a:ext cx="120419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LLM</a:t>
            </a:r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신뢰성 확보를</a:t>
            </a:r>
            <a:b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</a:br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위한 내부데이터 벡터관리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D3F9308-E227-4C62-B056-846F3BA577FB}"/>
              </a:ext>
            </a:extLst>
          </p:cNvPr>
          <p:cNvSpPr txBox="1"/>
          <p:nvPr/>
        </p:nvSpPr>
        <p:spPr>
          <a:xfrm>
            <a:off x="8458754" y="3372468"/>
            <a:ext cx="1134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LLM</a:t>
            </a:r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성능최적화를 위한 </a:t>
            </a:r>
            <a: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(</a:t>
            </a:r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확보된 데이터셋 기반의</a:t>
            </a:r>
            <a: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) </a:t>
            </a:r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모델학습 및 미세조정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95B22BE-1C47-43A3-84BA-45DD8BAFB5F5}"/>
              </a:ext>
            </a:extLst>
          </p:cNvPr>
          <p:cNvSpPr txBox="1"/>
          <p:nvPr/>
        </p:nvSpPr>
        <p:spPr>
          <a:xfrm>
            <a:off x="8384705" y="4567186"/>
            <a:ext cx="12041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LLM</a:t>
            </a:r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성능 및 결과 검증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118FC7A-BE6A-4ED6-8D77-332BD01BCC1C}"/>
              </a:ext>
            </a:extLst>
          </p:cNvPr>
          <p:cNvSpPr txBox="1"/>
          <p:nvPr/>
        </p:nvSpPr>
        <p:spPr>
          <a:xfrm>
            <a:off x="9904559" y="5171958"/>
            <a:ext cx="1328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성능 확보된 모델기반 </a:t>
            </a:r>
            <a:endParaRPr lang="en-US" altLang="ko-KR" sz="9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서비스를 위한 </a:t>
            </a:r>
            <a:r>
              <a:rPr lang="en-US" altLang="ko-KR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API</a:t>
            </a:r>
            <a:r>
              <a:rPr lang="ko-KR" altLang="en-US" sz="9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배포 </a:t>
            </a:r>
          </a:p>
        </p:txBody>
      </p:sp>
      <p:sp>
        <p:nvSpPr>
          <p:cNvPr id="196" name="Rounded Rectangle 13">
            <a:extLst>
              <a:ext uri="{FF2B5EF4-FFF2-40B4-BE49-F238E27FC236}">
                <a16:creationId xmlns:a16="http://schemas.microsoft.com/office/drawing/2014/main" id="{01DED30E-604A-4FEC-983F-C510017E1B46}"/>
              </a:ext>
            </a:extLst>
          </p:cNvPr>
          <p:cNvSpPr/>
          <p:nvPr/>
        </p:nvSpPr>
        <p:spPr>
          <a:xfrm>
            <a:off x="628139" y="1673439"/>
            <a:ext cx="7323929" cy="4410547"/>
          </a:xfrm>
          <a:prstGeom prst="roundRect">
            <a:avLst>
              <a:gd name="adj" fmla="val 7632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en-US" kern="0" dirty="0">
              <a:solidFill>
                <a:srgbClr val="936E57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97" name="Rounded Rectangle 13">
            <a:extLst>
              <a:ext uri="{FF2B5EF4-FFF2-40B4-BE49-F238E27FC236}">
                <a16:creationId xmlns:a16="http://schemas.microsoft.com/office/drawing/2014/main" id="{FC4D2988-8F52-4B1D-B61B-61E3B5449E17}"/>
              </a:ext>
            </a:extLst>
          </p:cNvPr>
          <p:cNvSpPr/>
          <p:nvPr/>
        </p:nvSpPr>
        <p:spPr>
          <a:xfrm>
            <a:off x="8098784" y="1628192"/>
            <a:ext cx="3465078" cy="4410547"/>
          </a:xfrm>
          <a:prstGeom prst="roundRect">
            <a:avLst>
              <a:gd name="adj" fmla="val 7632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en-US" kern="0" dirty="0">
              <a:solidFill>
                <a:srgbClr val="936E57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25052204-6A5D-48F6-9750-65EB0934F72C}"/>
              </a:ext>
            </a:extLst>
          </p:cNvPr>
          <p:cNvGrpSpPr/>
          <p:nvPr/>
        </p:nvGrpSpPr>
        <p:grpSpPr>
          <a:xfrm>
            <a:off x="4330444" y="4743168"/>
            <a:ext cx="62556" cy="271790"/>
            <a:chOff x="2703251" y="4243874"/>
            <a:chExt cx="62556" cy="271790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52CE04C5-AC40-4B7D-A5A2-EA624BD5AEE2}"/>
                </a:ext>
              </a:extLst>
            </p:cNvPr>
            <p:cNvSpPr/>
            <p:nvPr/>
          </p:nvSpPr>
          <p:spPr>
            <a:xfrm>
              <a:off x="2703251" y="4243874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74EDD947-862B-4D2B-8DCB-6ED873630D95}"/>
                </a:ext>
              </a:extLst>
            </p:cNvPr>
            <p:cNvSpPr/>
            <p:nvPr/>
          </p:nvSpPr>
          <p:spPr>
            <a:xfrm>
              <a:off x="2703251" y="4422295"/>
              <a:ext cx="62556" cy="93369"/>
            </a:xfrm>
            <a:prstGeom prst="rect">
              <a:avLst/>
            </a:prstGeom>
            <a:solidFill>
              <a:srgbClr val="0070C0"/>
            </a:solidFill>
            <a:ln w="15875">
              <a:noFill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997702"/>
              <a:endParaRPr lang="ko-KR" altLang="en-US" sz="900" kern="0" spc="-6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808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BD5BC-538E-401F-91D4-10985BC5C7F7}"/>
              </a:ext>
            </a:extLst>
          </p:cNvPr>
          <p:cNvSpPr txBox="1"/>
          <p:nvPr/>
        </p:nvSpPr>
        <p:spPr>
          <a:xfrm>
            <a:off x="480941" y="389520"/>
            <a:ext cx="1434945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AI DevOps</a:t>
            </a:r>
            <a:endParaRPr lang="en-US" sz="237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8863F59A-1733-46AF-9B35-FA8A798017D1}"/>
              </a:ext>
            </a:extLst>
          </p:cNvPr>
          <p:cNvSpPr txBox="1"/>
          <p:nvPr/>
        </p:nvSpPr>
        <p:spPr>
          <a:xfrm>
            <a:off x="531772" y="985827"/>
            <a:ext cx="10069088" cy="39401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16"/>
              </a:lnSpc>
            </a:pPr>
            <a:r>
              <a:rPr lang="en-US" sz="1180" dirty="0" err="1">
                <a:solidFill>
                  <a:srgbClr val="374151"/>
                </a:solidFill>
                <a:latin typeface="Pretendard"/>
                <a:ea typeface="Pretendard"/>
              </a:rPr>
              <a:t>MindMesh</a:t>
            </a:r>
            <a:r>
              <a:rPr lang="zh-CN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는 </a:t>
            </a:r>
            <a:r>
              <a:rPr lang="en-US" sz="1180" dirty="0">
                <a:solidFill>
                  <a:srgbClr val="374151"/>
                </a:solidFill>
                <a:latin typeface="Pretendard"/>
                <a:ea typeface="Pretendard"/>
              </a:rPr>
              <a:t>AI DevOps </a:t>
            </a:r>
            <a:r>
              <a:rPr lang="zh-CN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플랫폼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을 </a:t>
            </a:r>
            <a:r>
              <a:rPr lang="zh-CN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통해 </a:t>
            </a:r>
            <a:r>
              <a:rPr lang="en-US" sz="1180" dirty="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모델 개발부터 배포</a:t>
            </a:r>
            <a:r>
              <a:rPr lang="en-US" sz="118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zh-CN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운영에 이르는 전체 수명 주기를 체계적으로 관리하고 자동화합니다</a:t>
            </a:r>
            <a:r>
              <a:rPr lang="en-US" sz="1180" dirty="0">
                <a:solidFill>
                  <a:srgbClr val="374151"/>
                </a:solidFill>
                <a:latin typeface="Pretendard"/>
                <a:ea typeface="Pretendard"/>
              </a:rPr>
              <a:t>. </a:t>
            </a:r>
            <a:r>
              <a:rPr lang="zh-CN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이를</a:t>
            </a:r>
            <a:r>
              <a:rPr lang="en-US" altLang="zh-CN" sz="1180" dirty="0">
                <a:solidFill>
                  <a:srgbClr val="374151"/>
                </a:solidFill>
                <a:latin typeface="Pretendard"/>
                <a:ea typeface="Pretendard"/>
              </a:rPr>
              <a:t> </a:t>
            </a:r>
            <a:r>
              <a:rPr lang="zh-CN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통해 고객은 복잡한 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인프라 운영 부담을 줄이고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zh-CN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비즈니스 핵심에 집중할 수 있습니다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.</a:t>
            </a:r>
            <a:endParaRPr lang="en-US" altLang="ko-KR" sz="118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자유형 387">
            <a:extLst>
              <a:ext uri="{FF2B5EF4-FFF2-40B4-BE49-F238E27FC236}">
                <a16:creationId xmlns:a16="http://schemas.microsoft.com/office/drawing/2014/main" id="{DE5379B7-4D7B-4528-8022-937FD5C7FEC6}"/>
              </a:ext>
            </a:extLst>
          </p:cNvPr>
          <p:cNvSpPr/>
          <p:nvPr/>
        </p:nvSpPr>
        <p:spPr>
          <a:xfrm>
            <a:off x="1149060" y="3014556"/>
            <a:ext cx="3167280" cy="1738440"/>
          </a:xfrm>
          <a:custGeom>
            <a:avLst/>
            <a:gdLst/>
            <a:ahLst/>
            <a:cxnLst/>
            <a:rect l="0" t="0" r="r" b="b"/>
            <a:pathLst>
              <a:path w="8798" h="4829">
                <a:moveTo>
                  <a:pt x="0" y="4644"/>
                </a:move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4" y="54"/>
                </a:cubicBezTo>
                <a:cubicBezTo>
                  <a:pt x="72" y="37"/>
                  <a:pt x="92" y="24"/>
                  <a:pt x="114" y="14"/>
                </a:cubicBezTo>
                <a:cubicBezTo>
                  <a:pt x="137" y="5"/>
                  <a:pt x="161" y="0"/>
                  <a:pt x="185" y="0"/>
                </a:cubicBezTo>
                <a:lnTo>
                  <a:pt x="8613" y="0"/>
                </a:lnTo>
                <a:cubicBezTo>
                  <a:pt x="8637" y="0"/>
                  <a:pt x="8661" y="5"/>
                  <a:pt x="8684" y="14"/>
                </a:cubicBezTo>
                <a:cubicBezTo>
                  <a:pt x="8707" y="24"/>
                  <a:pt x="8727" y="37"/>
                  <a:pt x="8744" y="54"/>
                </a:cubicBezTo>
                <a:cubicBezTo>
                  <a:pt x="8761" y="72"/>
                  <a:pt x="8775" y="92"/>
                  <a:pt x="8784" y="115"/>
                </a:cubicBezTo>
                <a:cubicBezTo>
                  <a:pt x="8794" y="137"/>
                  <a:pt x="8798" y="161"/>
                  <a:pt x="8798" y="186"/>
                </a:cubicBezTo>
                <a:lnTo>
                  <a:pt x="8798" y="4644"/>
                </a:lnTo>
                <a:cubicBezTo>
                  <a:pt x="8798" y="4668"/>
                  <a:pt x="8794" y="4692"/>
                  <a:pt x="8784" y="4715"/>
                </a:cubicBezTo>
                <a:cubicBezTo>
                  <a:pt x="8775" y="4737"/>
                  <a:pt x="8761" y="4758"/>
                  <a:pt x="8744" y="4775"/>
                </a:cubicBezTo>
                <a:cubicBezTo>
                  <a:pt x="8727" y="4792"/>
                  <a:pt x="8707" y="4806"/>
                  <a:pt x="8684" y="4815"/>
                </a:cubicBezTo>
                <a:cubicBezTo>
                  <a:pt x="8661" y="4825"/>
                  <a:pt x="8637" y="4829"/>
                  <a:pt x="8613" y="4829"/>
                </a:cubicBezTo>
                <a:lnTo>
                  <a:pt x="185" y="4829"/>
                </a:lnTo>
                <a:cubicBezTo>
                  <a:pt x="161" y="4829"/>
                  <a:pt x="137" y="4825"/>
                  <a:pt x="114" y="4815"/>
                </a:cubicBezTo>
                <a:cubicBezTo>
                  <a:pt x="92" y="4806"/>
                  <a:pt x="72" y="4792"/>
                  <a:pt x="54" y="4775"/>
                </a:cubicBezTo>
                <a:cubicBezTo>
                  <a:pt x="37" y="4758"/>
                  <a:pt x="23" y="4737"/>
                  <a:pt x="14" y="4715"/>
                </a:cubicBezTo>
                <a:cubicBezTo>
                  <a:pt x="4" y="4692"/>
                  <a:pt x="0" y="4668"/>
                  <a:pt x="0" y="46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자유형 388">
            <a:extLst>
              <a:ext uri="{FF2B5EF4-FFF2-40B4-BE49-F238E27FC236}">
                <a16:creationId xmlns:a16="http://schemas.microsoft.com/office/drawing/2014/main" id="{3D89FCBF-B070-4E12-8384-36E3191AB04D}"/>
              </a:ext>
            </a:extLst>
          </p:cNvPr>
          <p:cNvSpPr/>
          <p:nvPr/>
        </p:nvSpPr>
        <p:spPr>
          <a:xfrm>
            <a:off x="1383060" y="3215076"/>
            <a:ext cx="334440" cy="334800"/>
          </a:xfrm>
          <a:custGeom>
            <a:avLst/>
            <a:gdLst/>
            <a:ahLst/>
            <a:cxnLst/>
            <a:rect l="0" t="0" r="r" b="b"/>
            <a:pathLst>
              <a:path w="929" h="930">
                <a:moveTo>
                  <a:pt x="929" y="465"/>
                </a:moveTo>
                <a:cubicBezTo>
                  <a:pt x="929" y="496"/>
                  <a:pt x="926" y="526"/>
                  <a:pt x="920" y="556"/>
                </a:cubicBezTo>
                <a:cubicBezTo>
                  <a:pt x="914" y="586"/>
                  <a:pt x="906" y="615"/>
                  <a:pt x="894" y="643"/>
                </a:cubicBezTo>
                <a:cubicBezTo>
                  <a:pt x="882" y="671"/>
                  <a:pt x="868" y="698"/>
                  <a:pt x="851" y="723"/>
                </a:cubicBezTo>
                <a:cubicBezTo>
                  <a:pt x="834" y="749"/>
                  <a:pt x="815" y="772"/>
                  <a:pt x="793" y="794"/>
                </a:cubicBezTo>
                <a:cubicBezTo>
                  <a:pt x="772" y="815"/>
                  <a:pt x="748" y="834"/>
                  <a:pt x="723" y="851"/>
                </a:cubicBezTo>
                <a:cubicBezTo>
                  <a:pt x="698" y="868"/>
                  <a:pt x="671" y="883"/>
                  <a:pt x="643" y="894"/>
                </a:cubicBezTo>
                <a:cubicBezTo>
                  <a:pt x="614" y="906"/>
                  <a:pt x="585" y="915"/>
                  <a:pt x="555" y="921"/>
                </a:cubicBezTo>
                <a:cubicBezTo>
                  <a:pt x="525" y="927"/>
                  <a:pt x="494" y="930"/>
                  <a:pt x="464" y="930"/>
                </a:cubicBezTo>
                <a:cubicBezTo>
                  <a:pt x="433" y="930"/>
                  <a:pt x="403" y="927"/>
                  <a:pt x="373" y="921"/>
                </a:cubicBezTo>
                <a:cubicBezTo>
                  <a:pt x="343" y="915"/>
                  <a:pt x="314" y="906"/>
                  <a:pt x="286" y="894"/>
                </a:cubicBezTo>
                <a:cubicBezTo>
                  <a:pt x="258" y="883"/>
                  <a:pt x="231" y="868"/>
                  <a:pt x="206" y="851"/>
                </a:cubicBezTo>
                <a:cubicBezTo>
                  <a:pt x="181" y="834"/>
                  <a:pt x="157" y="815"/>
                  <a:pt x="136" y="794"/>
                </a:cubicBezTo>
                <a:cubicBezTo>
                  <a:pt x="114" y="772"/>
                  <a:pt x="95" y="749"/>
                  <a:pt x="78" y="723"/>
                </a:cubicBezTo>
                <a:cubicBezTo>
                  <a:pt x="61" y="698"/>
                  <a:pt x="47" y="671"/>
                  <a:pt x="35" y="643"/>
                </a:cubicBezTo>
                <a:cubicBezTo>
                  <a:pt x="23" y="615"/>
                  <a:pt x="15" y="586"/>
                  <a:pt x="9" y="556"/>
                </a:cubicBezTo>
                <a:cubicBezTo>
                  <a:pt x="3" y="526"/>
                  <a:pt x="0" y="496"/>
                  <a:pt x="0" y="465"/>
                </a:cubicBezTo>
                <a:cubicBezTo>
                  <a:pt x="0" y="435"/>
                  <a:pt x="3" y="405"/>
                  <a:pt x="9" y="375"/>
                </a:cubicBezTo>
                <a:cubicBezTo>
                  <a:pt x="15" y="345"/>
                  <a:pt x="23" y="316"/>
                  <a:pt x="35" y="288"/>
                </a:cubicBezTo>
                <a:cubicBezTo>
                  <a:pt x="47" y="260"/>
                  <a:pt x="61" y="233"/>
                  <a:pt x="78" y="207"/>
                </a:cubicBezTo>
                <a:cubicBezTo>
                  <a:pt x="95" y="182"/>
                  <a:pt x="114" y="159"/>
                  <a:pt x="136" y="137"/>
                </a:cubicBezTo>
                <a:cubicBezTo>
                  <a:pt x="157" y="116"/>
                  <a:pt x="181" y="96"/>
                  <a:pt x="206" y="78"/>
                </a:cubicBezTo>
                <a:cubicBezTo>
                  <a:pt x="231" y="61"/>
                  <a:pt x="258" y="47"/>
                  <a:pt x="286" y="35"/>
                </a:cubicBezTo>
                <a:cubicBezTo>
                  <a:pt x="314" y="24"/>
                  <a:pt x="343" y="15"/>
                  <a:pt x="373" y="9"/>
                </a:cubicBezTo>
                <a:cubicBezTo>
                  <a:pt x="403" y="3"/>
                  <a:pt x="433" y="0"/>
                  <a:pt x="464" y="0"/>
                </a:cubicBezTo>
                <a:cubicBezTo>
                  <a:pt x="494" y="0"/>
                  <a:pt x="525" y="3"/>
                  <a:pt x="555" y="9"/>
                </a:cubicBezTo>
                <a:cubicBezTo>
                  <a:pt x="585" y="15"/>
                  <a:pt x="614" y="24"/>
                  <a:pt x="643" y="35"/>
                </a:cubicBezTo>
                <a:cubicBezTo>
                  <a:pt x="671" y="47"/>
                  <a:pt x="698" y="61"/>
                  <a:pt x="723" y="78"/>
                </a:cubicBezTo>
                <a:cubicBezTo>
                  <a:pt x="748" y="96"/>
                  <a:pt x="772" y="116"/>
                  <a:pt x="793" y="137"/>
                </a:cubicBezTo>
                <a:cubicBezTo>
                  <a:pt x="815" y="159"/>
                  <a:pt x="834" y="182"/>
                  <a:pt x="851" y="207"/>
                </a:cubicBezTo>
                <a:cubicBezTo>
                  <a:pt x="868" y="233"/>
                  <a:pt x="882" y="260"/>
                  <a:pt x="894" y="288"/>
                </a:cubicBezTo>
                <a:cubicBezTo>
                  <a:pt x="906" y="316"/>
                  <a:pt x="914" y="345"/>
                  <a:pt x="920" y="375"/>
                </a:cubicBezTo>
                <a:cubicBezTo>
                  <a:pt x="926" y="405"/>
                  <a:pt x="929" y="435"/>
                  <a:pt x="929" y="465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6" name="그림 245">
            <a:extLst>
              <a:ext uri="{FF2B5EF4-FFF2-40B4-BE49-F238E27FC236}">
                <a16:creationId xmlns:a16="http://schemas.microsoft.com/office/drawing/2014/main" id="{2B0FA0A1-556F-47CE-A365-17D4BD72DAF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483500" y="3315516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그림 246">
            <a:extLst>
              <a:ext uri="{FF2B5EF4-FFF2-40B4-BE49-F238E27FC236}">
                <a16:creationId xmlns:a16="http://schemas.microsoft.com/office/drawing/2014/main" id="{EE37A301-3835-4DA2-A250-8DE74F14B3E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383060" y="3716556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70B95EF4-A05A-41DC-91D5-A0C729DB5511}"/>
              </a:ext>
            </a:extLst>
          </p:cNvPr>
          <p:cNvSpPr txBox="1"/>
          <p:nvPr/>
        </p:nvSpPr>
        <p:spPr>
          <a:xfrm>
            <a:off x="1817580" y="3285996"/>
            <a:ext cx="16952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320" b="1">
                <a:solidFill>
                  <a:srgbClr val="1F2937"/>
                </a:solidFill>
                <a:latin typeface="Pretendard"/>
                <a:ea typeface="Pretendard"/>
              </a:rPr>
              <a:t>모델 관리 및 재현성 확보</a:t>
            </a:r>
            <a:endParaRPr lang="en-US" sz="13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62DF14F7-79EA-4341-8C54-1B8D3E548AE3}"/>
              </a:ext>
            </a:extLst>
          </p:cNvPr>
          <p:cNvSpPr txBox="1"/>
          <p:nvPr/>
        </p:nvSpPr>
        <p:spPr>
          <a:xfrm>
            <a:off x="1567021" y="3701437"/>
            <a:ext cx="2669440" cy="36772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0"/>
              </a:lnSpc>
            </a:pPr>
            <a:r>
              <a:rPr lang="en-US" sz="1050" dirty="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모델과 관련 의존성 항목을 패키징하여 어떤</a:t>
            </a:r>
            <a:r>
              <a:rPr lang="zh-CN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환경에서든 동일한 성능 보장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0" name="그림 249">
            <a:extLst>
              <a:ext uri="{FF2B5EF4-FFF2-40B4-BE49-F238E27FC236}">
                <a16:creationId xmlns:a16="http://schemas.microsoft.com/office/drawing/2014/main" id="{8A2ECD98-A87B-4E14-9D0B-FD817E21BF3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383060" y="4184556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Box 250">
            <a:extLst>
              <a:ext uri="{FF2B5EF4-FFF2-40B4-BE49-F238E27FC236}">
                <a16:creationId xmlns:a16="http://schemas.microsoft.com/office/drawing/2014/main" id="{96DC1DBD-6C7B-4B9D-94B3-300B53D4CAE2}"/>
              </a:ext>
            </a:extLst>
          </p:cNvPr>
          <p:cNvSpPr txBox="1"/>
          <p:nvPr/>
        </p:nvSpPr>
        <p:spPr>
          <a:xfrm>
            <a:off x="1567020" y="4169076"/>
            <a:ext cx="2669115" cy="36772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0"/>
              </a:lnSpc>
            </a:pPr>
            <a:r>
              <a:rPr lang="en-US" sz="1050" dirty="0">
                <a:solidFill>
                  <a:srgbClr val="374151"/>
                </a:solidFill>
                <a:latin typeface="Pretendard"/>
                <a:ea typeface="Pretendard"/>
              </a:rPr>
              <a:t>Git </a:t>
            </a: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연동을 통한 소스코드 버전 관리로 모델 변경</a:t>
            </a:r>
            <a:r>
              <a:rPr lang="zh-CN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이력 투명하게 추적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자유형 397">
            <a:extLst>
              <a:ext uri="{FF2B5EF4-FFF2-40B4-BE49-F238E27FC236}">
                <a16:creationId xmlns:a16="http://schemas.microsoft.com/office/drawing/2014/main" id="{CB693716-A67B-4776-A7A1-664193433301}"/>
              </a:ext>
            </a:extLst>
          </p:cNvPr>
          <p:cNvSpPr/>
          <p:nvPr/>
        </p:nvSpPr>
        <p:spPr>
          <a:xfrm>
            <a:off x="4516860" y="3014556"/>
            <a:ext cx="3159000" cy="1738440"/>
          </a:xfrm>
          <a:custGeom>
            <a:avLst/>
            <a:gdLst/>
            <a:ahLst/>
            <a:cxnLst/>
            <a:rect l="0" t="0" r="r" b="b"/>
            <a:pathLst>
              <a:path w="8775" h="4829">
                <a:moveTo>
                  <a:pt x="0" y="4644"/>
                </a:move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4" y="54"/>
                </a:cubicBezTo>
                <a:cubicBezTo>
                  <a:pt x="71" y="37"/>
                  <a:pt x="91" y="24"/>
                  <a:pt x="114" y="14"/>
                </a:cubicBezTo>
                <a:cubicBezTo>
                  <a:pt x="137" y="5"/>
                  <a:pt x="161" y="0"/>
                  <a:pt x="185" y="0"/>
                </a:cubicBezTo>
                <a:lnTo>
                  <a:pt x="8589" y="0"/>
                </a:lnTo>
                <a:cubicBezTo>
                  <a:pt x="8614" y="0"/>
                  <a:pt x="8638" y="5"/>
                  <a:pt x="8660" y="14"/>
                </a:cubicBezTo>
                <a:cubicBezTo>
                  <a:pt x="8683" y="24"/>
                  <a:pt x="8703" y="37"/>
                  <a:pt x="8721" y="54"/>
                </a:cubicBezTo>
                <a:cubicBezTo>
                  <a:pt x="8738" y="72"/>
                  <a:pt x="8752" y="92"/>
                  <a:pt x="8761" y="115"/>
                </a:cubicBezTo>
                <a:cubicBezTo>
                  <a:pt x="8770" y="137"/>
                  <a:pt x="8775" y="161"/>
                  <a:pt x="8775" y="186"/>
                </a:cubicBezTo>
                <a:lnTo>
                  <a:pt x="8775" y="4644"/>
                </a:lnTo>
                <a:cubicBezTo>
                  <a:pt x="8775" y="4668"/>
                  <a:pt x="8770" y="4692"/>
                  <a:pt x="8761" y="4715"/>
                </a:cubicBezTo>
                <a:cubicBezTo>
                  <a:pt x="8752" y="4737"/>
                  <a:pt x="8738" y="4758"/>
                  <a:pt x="8721" y="4775"/>
                </a:cubicBezTo>
                <a:cubicBezTo>
                  <a:pt x="8703" y="4792"/>
                  <a:pt x="8683" y="4806"/>
                  <a:pt x="8660" y="4815"/>
                </a:cubicBezTo>
                <a:cubicBezTo>
                  <a:pt x="8638" y="4825"/>
                  <a:pt x="8614" y="4829"/>
                  <a:pt x="8589" y="4829"/>
                </a:cubicBezTo>
                <a:lnTo>
                  <a:pt x="185" y="4829"/>
                </a:lnTo>
                <a:cubicBezTo>
                  <a:pt x="161" y="4829"/>
                  <a:pt x="137" y="4825"/>
                  <a:pt x="114" y="4815"/>
                </a:cubicBezTo>
                <a:cubicBezTo>
                  <a:pt x="91" y="4806"/>
                  <a:pt x="71" y="4792"/>
                  <a:pt x="54" y="4775"/>
                </a:cubicBezTo>
                <a:cubicBezTo>
                  <a:pt x="37" y="4758"/>
                  <a:pt x="23" y="4737"/>
                  <a:pt x="14" y="4715"/>
                </a:cubicBezTo>
                <a:cubicBezTo>
                  <a:pt x="4" y="4692"/>
                  <a:pt x="0" y="4668"/>
                  <a:pt x="0" y="46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자유형 398">
            <a:extLst>
              <a:ext uri="{FF2B5EF4-FFF2-40B4-BE49-F238E27FC236}">
                <a16:creationId xmlns:a16="http://schemas.microsoft.com/office/drawing/2014/main" id="{89853ED5-2DE3-44EC-8770-F43DD12977DB}"/>
              </a:ext>
            </a:extLst>
          </p:cNvPr>
          <p:cNvSpPr/>
          <p:nvPr/>
        </p:nvSpPr>
        <p:spPr>
          <a:xfrm>
            <a:off x="4750860" y="3215076"/>
            <a:ext cx="334440" cy="334800"/>
          </a:xfrm>
          <a:custGeom>
            <a:avLst/>
            <a:gdLst/>
            <a:ahLst/>
            <a:cxnLst/>
            <a:rect l="0" t="0" r="r" b="b"/>
            <a:pathLst>
              <a:path w="929" h="930">
                <a:moveTo>
                  <a:pt x="929" y="465"/>
                </a:moveTo>
                <a:cubicBezTo>
                  <a:pt x="929" y="496"/>
                  <a:pt x="926" y="526"/>
                  <a:pt x="920" y="556"/>
                </a:cubicBezTo>
                <a:cubicBezTo>
                  <a:pt x="914" y="586"/>
                  <a:pt x="905" y="615"/>
                  <a:pt x="894" y="643"/>
                </a:cubicBezTo>
                <a:cubicBezTo>
                  <a:pt x="882" y="671"/>
                  <a:pt x="868" y="698"/>
                  <a:pt x="851" y="723"/>
                </a:cubicBezTo>
                <a:cubicBezTo>
                  <a:pt x="834" y="749"/>
                  <a:pt x="815" y="772"/>
                  <a:pt x="793" y="794"/>
                </a:cubicBezTo>
                <a:cubicBezTo>
                  <a:pt x="772" y="815"/>
                  <a:pt x="748" y="834"/>
                  <a:pt x="723" y="851"/>
                </a:cubicBezTo>
                <a:cubicBezTo>
                  <a:pt x="697" y="868"/>
                  <a:pt x="671" y="883"/>
                  <a:pt x="642" y="894"/>
                </a:cubicBezTo>
                <a:cubicBezTo>
                  <a:pt x="614" y="906"/>
                  <a:pt x="585" y="915"/>
                  <a:pt x="555" y="921"/>
                </a:cubicBezTo>
                <a:cubicBezTo>
                  <a:pt x="525" y="927"/>
                  <a:pt x="495" y="930"/>
                  <a:pt x="464" y="930"/>
                </a:cubicBezTo>
                <a:cubicBezTo>
                  <a:pt x="433" y="930"/>
                  <a:pt x="403" y="927"/>
                  <a:pt x="373" y="921"/>
                </a:cubicBezTo>
                <a:cubicBezTo>
                  <a:pt x="343" y="915"/>
                  <a:pt x="314" y="906"/>
                  <a:pt x="286" y="894"/>
                </a:cubicBezTo>
                <a:cubicBezTo>
                  <a:pt x="258" y="883"/>
                  <a:pt x="231" y="868"/>
                  <a:pt x="206" y="851"/>
                </a:cubicBezTo>
                <a:cubicBezTo>
                  <a:pt x="181" y="834"/>
                  <a:pt x="157" y="815"/>
                  <a:pt x="136" y="794"/>
                </a:cubicBezTo>
                <a:cubicBezTo>
                  <a:pt x="114" y="772"/>
                  <a:pt x="95" y="749"/>
                  <a:pt x="78" y="723"/>
                </a:cubicBezTo>
                <a:cubicBezTo>
                  <a:pt x="61" y="698"/>
                  <a:pt x="47" y="671"/>
                  <a:pt x="35" y="643"/>
                </a:cubicBezTo>
                <a:cubicBezTo>
                  <a:pt x="23" y="615"/>
                  <a:pt x="14" y="586"/>
                  <a:pt x="8" y="556"/>
                </a:cubicBezTo>
                <a:cubicBezTo>
                  <a:pt x="3" y="526"/>
                  <a:pt x="0" y="496"/>
                  <a:pt x="0" y="465"/>
                </a:cubicBezTo>
                <a:cubicBezTo>
                  <a:pt x="0" y="435"/>
                  <a:pt x="3" y="405"/>
                  <a:pt x="8" y="375"/>
                </a:cubicBezTo>
                <a:cubicBezTo>
                  <a:pt x="14" y="345"/>
                  <a:pt x="23" y="316"/>
                  <a:pt x="35" y="288"/>
                </a:cubicBezTo>
                <a:cubicBezTo>
                  <a:pt x="47" y="260"/>
                  <a:pt x="61" y="233"/>
                  <a:pt x="78" y="207"/>
                </a:cubicBezTo>
                <a:cubicBezTo>
                  <a:pt x="95" y="182"/>
                  <a:pt x="114" y="159"/>
                  <a:pt x="136" y="137"/>
                </a:cubicBezTo>
                <a:cubicBezTo>
                  <a:pt x="157" y="116"/>
                  <a:pt x="181" y="96"/>
                  <a:pt x="206" y="78"/>
                </a:cubicBezTo>
                <a:cubicBezTo>
                  <a:pt x="231" y="61"/>
                  <a:pt x="258" y="47"/>
                  <a:pt x="286" y="35"/>
                </a:cubicBezTo>
                <a:cubicBezTo>
                  <a:pt x="314" y="24"/>
                  <a:pt x="343" y="15"/>
                  <a:pt x="373" y="9"/>
                </a:cubicBezTo>
                <a:cubicBezTo>
                  <a:pt x="403" y="3"/>
                  <a:pt x="433" y="0"/>
                  <a:pt x="464" y="0"/>
                </a:cubicBezTo>
                <a:cubicBezTo>
                  <a:pt x="495" y="0"/>
                  <a:pt x="525" y="3"/>
                  <a:pt x="555" y="9"/>
                </a:cubicBezTo>
                <a:cubicBezTo>
                  <a:pt x="585" y="15"/>
                  <a:pt x="614" y="24"/>
                  <a:pt x="642" y="35"/>
                </a:cubicBezTo>
                <a:cubicBezTo>
                  <a:pt x="671" y="47"/>
                  <a:pt x="697" y="61"/>
                  <a:pt x="723" y="78"/>
                </a:cubicBezTo>
                <a:cubicBezTo>
                  <a:pt x="748" y="96"/>
                  <a:pt x="772" y="116"/>
                  <a:pt x="793" y="137"/>
                </a:cubicBezTo>
                <a:cubicBezTo>
                  <a:pt x="815" y="159"/>
                  <a:pt x="834" y="182"/>
                  <a:pt x="851" y="207"/>
                </a:cubicBezTo>
                <a:cubicBezTo>
                  <a:pt x="868" y="233"/>
                  <a:pt x="882" y="260"/>
                  <a:pt x="894" y="288"/>
                </a:cubicBezTo>
                <a:cubicBezTo>
                  <a:pt x="905" y="316"/>
                  <a:pt x="914" y="345"/>
                  <a:pt x="920" y="375"/>
                </a:cubicBezTo>
                <a:cubicBezTo>
                  <a:pt x="926" y="405"/>
                  <a:pt x="929" y="435"/>
                  <a:pt x="929" y="465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4" name="그림 253">
            <a:extLst>
              <a:ext uri="{FF2B5EF4-FFF2-40B4-BE49-F238E27FC236}">
                <a16:creationId xmlns:a16="http://schemas.microsoft.com/office/drawing/2014/main" id="{CF391E9C-EEBA-4AD1-9343-53D1313B368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851300" y="3315516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그림 254">
            <a:extLst>
              <a:ext uri="{FF2B5EF4-FFF2-40B4-BE49-F238E27FC236}">
                <a16:creationId xmlns:a16="http://schemas.microsoft.com/office/drawing/2014/main" id="{4A12710D-FCC5-4448-B5FD-E91FDFD5416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4750860" y="3716556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Box 255">
            <a:extLst>
              <a:ext uri="{FF2B5EF4-FFF2-40B4-BE49-F238E27FC236}">
                <a16:creationId xmlns:a16="http://schemas.microsoft.com/office/drawing/2014/main" id="{05170CE8-A65F-4FA7-9792-647F2A79B24B}"/>
              </a:ext>
            </a:extLst>
          </p:cNvPr>
          <p:cNvSpPr txBox="1"/>
          <p:nvPr/>
        </p:nvSpPr>
        <p:spPr>
          <a:xfrm>
            <a:off x="5182500" y="3285996"/>
            <a:ext cx="18493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320" b="1">
                <a:solidFill>
                  <a:srgbClr val="1F2937"/>
                </a:solidFill>
                <a:latin typeface="Pretendard"/>
                <a:ea typeface="Pretendard"/>
              </a:rPr>
              <a:t>체계적인 모델 평가 및 추적</a:t>
            </a:r>
            <a:endParaRPr lang="en-US" sz="13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0DA12C8-6BF4-4FDB-935B-18BB37BAE2FD}"/>
              </a:ext>
            </a:extLst>
          </p:cNvPr>
          <p:cNvSpPr txBox="1"/>
          <p:nvPr/>
        </p:nvSpPr>
        <p:spPr>
          <a:xfrm>
            <a:off x="4931940" y="3701436"/>
            <a:ext cx="2648195" cy="36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0"/>
              </a:lnSpc>
            </a:pP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모델 실행 시 사용된 파라미터</a:t>
            </a:r>
            <a:r>
              <a:rPr lang="en-US" sz="105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성능 지표</a:t>
            </a:r>
            <a:r>
              <a:rPr lang="en-US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(Metric), </a:t>
            </a:r>
            <a:r>
              <a:rPr lang="zh-CN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실행 시간 등 모든 데이터 기록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8" name="그림 257">
            <a:extLst>
              <a:ext uri="{FF2B5EF4-FFF2-40B4-BE49-F238E27FC236}">
                <a16:creationId xmlns:a16="http://schemas.microsoft.com/office/drawing/2014/main" id="{F00127EE-497B-4819-9C59-5B6AEB768DD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4750860" y="4184556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23A7966F-A0A4-46B5-A67E-7F79CFF6B4AA}"/>
              </a:ext>
            </a:extLst>
          </p:cNvPr>
          <p:cNvSpPr txBox="1"/>
          <p:nvPr/>
        </p:nvSpPr>
        <p:spPr>
          <a:xfrm>
            <a:off x="4931940" y="4169076"/>
            <a:ext cx="2647935" cy="55835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0"/>
              </a:lnSpc>
            </a:pP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시각화 도구를 통해 모델 성능을 객관적으로 평가</a:t>
            </a:r>
            <a:r>
              <a:rPr lang="zh-CN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하고 개선 방향 도출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ts val="1460"/>
              </a:lnSpc>
            </a:pPr>
            <a:endParaRPr lang="en-US" altLang="zh-CN" sz="1050" dirty="0">
              <a:solidFill>
                <a:srgbClr val="374151"/>
              </a:solidFill>
              <a:latin typeface="Pretendard"/>
              <a:ea typeface="Pretendard"/>
            </a:endParaRPr>
          </a:p>
        </p:txBody>
      </p:sp>
      <p:sp>
        <p:nvSpPr>
          <p:cNvPr id="260" name="자유형 407">
            <a:extLst>
              <a:ext uri="{FF2B5EF4-FFF2-40B4-BE49-F238E27FC236}">
                <a16:creationId xmlns:a16="http://schemas.microsoft.com/office/drawing/2014/main" id="{881E239E-D937-42A5-8888-B2F7B636FBD6}"/>
              </a:ext>
            </a:extLst>
          </p:cNvPr>
          <p:cNvSpPr/>
          <p:nvPr/>
        </p:nvSpPr>
        <p:spPr>
          <a:xfrm>
            <a:off x="7876020" y="3014556"/>
            <a:ext cx="3167640" cy="1738440"/>
          </a:xfrm>
          <a:custGeom>
            <a:avLst/>
            <a:gdLst/>
            <a:ahLst/>
            <a:cxnLst/>
            <a:rect l="0" t="0" r="r" b="b"/>
            <a:pathLst>
              <a:path w="8799" h="4829">
                <a:moveTo>
                  <a:pt x="0" y="4644"/>
                </a:moveTo>
                <a:lnTo>
                  <a:pt x="0" y="186"/>
                </a:lnTo>
                <a:cubicBezTo>
                  <a:pt x="0" y="161"/>
                  <a:pt x="5" y="137"/>
                  <a:pt x="14" y="115"/>
                </a:cubicBez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8613" y="0"/>
                </a:lnTo>
                <a:cubicBezTo>
                  <a:pt x="8638" y="0"/>
                  <a:pt x="8662" y="5"/>
                  <a:pt x="8684" y="14"/>
                </a:cubicBezTo>
                <a:cubicBezTo>
                  <a:pt x="8707" y="24"/>
                  <a:pt x="8727" y="37"/>
                  <a:pt x="8745" y="54"/>
                </a:cubicBezTo>
                <a:cubicBezTo>
                  <a:pt x="8762" y="72"/>
                  <a:pt x="8775" y="92"/>
                  <a:pt x="8785" y="115"/>
                </a:cubicBezTo>
                <a:cubicBezTo>
                  <a:pt x="8794" y="137"/>
                  <a:pt x="8799" y="161"/>
                  <a:pt x="8799" y="186"/>
                </a:cubicBezTo>
                <a:lnTo>
                  <a:pt x="8799" y="4644"/>
                </a:lnTo>
                <a:cubicBezTo>
                  <a:pt x="8799" y="4668"/>
                  <a:pt x="8794" y="4692"/>
                  <a:pt x="8785" y="4715"/>
                </a:cubicBezTo>
                <a:cubicBezTo>
                  <a:pt x="8775" y="4737"/>
                  <a:pt x="8762" y="4758"/>
                  <a:pt x="8745" y="4775"/>
                </a:cubicBezTo>
                <a:cubicBezTo>
                  <a:pt x="8727" y="4792"/>
                  <a:pt x="8707" y="4806"/>
                  <a:pt x="8684" y="4815"/>
                </a:cubicBezTo>
                <a:cubicBezTo>
                  <a:pt x="8662" y="4825"/>
                  <a:pt x="8638" y="4829"/>
                  <a:pt x="8613" y="4829"/>
                </a:cubicBezTo>
                <a:lnTo>
                  <a:pt x="186" y="4829"/>
                </a:lnTo>
                <a:cubicBezTo>
                  <a:pt x="161" y="4829"/>
                  <a:pt x="138" y="4825"/>
                  <a:pt x="115" y="4815"/>
                </a:cubicBezTo>
                <a:cubicBezTo>
                  <a:pt x="92" y="4806"/>
                  <a:pt x="72" y="4792"/>
                  <a:pt x="55" y="4775"/>
                </a:cubicBezTo>
                <a:cubicBezTo>
                  <a:pt x="37" y="4758"/>
                  <a:pt x="24" y="4737"/>
                  <a:pt x="14" y="4715"/>
                </a:cubicBezTo>
                <a:cubicBezTo>
                  <a:pt x="5" y="4692"/>
                  <a:pt x="0" y="4668"/>
                  <a:pt x="0" y="46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자유형 408">
            <a:extLst>
              <a:ext uri="{FF2B5EF4-FFF2-40B4-BE49-F238E27FC236}">
                <a16:creationId xmlns:a16="http://schemas.microsoft.com/office/drawing/2014/main" id="{736CC627-8368-40EC-81B3-4709DB5DF558}"/>
              </a:ext>
            </a:extLst>
          </p:cNvPr>
          <p:cNvSpPr/>
          <p:nvPr/>
        </p:nvSpPr>
        <p:spPr>
          <a:xfrm>
            <a:off x="8110020" y="3215076"/>
            <a:ext cx="334800" cy="334800"/>
          </a:xfrm>
          <a:custGeom>
            <a:avLst/>
            <a:gdLst/>
            <a:ahLst/>
            <a:cxnLst/>
            <a:rect l="0" t="0" r="r" b="b"/>
            <a:pathLst>
              <a:path w="930" h="930">
                <a:moveTo>
                  <a:pt x="930" y="465"/>
                </a:moveTo>
                <a:cubicBezTo>
                  <a:pt x="930" y="496"/>
                  <a:pt x="927" y="526"/>
                  <a:pt x="921" y="556"/>
                </a:cubicBezTo>
                <a:cubicBezTo>
                  <a:pt x="915" y="586"/>
                  <a:pt x="906" y="615"/>
                  <a:pt x="894" y="643"/>
                </a:cubicBezTo>
                <a:cubicBezTo>
                  <a:pt x="883" y="671"/>
                  <a:pt x="868" y="698"/>
                  <a:pt x="851" y="723"/>
                </a:cubicBezTo>
                <a:cubicBezTo>
                  <a:pt x="835" y="749"/>
                  <a:pt x="815" y="772"/>
                  <a:pt x="794" y="794"/>
                </a:cubicBezTo>
                <a:cubicBezTo>
                  <a:pt x="772" y="815"/>
                  <a:pt x="749" y="834"/>
                  <a:pt x="723" y="851"/>
                </a:cubicBezTo>
                <a:cubicBezTo>
                  <a:pt x="698" y="868"/>
                  <a:pt x="671" y="883"/>
                  <a:pt x="643" y="894"/>
                </a:cubicBezTo>
                <a:cubicBezTo>
                  <a:pt x="615" y="906"/>
                  <a:pt x="586" y="915"/>
                  <a:pt x="556" y="921"/>
                </a:cubicBezTo>
                <a:cubicBezTo>
                  <a:pt x="526" y="927"/>
                  <a:pt x="496" y="930"/>
                  <a:pt x="465" y="930"/>
                </a:cubicBezTo>
                <a:cubicBezTo>
                  <a:pt x="435" y="930"/>
                  <a:pt x="404" y="927"/>
                  <a:pt x="374" y="921"/>
                </a:cubicBezTo>
                <a:cubicBezTo>
                  <a:pt x="344" y="915"/>
                  <a:pt x="315" y="906"/>
                  <a:pt x="287" y="894"/>
                </a:cubicBezTo>
                <a:cubicBezTo>
                  <a:pt x="259" y="883"/>
                  <a:pt x="232" y="868"/>
                  <a:pt x="207" y="851"/>
                </a:cubicBezTo>
                <a:cubicBezTo>
                  <a:pt x="181" y="834"/>
                  <a:pt x="158" y="815"/>
                  <a:pt x="136" y="794"/>
                </a:cubicBezTo>
                <a:cubicBezTo>
                  <a:pt x="115" y="772"/>
                  <a:pt x="95" y="749"/>
                  <a:pt x="78" y="723"/>
                </a:cubicBezTo>
                <a:cubicBezTo>
                  <a:pt x="62" y="698"/>
                  <a:pt x="47" y="671"/>
                  <a:pt x="36" y="643"/>
                </a:cubicBezTo>
                <a:cubicBezTo>
                  <a:pt x="24" y="615"/>
                  <a:pt x="15" y="586"/>
                  <a:pt x="9" y="556"/>
                </a:cubicBezTo>
                <a:cubicBezTo>
                  <a:pt x="3" y="526"/>
                  <a:pt x="0" y="496"/>
                  <a:pt x="0" y="465"/>
                </a:cubicBezTo>
                <a:cubicBezTo>
                  <a:pt x="0" y="435"/>
                  <a:pt x="3" y="405"/>
                  <a:pt x="9" y="375"/>
                </a:cubicBezTo>
                <a:cubicBezTo>
                  <a:pt x="15" y="345"/>
                  <a:pt x="24" y="316"/>
                  <a:pt x="36" y="288"/>
                </a:cubicBezTo>
                <a:cubicBezTo>
                  <a:pt x="47" y="260"/>
                  <a:pt x="62" y="233"/>
                  <a:pt x="78" y="207"/>
                </a:cubicBezTo>
                <a:cubicBezTo>
                  <a:pt x="95" y="182"/>
                  <a:pt x="115" y="159"/>
                  <a:pt x="136" y="137"/>
                </a:cubicBezTo>
                <a:cubicBezTo>
                  <a:pt x="158" y="116"/>
                  <a:pt x="181" y="96"/>
                  <a:pt x="207" y="78"/>
                </a:cubicBezTo>
                <a:cubicBezTo>
                  <a:pt x="232" y="61"/>
                  <a:pt x="259" y="47"/>
                  <a:pt x="287" y="35"/>
                </a:cubicBezTo>
                <a:cubicBezTo>
                  <a:pt x="315" y="24"/>
                  <a:pt x="344" y="15"/>
                  <a:pt x="374" y="9"/>
                </a:cubicBezTo>
                <a:cubicBezTo>
                  <a:pt x="404" y="3"/>
                  <a:pt x="435" y="0"/>
                  <a:pt x="465" y="0"/>
                </a:cubicBezTo>
                <a:cubicBezTo>
                  <a:pt x="496" y="0"/>
                  <a:pt x="526" y="3"/>
                  <a:pt x="556" y="9"/>
                </a:cubicBezTo>
                <a:cubicBezTo>
                  <a:pt x="586" y="15"/>
                  <a:pt x="615" y="24"/>
                  <a:pt x="643" y="35"/>
                </a:cubicBezTo>
                <a:cubicBezTo>
                  <a:pt x="671" y="47"/>
                  <a:pt x="698" y="61"/>
                  <a:pt x="723" y="78"/>
                </a:cubicBezTo>
                <a:cubicBezTo>
                  <a:pt x="749" y="96"/>
                  <a:pt x="772" y="116"/>
                  <a:pt x="794" y="137"/>
                </a:cubicBezTo>
                <a:cubicBezTo>
                  <a:pt x="815" y="159"/>
                  <a:pt x="835" y="182"/>
                  <a:pt x="851" y="207"/>
                </a:cubicBezTo>
                <a:cubicBezTo>
                  <a:pt x="868" y="233"/>
                  <a:pt x="883" y="260"/>
                  <a:pt x="894" y="288"/>
                </a:cubicBezTo>
                <a:cubicBezTo>
                  <a:pt x="906" y="316"/>
                  <a:pt x="915" y="345"/>
                  <a:pt x="921" y="375"/>
                </a:cubicBezTo>
                <a:cubicBezTo>
                  <a:pt x="927" y="405"/>
                  <a:pt x="930" y="435"/>
                  <a:pt x="930" y="465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2" name="그림 261">
            <a:extLst>
              <a:ext uri="{FF2B5EF4-FFF2-40B4-BE49-F238E27FC236}">
                <a16:creationId xmlns:a16="http://schemas.microsoft.com/office/drawing/2014/main" id="{E576CB88-D55A-4271-BE73-8FAD4169AB0D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8210460" y="3315516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그림 262">
            <a:extLst>
              <a:ext uri="{FF2B5EF4-FFF2-40B4-BE49-F238E27FC236}">
                <a16:creationId xmlns:a16="http://schemas.microsoft.com/office/drawing/2014/main" id="{5EAD90BF-331F-4D88-AECA-71EDB394BC3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110380" y="3716556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Box 263">
            <a:extLst>
              <a:ext uri="{FF2B5EF4-FFF2-40B4-BE49-F238E27FC236}">
                <a16:creationId xmlns:a16="http://schemas.microsoft.com/office/drawing/2014/main" id="{EAB4657E-9FE5-4E8F-B607-756BA74E5310}"/>
              </a:ext>
            </a:extLst>
          </p:cNvPr>
          <p:cNvSpPr txBox="1"/>
          <p:nvPr/>
        </p:nvSpPr>
        <p:spPr>
          <a:xfrm>
            <a:off x="8547420" y="3285996"/>
            <a:ext cx="20037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320" b="1">
                <a:solidFill>
                  <a:srgbClr val="1F2937"/>
                </a:solidFill>
                <a:latin typeface="Pretendard"/>
                <a:ea typeface="Pretendard"/>
              </a:rPr>
              <a:t>안정적인 모델 배포 및 서비스</a:t>
            </a:r>
            <a:endParaRPr lang="en-US" sz="13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DF9D1F26-3D19-429B-9630-78F4AD0A62C7}"/>
              </a:ext>
            </a:extLst>
          </p:cNvPr>
          <p:cNvSpPr txBox="1"/>
          <p:nvPr/>
        </p:nvSpPr>
        <p:spPr>
          <a:xfrm>
            <a:off x="8296860" y="3701436"/>
            <a:ext cx="2617365" cy="36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0"/>
              </a:lnSpc>
            </a:pP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개발</a:t>
            </a:r>
            <a:r>
              <a:rPr lang="en-US" sz="105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스테이징</a:t>
            </a:r>
            <a:r>
              <a:rPr lang="en-US" sz="105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프로덕션 등 단계별로 모델을 체</a:t>
            </a:r>
            <a:r>
              <a:rPr lang="zh-CN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계적으로 관리하고 배포</a:t>
            </a:r>
            <a:r>
              <a:rPr lang="en-US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(CI/CD)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6" name="그림 265">
            <a:extLst>
              <a:ext uri="{FF2B5EF4-FFF2-40B4-BE49-F238E27FC236}">
                <a16:creationId xmlns:a16="http://schemas.microsoft.com/office/drawing/2014/main" id="{38FCB42D-1633-42C1-A605-3FD8D36911D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110380" y="4184556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Box 266">
            <a:extLst>
              <a:ext uri="{FF2B5EF4-FFF2-40B4-BE49-F238E27FC236}">
                <a16:creationId xmlns:a16="http://schemas.microsoft.com/office/drawing/2014/main" id="{12E2C05F-C3F0-41F0-B7C3-BFB472216060}"/>
              </a:ext>
            </a:extLst>
          </p:cNvPr>
          <p:cNvSpPr txBox="1"/>
          <p:nvPr/>
        </p:nvSpPr>
        <p:spPr>
          <a:xfrm>
            <a:off x="8296859" y="4169076"/>
            <a:ext cx="2669993" cy="36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0"/>
              </a:lnSpc>
            </a:pPr>
            <a:r>
              <a:rPr lang="en-US" sz="1050" dirty="0">
                <a:solidFill>
                  <a:srgbClr val="374151"/>
                </a:solidFill>
                <a:latin typeface="Pretendard"/>
                <a:ea typeface="Pretendard"/>
              </a:rPr>
              <a:t>CLI, Python, Java </a:t>
            </a: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등 다양한 환경을 위한 </a:t>
            </a:r>
            <a:r>
              <a:rPr lang="en-US" sz="1050" dirty="0">
                <a:solidFill>
                  <a:srgbClr val="374151"/>
                </a:solidFill>
                <a:latin typeface="Pretendard"/>
                <a:ea typeface="Pretendard"/>
              </a:rPr>
              <a:t>API</a:t>
            </a:r>
            <a:r>
              <a:rPr lang="ko-KR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 </a:t>
            </a:r>
            <a:endParaRPr lang="en-US" altLang="ko-KR" sz="1050" dirty="0">
              <a:solidFill>
                <a:srgbClr val="374151"/>
              </a:solidFill>
              <a:latin typeface="Pretendard"/>
              <a:ea typeface="Pretendard"/>
            </a:endParaRPr>
          </a:p>
          <a:p>
            <a:pPr>
              <a:lnSpc>
                <a:spcPts val="1460"/>
              </a:lnSpc>
            </a:pPr>
            <a:r>
              <a:rPr lang="zh-CN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지원으로 기존 시스템과 유연한 통합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8" name="그림 267">
            <a:extLst>
              <a:ext uri="{FF2B5EF4-FFF2-40B4-BE49-F238E27FC236}">
                <a16:creationId xmlns:a16="http://schemas.microsoft.com/office/drawing/2014/main" id="{C08F481F-0DA5-4ED2-AC3F-345BB065C1E5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1149060" y="2435579"/>
            <a:ext cx="9893880" cy="1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자유형 420">
            <a:extLst>
              <a:ext uri="{FF2B5EF4-FFF2-40B4-BE49-F238E27FC236}">
                <a16:creationId xmlns:a16="http://schemas.microsoft.com/office/drawing/2014/main" id="{20995816-07D5-43A7-B3BB-61A4735051D1}"/>
              </a:ext>
            </a:extLst>
          </p:cNvPr>
          <p:cNvSpPr/>
          <p:nvPr/>
        </p:nvSpPr>
        <p:spPr>
          <a:xfrm>
            <a:off x="2085060" y="2401739"/>
            <a:ext cx="100440" cy="100800"/>
          </a:xfrm>
          <a:custGeom>
            <a:avLst/>
            <a:gdLst/>
            <a:ahLst/>
            <a:cxnLst/>
            <a:rect l="0" t="0" r="r" b="b"/>
            <a:pathLst>
              <a:path w="279" h="280">
                <a:moveTo>
                  <a:pt x="279" y="141"/>
                </a:moveTo>
                <a:cubicBezTo>
                  <a:pt x="279" y="159"/>
                  <a:pt x="276" y="177"/>
                  <a:pt x="269" y="194"/>
                </a:cubicBezTo>
                <a:cubicBezTo>
                  <a:pt x="261" y="211"/>
                  <a:pt x="251" y="226"/>
                  <a:pt x="238" y="239"/>
                </a:cubicBezTo>
                <a:cubicBezTo>
                  <a:pt x="225" y="252"/>
                  <a:pt x="210" y="262"/>
                  <a:pt x="193" y="269"/>
                </a:cubicBezTo>
                <a:cubicBezTo>
                  <a:pt x="176" y="276"/>
                  <a:pt x="158" y="280"/>
                  <a:pt x="140" y="280"/>
                </a:cubicBezTo>
                <a:cubicBezTo>
                  <a:pt x="121" y="280"/>
                  <a:pt x="104" y="276"/>
                  <a:pt x="87" y="269"/>
                </a:cubicBezTo>
                <a:cubicBezTo>
                  <a:pt x="70" y="262"/>
                  <a:pt x="54" y="252"/>
                  <a:pt x="41" y="239"/>
                </a:cubicBezTo>
                <a:cubicBezTo>
                  <a:pt x="27" y="226"/>
                  <a:pt x="17" y="211"/>
                  <a:pt x="10" y="194"/>
                </a:cubicBezTo>
                <a:cubicBezTo>
                  <a:pt x="3" y="177"/>
                  <a:pt x="0" y="159"/>
                  <a:pt x="0" y="141"/>
                </a:cubicBezTo>
                <a:cubicBezTo>
                  <a:pt x="0" y="122"/>
                  <a:pt x="3" y="104"/>
                  <a:pt x="10" y="87"/>
                </a:cubicBezTo>
                <a:cubicBezTo>
                  <a:pt x="17" y="69"/>
                  <a:pt x="27" y="54"/>
                  <a:pt x="41" y="41"/>
                </a:cubicBezTo>
                <a:cubicBezTo>
                  <a:pt x="54" y="28"/>
                  <a:pt x="70" y="18"/>
                  <a:pt x="87" y="11"/>
                </a:cubicBezTo>
                <a:cubicBezTo>
                  <a:pt x="104" y="4"/>
                  <a:pt x="121" y="0"/>
                  <a:pt x="140" y="0"/>
                </a:cubicBezTo>
                <a:cubicBezTo>
                  <a:pt x="158" y="0"/>
                  <a:pt x="176" y="4"/>
                  <a:pt x="193" y="11"/>
                </a:cubicBezTo>
                <a:cubicBezTo>
                  <a:pt x="210" y="18"/>
                  <a:pt x="225" y="28"/>
                  <a:pt x="238" y="41"/>
                </a:cubicBezTo>
                <a:cubicBezTo>
                  <a:pt x="251" y="54"/>
                  <a:pt x="261" y="69"/>
                  <a:pt x="269" y="87"/>
                </a:cubicBezTo>
                <a:cubicBezTo>
                  <a:pt x="276" y="104"/>
                  <a:pt x="279" y="122"/>
                  <a:pt x="279" y="141"/>
                </a:cubicBez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자유형 421">
            <a:extLst>
              <a:ext uri="{FF2B5EF4-FFF2-40B4-BE49-F238E27FC236}">
                <a16:creationId xmlns:a16="http://schemas.microsoft.com/office/drawing/2014/main" id="{F1E7552C-5A48-4A3D-80AF-99272FF414E5}"/>
              </a:ext>
            </a:extLst>
          </p:cNvPr>
          <p:cNvSpPr/>
          <p:nvPr/>
        </p:nvSpPr>
        <p:spPr>
          <a:xfrm>
            <a:off x="2045460" y="2362499"/>
            <a:ext cx="179640" cy="179280"/>
          </a:xfrm>
          <a:custGeom>
            <a:avLst/>
            <a:gdLst/>
            <a:ahLst/>
            <a:cxnLst/>
            <a:rect l="0" t="0" r="r" b="b"/>
            <a:pathLst>
              <a:path w="499" h="498" fill="none">
                <a:moveTo>
                  <a:pt x="499" y="250"/>
                </a:moveTo>
                <a:cubicBezTo>
                  <a:pt x="499" y="266"/>
                  <a:pt x="497" y="282"/>
                  <a:pt x="494" y="298"/>
                </a:cubicBezTo>
                <a:cubicBezTo>
                  <a:pt x="491" y="314"/>
                  <a:pt x="486" y="330"/>
                  <a:pt x="480" y="345"/>
                </a:cubicBezTo>
                <a:cubicBezTo>
                  <a:pt x="473" y="360"/>
                  <a:pt x="466" y="374"/>
                  <a:pt x="457" y="388"/>
                </a:cubicBezTo>
                <a:cubicBezTo>
                  <a:pt x="448" y="401"/>
                  <a:pt x="437" y="414"/>
                  <a:pt x="426" y="426"/>
                </a:cubicBezTo>
                <a:cubicBezTo>
                  <a:pt x="414" y="437"/>
                  <a:pt x="402" y="447"/>
                  <a:pt x="388" y="457"/>
                </a:cubicBezTo>
                <a:cubicBezTo>
                  <a:pt x="375" y="466"/>
                  <a:pt x="360" y="473"/>
                  <a:pt x="345" y="480"/>
                </a:cubicBezTo>
                <a:cubicBezTo>
                  <a:pt x="330" y="486"/>
                  <a:pt x="314" y="491"/>
                  <a:pt x="298" y="494"/>
                </a:cubicBezTo>
                <a:cubicBezTo>
                  <a:pt x="282" y="497"/>
                  <a:pt x="266" y="498"/>
                  <a:pt x="250" y="498"/>
                </a:cubicBezTo>
                <a:cubicBezTo>
                  <a:pt x="234" y="498"/>
                  <a:pt x="217" y="497"/>
                  <a:pt x="201" y="494"/>
                </a:cubicBezTo>
                <a:cubicBezTo>
                  <a:pt x="185" y="491"/>
                  <a:pt x="170" y="486"/>
                  <a:pt x="155" y="480"/>
                </a:cubicBezTo>
                <a:cubicBezTo>
                  <a:pt x="140" y="473"/>
                  <a:pt x="125" y="466"/>
                  <a:pt x="111" y="457"/>
                </a:cubicBezTo>
                <a:cubicBezTo>
                  <a:pt x="97" y="447"/>
                  <a:pt x="84" y="437"/>
                  <a:pt x="73" y="426"/>
                </a:cubicBezTo>
                <a:cubicBezTo>
                  <a:pt x="61" y="414"/>
                  <a:pt x="51" y="401"/>
                  <a:pt x="42" y="388"/>
                </a:cubicBezTo>
                <a:cubicBezTo>
                  <a:pt x="33" y="374"/>
                  <a:pt x="25" y="360"/>
                  <a:pt x="19" y="345"/>
                </a:cubicBezTo>
                <a:cubicBezTo>
                  <a:pt x="13" y="330"/>
                  <a:pt x="8" y="314"/>
                  <a:pt x="5" y="298"/>
                </a:cubicBezTo>
                <a:cubicBezTo>
                  <a:pt x="2" y="282"/>
                  <a:pt x="0" y="266"/>
                  <a:pt x="0" y="250"/>
                </a:cubicBezTo>
                <a:cubicBezTo>
                  <a:pt x="0" y="233"/>
                  <a:pt x="2" y="217"/>
                  <a:pt x="5" y="201"/>
                </a:cubicBezTo>
                <a:cubicBezTo>
                  <a:pt x="8" y="185"/>
                  <a:pt x="13" y="170"/>
                  <a:pt x="19" y="154"/>
                </a:cubicBezTo>
                <a:cubicBezTo>
                  <a:pt x="25" y="139"/>
                  <a:pt x="33" y="125"/>
                  <a:pt x="42" y="111"/>
                </a:cubicBezTo>
                <a:cubicBezTo>
                  <a:pt x="51" y="98"/>
                  <a:pt x="61" y="85"/>
                  <a:pt x="73" y="74"/>
                </a:cubicBezTo>
                <a:cubicBezTo>
                  <a:pt x="84" y="62"/>
                  <a:pt x="97" y="52"/>
                  <a:pt x="111" y="43"/>
                </a:cubicBezTo>
                <a:cubicBezTo>
                  <a:pt x="125" y="34"/>
                  <a:pt x="140" y="25"/>
                  <a:pt x="155" y="19"/>
                </a:cubicBezTo>
                <a:cubicBezTo>
                  <a:pt x="170" y="13"/>
                  <a:pt x="185" y="8"/>
                  <a:pt x="201" y="5"/>
                </a:cubicBezTo>
                <a:cubicBezTo>
                  <a:pt x="217" y="1"/>
                  <a:pt x="234" y="0"/>
                  <a:pt x="250" y="0"/>
                </a:cubicBezTo>
                <a:cubicBezTo>
                  <a:pt x="266" y="0"/>
                  <a:pt x="282" y="1"/>
                  <a:pt x="298" y="5"/>
                </a:cubicBezTo>
                <a:cubicBezTo>
                  <a:pt x="314" y="8"/>
                  <a:pt x="330" y="13"/>
                  <a:pt x="345" y="19"/>
                </a:cubicBezTo>
                <a:cubicBezTo>
                  <a:pt x="360" y="25"/>
                  <a:pt x="375" y="34"/>
                  <a:pt x="388" y="43"/>
                </a:cubicBezTo>
                <a:cubicBezTo>
                  <a:pt x="402" y="52"/>
                  <a:pt x="414" y="62"/>
                  <a:pt x="426" y="74"/>
                </a:cubicBezTo>
                <a:cubicBezTo>
                  <a:pt x="437" y="85"/>
                  <a:pt x="448" y="98"/>
                  <a:pt x="457" y="111"/>
                </a:cubicBezTo>
                <a:cubicBezTo>
                  <a:pt x="466" y="125"/>
                  <a:pt x="473" y="139"/>
                  <a:pt x="480" y="154"/>
                </a:cubicBezTo>
                <a:cubicBezTo>
                  <a:pt x="486" y="170"/>
                  <a:pt x="491" y="185"/>
                  <a:pt x="494" y="201"/>
                </a:cubicBezTo>
                <a:cubicBezTo>
                  <a:pt x="497" y="217"/>
                  <a:pt x="499" y="233"/>
                  <a:pt x="499" y="250"/>
                </a:cubicBezTo>
              </a:path>
            </a:pathLst>
          </a:custGeom>
          <a:ln w="19800">
            <a:solidFill>
              <a:srgbClr val="06B6D4"/>
            </a:solidFill>
            <a:miter/>
          </a:ln>
        </p:spPr>
        <p:txBody>
          <a:bodyPr lIns="9720" tIns="9720" rIns="9720" bIns="972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자유형 422">
            <a:extLst>
              <a:ext uri="{FF2B5EF4-FFF2-40B4-BE49-F238E27FC236}">
                <a16:creationId xmlns:a16="http://schemas.microsoft.com/office/drawing/2014/main" id="{3D4E4F4E-06F1-4A2D-B885-6977987DB44D}"/>
              </a:ext>
            </a:extLst>
          </p:cNvPr>
          <p:cNvSpPr/>
          <p:nvPr/>
        </p:nvSpPr>
        <p:spPr>
          <a:xfrm>
            <a:off x="5059740" y="2401739"/>
            <a:ext cx="100800" cy="100800"/>
          </a:xfrm>
          <a:custGeom>
            <a:avLst/>
            <a:gdLst/>
            <a:ahLst/>
            <a:cxnLst/>
            <a:rect l="0" t="0" r="r" b="b"/>
            <a:pathLst>
              <a:path w="280" h="280">
                <a:moveTo>
                  <a:pt x="280" y="141"/>
                </a:moveTo>
                <a:cubicBezTo>
                  <a:pt x="280" y="159"/>
                  <a:pt x="276" y="177"/>
                  <a:pt x="269" y="194"/>
                </a:cubicBezTo>
                <a:cubicBezTo>
                  <a:pt x="262" y="211"/>
                  <a:pt x="252" y="226"/>
                  <a:pt x="239" y="239"/>
                </a:cubicBezTo>
                <a:cubicBezTo>
                  <a:pt x="226" y="252"/>
                  <a:pt x="211" y="262"/>
                  <a:pt x="194" y="269"/>
                </a:cubicBezTo>
                <a:cubicBezTo>
                  <a:pt x="177" y="276"/>
                  <a:pt x="159" y="280"/>
                  <a:pt x="141" y="280"/>
                </a:cubicBezTo>
                <a:cubicBezTo>
                  <a:pt x="122" y="280"/>
                  <a:pt x="103" y="276"/>
                  <a:pt x="86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8" y="211"/>
                  <a:pt x="11" y="194"/>
                </a:cubicBezTo>
                <a:cubicBezTo>
                  <a:pt x="4" y="177"/>
                  <a:pt x="0" y="159"/>
                  <a:pt x="0" y="141"/>
                </a:cubicBezTo>
                <a:cubicBezTo>
                  <a:pt x="0" y="122"/>
                  <a:pt x="4" y="104"/>
                  <a:pt x="11" y="87"/>
                </a:cubicBezTo>
                <a:cubicBezTo>
                  <a:pt x="18" y="69"/>
                  <a:pt x="28" y="54"/>
                  <a:pt x="41" y="41"/>
                </a:cubicBezTo>
                <a:cubicBezTo>
                  <a:pt x="54" y="28"/>
                  <a:pt x="69" y="18"/>
                  <a:pt x="86" y="11"/>
                </a:cubicBezTo>
                <a:cubicBezTo>
                  <a:pt x="103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8"/>
                  <a:pt x="239" y="41"/>
                </a:cubicBezTo>
                <a:cubicBezTo>
                  <a:pt x="252" y="54"/>
                  <a:pt x="262" y="69"/>
                  <a:pt x="269" y="87"/>
                </a:cubicBezTo>
                <a:cubicBezTo>
                  <a:pt x="276" y="104"/>
                  <a:pt x="280" y="122"/>
                  <a:pt x="280" y="141"/>
                </a:cubicBez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자유형 423">
            <a:extLst>
              <a:ext uri="{FF2B5EF4-FFF2-40B4-BE49-F238E27FC236}">
                <a16:creationId xmlns:a16="http://schemas.microsoft.com/office/drawing/2014/main" id="{10547D07-1B7C-4475-BEEE-E86144F42A2D}"/>
              </a:ext>
            </a:extLst>
          </p:cNvPr>
          <p:cNvSpPr/>
          <p:nvPr/>
        </p:nvSpPr>
        <p:spPr>
          <a:xfrm>
            <a:off x="5020500" y="2362499"/>
            <a:ext cx="179640" cy="179280"/>
          </a:xfrm>
          <a:custGeom>
            <a:avLst/>
            <a:gdLst/>
            <a:ahLst/>
            <a:cxnLst/>
            <a:rect l="0" t="0" r="r" b="b"/>
            <a:pathLst>
              <a:path w="499" h="498" fill="none">
                <a:moveTo>
                  <a:pt x="499" y="250"/>
                </a:moveTo>
                <a:cubicBezTo>
                  <a:pt x="499" y="266"/>
                  <a:pt x="497" y="282"/>
                  <a:pt x="494" y="298"/>
                </a:cubicBezTo>
                <a:cubicBezTo>
                  <a:pt x="491" y="314"/>
                  <a:pt x="486" y="330"/>
                  <a:pt x="480" y="345"/>
                </a:cubicBezTo>
                <a:cubicBezTo>
                  <a:pt x="473" y="360"/>
                  <a:pt x="466" y="374"/>
                  <a:pt x="457" y="388"/>
                </a:cubicBezTo>
                <a:cubicBezTo>
                  <a:pt x="448" y="401"/>
                  <a:pt x="437" y="414"/>
                  <a:pt x="426" y="426"/>
                </a:cubicBezTo>
                <a:cubicBezTo>
                  <a:pt x="414" y="437"/>
                  <a:pt x="402" y="447"/>
                  <a:pt x="388" y="457"/>
                </a:cubicBezTo>
                <a:cubicBezTo>
                  <a:pt x="374" y="466"/>
                  <a:pt x="360" y="473"/>
                  <a:pt x="345" y="480"/>
                </a:cubicBezTo>
                <a:cubicBezTo>
                  <a:pt x="330" y="486"/>
                  <a:pt x="314" y="491"/>
                  <a:pt x="297" y="494"/>
                </a:cubicBezTo>
                <a:cubicBezTo>
                  <a:pt x="281" y="497"/>
                  <a:pt x="265" y="498"/>
                  <a:pt x="249" y="498"/>
                </a:cubicBezTo>
                <a:cubicBezTo>
                  <a:pt x="232" y="498"/>
                  <a:pt x="216" y="497"/>
                  <a:pt x="200" y="494"/>
                </a:cubicBezTo>
                <a:cubicBezTo>
                  <a:pt x="184" y="491"/>
                  <a:pt x="169" y="486"/>
                  <a:pt x="154" y="480"/>
                </a:cubicBezTo>
                <a:cubicBezTo>
                  <a:pt x="138" y="473"/>
                  <a:pt x="124" y="466"/>
                  <a:pt x="110" y="457"/>
                </a:cubicBezTo>
                <a:cubicBezTo>
                  <a:pt x="97" y="447"/>
                  <a:pt x="84" y="437"/>
                  <a:pt x="73" y="426"/>
                </a:cubicBezTo>
                <a:cubicBezTo>
                  <a:pt x="61" y="414"/>
                  <a:pt x="51" y="401"/>
                  <a:pt x="42" y="388"/>
                </a:cubicBezTo>
                <a:cubicBezTo>
                  <a:pt x="33" y="374"/>
                  <a:pt x="25" y="360"/>
                  <a:pt x="19" y="345"/>
                </a:cubicBezTo>
                <a:cubicBezTo>
                  <a:pt x="13" y="330"/>
                  <a:pt x="8" y="314"/>
                  <a:pt x="5" y="298"/>
                </a:cubicBezTo>
                <a:cubicBezTo>
                  <a:pt x="2" y="282"/>
                  <a:pt x="0" y="266"/>
                  <a:pt x="0" y="250"/>
                </a:cubicBezTo>
                <a:cubicBezTo>
                  <a:pt x="0" y="233"/>
                  <a:pt x="2" y="217"/>
                  <a:pt x="5" y="201"/>
                </a:cubicBezTo>
                <a:cubicBezTo>
                  <a:pt x="8" y="185"/>
                  <a:pt x="13" y="170"/>
                  <a:pt x="19" y="154"/>
                </a:cubicBezTo>
                <a:cubicBezTo>
                  <a:pt x="25" y="139"/>
                  <a:pt x="33" y="125"/>
                  <a:pt x="42" y="111"/>
                </a:cubicBezTo>
                <a:cubicBezTo>
                  <a:pt x="51" y="98"/>
                  <a:pt x="61" y="85"/>
                  <a:pt x="73" y="74"/>
                </a:cubicBezTo>
                <a:cubicBezTo>
                  <a:pt x="84" y="62"/>
                  <a:pt x="97" y="52"/>
                  <a:pt x="110" y="43"/>
                </a:cubicBezTo>
                <a:cubicBezTo>
                  <a:pt x="124" y="34"/>
                  <a:pt x="138" y="25"/>
                  <a:pt x="154" y="19"/>
                </a:cubicBezTo>
                <a:cubicBezTo>
                  <a:pt x="169" y="13"/>
                  <a:pt x="184" y="8"/>
                  <a:pt x="200" y="5"/>
                </a:cubicBezTo>
                <a:cubicBezTo>
                  <a:pt x="216" y="1"/>
                  <a:pt x="232" y="0"/>
                  <a:pt x="249" y="0"/>
                </a:cubicBezTo>
                <a:cubicBezTo>
                  <a:pt x="265" y="0"/>
                  <a:pt x="281" y="1"/>
                  <a:pt x="297" y="5"/>
                </a:cubicBezTo>
                <a:cubicBezTo>
                  <a:pt x="314" y="8"/>
                  <a:pt x="330" y="13"/>
                  <a:pt x="345" y="19"/>
                </a:cubicBezTo>
                <a:cubicBezTo>
                  <a:pt x="360" y="25"/>
                  <a:pt x="374" y="34"/>
                  <a:pt x="388" y="43"/>
                </a:cubicBezTo>
                <a:cubicBezTo>
                  <a:pt x="402" y="52"/>
                  <a:pt x="414" y="62"/>
                  <a:pt x="426" y="74"/>
                </a:cubicBezTo>
                <a:cubicBezTo>
                  <a:pt x="437" y="85"/>
                  <a:pt x="448" y="98"/>
                  <a:pt x="457" y="111"/>
                </a:cubicBezTo>
                <a:cubicBezTo>
                  <a:pt x="466" y="125"/>
                  <a:pt x="473" y="139"/>
                  <a:pt x="480" y="154"/>
                </a:cubicBezTo>
                <a:cubicBezTo>
                  <a:pt x="486" y="170"/>
                  <a:pt x="491" y="185"/>
                  <a:pt x="494" y="201"/>
                </a:cubicBezTo>
                <a:cubicBezTo>
                  <a:pt x="497" y="217"/>
                  <a:pt x="499" y="233"/>
                  <a:pt x="499" y="250"/>
                </a:cubicBezTo>
              </a:path>
            </a:pathLst>
          </a:custGeom>
          <a:ln w="19800">
            <a:solidFill>
              <a:srgbClr val="06B6D4"/>
            </a:solidFill>
            <a:miter/>
          </a:ln>
        </p:spPr>
        <p:txBody>
          <a:bodyPr lIns="9720" tIns="9720" rIns="9720" bIns="972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자유형 424">
            <a:extLst>
              <a:ext uri="{FF2B5EF4-FFF2-40B4-BE49-F238E27FC236}">
                <a16:creationId xmlns:a16="http://schemas.microsoft.com/office/drawing/2014/main" id="{1EFC7A03-4686-41BD-8944-7064ECAE96C0}"/>
              </a:ext>
            </a:extLst>
          </p:cNvPr>
          <p:cNvSpPr/>
          <p:nvPr/>
        </p:nvSpPr>
        <p:spPr>
          <a:xfrm>
            <a:off x="8026500" y="2401739"/>
            <a:ext cx="100800" cy="100800"/>
          </a:xfrm>
          <a:custGeom>
            <a:avLst/>
            <a:gdLst/>
            <a:ahLst/>
            <a:cxnLst/>
            <a:rect l="0" t="0" r="r" b="b"/>
            <a:pathLst>
              <a:path w="280" h="280">
                <a:moveTo>
                  <a:pt x="280" y="141"/>
                </a:moveTo>
                <a:cubicBezTo>
                  <a:pt x="280" y="159"/>
                  <a:pt x="276" y="177"/>
                  <a:pt x="269" y="194"/>
                </a:cubicBezTo>
                <a:cubicBezTo>
                  <a:pt x="262" y="211"/>
                  <a:pt x="252" y="226"/>
                  <a:pt x="239" y="239"/>
                </a:cubicBezTo>
                <a:cubicBezTo>
                  <a:pt x="226" y="252"/>
                  <a:pt x="210" y="262"/>
                  <a:pt x="193" y="269"/>
                </a:cubicBezTo>
                <a:cubicBezTo>
                  <a:pt x="176" y="276"/>
                  <a:pt x="158" y="280"/>
                  <a:pt x="139" y="280"/>
                </a:cubicBezTo>
                <a:cubicBezTo>
                  <a:pt x="121" y="280"/>
                  <a:pt x="103" y="276"/>
                  <a:pt x="86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8" y="211"/>
                  <a:pt x="11" y="194"/>
                </a:cubicBezTo>
                <a:cubicBezTo>
                  <a:pt x="4" y="177"/>
                  <a:pt x="0" y="159"/>
                  <a:pt x="0" y="141"/>
                </a:cubicBezTo>
                <a:cubicBezTo>
                  <a:pt x="0" y="122"/>
                  <a:pt x="4" y="104"/>
                  <a:pt x="11" y="87"/>
                </a:cubicBezTo>
                <a:cubicBezTo>
                  <a:pt x="18" y="69"/>
                  <a:pt x="28" y="54"/>
                  <a:pt x="41" y="41"/>
                </a:cubicBezTo>
                <a:cubicBezTo>
                  <a:pt x="54" y="28"/>
                  <a:pt x="69" y="18"/>
                  <a:pt x="86" y="11"/>
                </a:cubicBezTo>
                <a:cubicBezTo>
                  <a:pt x="103" y="4"/>
                  <a:pt x="121" y="0"/>
                  <a:pt x="139" y="0"/>
                </a:cubicBezTo>
                <a:cubicBezTo>
                  <a:pt x="158" y="0"/>
                  <a:pt x="176" y="4"/>
                  <a:pt x="193" y="11"/>
                </a:cubicBezTo>
                <a:cubicBezTo>
                  <a:pt x="210" y="18"/>
                  <a:pt x="226" y="28"/>
                  <a:pt x="239" y="41"/>
                </a:cubicBezTo>
                <a:cubicBezTo>
                  <a:pt x="252" y="54"/>
                  <a:pt x="262" y="69"/>
                  <a:pt x="269" y="87"/>
                </a:cubicBezTo>
                <a:cubicBezTo>
                  <a:pt x="276" y="104"/>
                  <a:pt x="280" y="122"/>
                  <a:pt x="280" y="141"/>
                </a:cubicBez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자유형 425">
            <a:extLst>
              <a:ext uri="{FF2B5EF4-FFF2-40B4-BE49-F238E27FC236}">
                <a16:creationId xmlns:a16="http://schemas.microsoft.com/office/drawing/2014/main" id="{B0A80366-CA06-4105-ACB7-45D6D01B796A}"/>
              </a:ext>
            </a:extLst>
          </p:cNvPr>
          <p:cNvSpPr/>
          <p:nvPr/>
        </p:nvSpPr>
        <p:spPr>
          <a:xfrm>
            <a:off x="7987260" y="2362499"/>
            <a:ext cx="179280" cy="179280"/>
          </a:xfrm>
          <a:custGeom>
            <a:avLst/>
            <a:gdLst/>
            <a:ahLst/>
            <a:cxnLst/>
            <a:rect l="0" t="0" r="r" b="b"/>
            <a:pathLst>
              <a:path w="498" h="498" fill="none">
                <a:moveTo>
                  <a:pt x="498" y="250"/>
                </a:moveTo>
                <a:cubicBezTo>
                  <a:pt x="498" y="266"/>
                  <a:pt x="497" y="282"/>
                  <a:pt x="493" y="298"/>
                </a:cubicBezTo>
                <a:cubicBezTo>
                  <a:pt x="490" y="314"/>
                  <a:pt x="485" y="330"/>
                  <a:pt x="479" y="345"/>
                </a:cubicBezTo>
                <a:cubicBezTo>
                  <a:pt x="473" y="360"/>
                  <a:pt x="465" y="374"/>
                  <a:pt x="456" y="388"/>
                </a:cubicBezTo>
                <a:cubicBezTo>
                  <a:pt x="447" y="401"/>
                  <a:pt x="437" y="414"/>
                  <a:pt x="425" y="426"/>
                </a:cubicBezTo>
                <a:cubicBezTo>
                  <a:pt x="414" y="437"/>
                  <a:pt x="401" y="447"/>
                  <a:pt x="388" y="457"/>
                </a:cubicBezTo>
                <a:cubicBezTo>
                  <a:pt x="374" y="466"/>
                  <a:pt x="360" y="473"/>
                  <a:pt x="345" y="480"/>
                </a:cubicBezTo>
                <a:cubicBezTo>
                  <a:pt x="329" y="486"/>
                  <a:pt x="314" y="491"/>
                  <a:pt x="298" y="494"/>
                </a:cubicBezTo>
                <a:cubicBezTo>
                  <a:pt x="282" y="497"/>
                  <a:pt x="266" y="498"/>
                  <a:pt x="249" y="498"/>
                </a:cubicBezTo>
                <a:cubicBezTo>
                  <a:pt x="233" y="498"/>
                  <a:pt x="217" y="497"/>
                  <a:pt x="201" y="494"/>
                </a:cubicBezTo>
                <a:cubicBezTo>
                  <a:pt x="185" y="491"/>
                  <a:pt x="169" y="486"/>
                  <a:pt x="154" y="480"/>
                </a:cubicBezTo>
                <a:cubicBezTo>
                  <a:pt x="139" y="473"/>
                  <a:pt x="125" y="466"/>
                  <a:pt x="111" y="457"/>
                </a:cubicBezTo>
                <a:cubicBezTo>
                  <a:pt x="98" y="447"/>
                  <a:pt x="85" y="437"/>
                  <a:pt x="73" y="426"/>
                </a:cubicBezTo>
                <a:cubicBezTo>
                  <a:pt x="62" y="414"/>
                  <a:pt x="52" y="401"/>
                  <a:pt x="42" y="388"/>
                </a:cubicBezTo>
                <a:cubicBezTo>
                  <a:pt x="33" y="374"/>
                  <a:pt x="26" y="360"/>
                  <a:pt x="18" y="345"/>
                </a:cubicBezTo>
                <a:cubicBezTo>
                  <a:pt x="12" y="330"/>
                  <a:pt x="8" y="314"/>
                  <a:pt x="4" y="298"/>
                </a:cubicBezTo>
                <a:cubicBezTo>
                  <a:pt x="1" y="282"/>
                  <a:pt x="0" y="266"/>
                  <a:pt x="0" y="250"/>
                </a:cubicBezTo>
                <a:cubicBezTo>
                  <a:pt x="0" y="233"/>
                  <a:pt x="1" y="217"/>
                  <a:pt x="4" y="201"/>
                </a:cubicBezTo>
                <a:cubicBezTo>
                  <a:pt x="8" y="185"/>
                  <a:pt x="12" y="170"/>
                  <a:pt x="18" y="154"/>
                </a:cubicBezTo>
                <a:cubicBezTo>
                  <a:pt x="26" y="139"/>
                  <a:pt x="33" y="125"/>
                  <a:pt x="42" y="111"/>
                </a:cubicBezTo>
                <a:cubicBezTo>
                  <a:pt x="52" y="98"/>
                  <a:pt x="62" y="85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39" y="25"/>
                  <a:pt x="154" y="19"/>
                </a:cubicBezTo>
                <a:cubicBezTo>
                  <a:pt x="169" y="13"/>
                  <a:pt x="185" y="8"/>
                  <a:pt x="201" y="5"/>
                </a:cubicBezTo>
                <a:cubicBezTo>
                  <a:pt x="217" y="1"/>
                  <a:pt x="233" y="0"/>
                  <a:pt x="249" y="0"/>
                </a:cubicBezTo>
                <a:cubicBezTo>
                  <a:pt x="266" y="0"/>
                  <a:pt x="282" y="1"/>
                  <a:pt x="298" y="5"/>
                </a:cubicBezTo>
                <a:cubicBezTo>
                  <a:pt x="314" y="8"/>
                  <a:pt x="329" y="13"/>
                  <a:pt x="345" y="19"/>
                </a:cubicBezTo>
                <a:cubicBezTo>
                  <a:pt x="360" y="25"/>
                  <a:pt x="374" y="34"/>
                  <a:pt x="388" y="43"/>
                </a:cubicBezTo>
                <a:cubicBezTo>
                  <a:pt x="401" y="52"/>
                  <a:pt x="414" y="62"/>
                  <a:pt x="425" y="74"/>
                </a:cubicBezTo>
                <a:cubicBezTo>
                  <a:pt x="437" y="85"/>
                  <a:pt x="447" y="98"/>
                  <a:pt x="456" y="111"/>
                </a:cubicBezTo>
                <a:cubicBezTo>
                  <a:pt x="465" y="125"/>
                  <a:pt x="473" y="139"/>
                  <a:pt x="479" y="154"/>
                </a:cubicBezTo>
                <a:cubicBezTo>
                  <a:pt x="485" y="170"/>
                  <a:pt x="490" y="185"/>
                  <a:pt x="493" y="201"/>
                </a:cubicBezTo>
                <a:cubicBezTo>
                  <a:pt x="497" y="217"/>
                  <a:pt x="498" y="233"/>
                  <a:pt x="498" y="250"/>
                </a:cubicBezTo>
              </a:path>
            </a:pathLst>
          </a:custGeom>
          <a:ln w="19800">
            <a:solidFill>
              <a:srgbClr val="06B6D4"/>
            </a:solidFill>
            <a:miter/>
          </a:ln>
        </p:spPr>
        <p:txBody>
          <a:bodyPr lIns="9720" tIns="9720" rIns="9720" bIns="972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자유형 426">
            <a:extLst>
              <a:ext uri="{FF2B5EF4-FFF2-40B4-BE49-F238E27FC236}">
                <a16:creationId xmlns:a16="http://schemas.microsoft.com/office/drawing/2014/main" id="{57DE9080-A387-49F5-ACA9-57F672824CE7}"/>
              </a:ext>
            </a:extLst>
          </p:cNvPr>
          <p:cNvSpPr/>
          <p:nvPr/>
        </p:nvSpPr>
        <p:spPr>
          <a:xfrm>
            <a:off x="10500060" y="2401739"/>
            <a:ext cx="100800" cy="100800"/>
          </a:xfrm>
          <a:custGeom>
            <a:avLst/>
            <a:gdLst/>
            <a:ahLst/>
            <a:cxnLst/>
            <a:rect l="0" t="0" r="r" b="b"/>
            <a:pathLst>
              <a:path w="280" h="280">
                <a:moveTo>
                  <a:pt x="280" y="141"/>
                </a:moveTo>
                <a:cubicBezTo>
                  <a:pt x="280" y="159"/>
                  <a:pt x="276" y="177"/>
                  <a:pt x="269" y="194"/>
                </a:cubicBezTo>
                <a:cubicBezTo>
                  <a:pt x="262" y="211"/>
                  <a:pt x="252" y="226"/>
                  <a:pt x="239" y="239"/>
                </a:cubicBezTo>
                <a:cubicBezTo>
                  <a:pt x="226" y="252"/>
                  <a:pt x="211" y="262"/>
                  <a:pt x="194" y="269"/>
                </a:cubicBezTo>
                <a:cubicBezTo>
                  <a:pt x="177" y="276"/>
                  <a:pt x="159" y="280"/>
                  <a:pt x="140" y="280"/>
                </a:cubicBezTo>
                <a:cubicBezTo>
                  <a:pt x="122" y="280"/>
                  <a:pt x="104" y="276"/>
                  <a:pt x="87" y="269"/>
                </a:cubicBezTo>
                <a:cubicBezTo>
                  <a:pt x="70" y="262"/>
                  <a:pt x="55" y="252"/>
                  <a:pt x="42" y="239"/>
                </a:cubicBezTo>
                <a:cubicBezTo>
                  <a:pt x="29" y="226"/>
                  <a:pt x="19" y="211"/>
                  <a:pt x="11" y="194"/>
                </a:cubicBezTo>
                <a:cubicBezTo>
                  <a:pt x="4" y="177"/>
                  <a:pt x="0" y="159"/>
                  <a:pt x="0" y="141"/>
                </a:cubicBezTo>
                <a:cubicBezTo>
                  <a:pt x="0" y="122"/>
                  <a:pt x="4" y="104"/>
                  <a:pt x="11" y="87"/>
                </a:cubicBezTo>
                <a:cubicBezTo>
                  <a:pt x="19" y="69"/>
                  <a:pt x="29" y="54"/>
                  <a:pt x="42" y="41"/>
                </a:cubicBezTo>
                <a:cubicBezTo>
                  <a:pt x="55" y="28"/>
                  <a:pt x="70" y="18"/>
                  <a:pt x="87" y="11"/>
                </a:cubicBezTo>
                <a:cubicBezTo>
                  <a:pt x="104" y="4"/>
                  <a:pt x="122" y="0"/>
                  <a:pt x="140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8"/>
                  <a:pt x="239" y="41"/>
                </a:cubicBezTo>
                <a:cubicBezTo>
                  <a:pt x="252" y="54"/>
                  <a:pt x="262" y="69"/>
                  <a:pt x="269" y="87"/>
                </a:cubicBezTo>
                <a:cubicBezTo>
                  <a:pt x="276" y="104"/>
                  <a:pt x="280" y="122"/>
                  <a:pt x="280" y="141"/>
                </a:cubicBez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자유형 427">
            <a:extLst>
              <a:ext uri="{FF2B5EF4-FFF2-40B4-BE49-F238E27FC236}">
                <a16:creationId xmlns:a16="http://schemas.microsoft.com/office/drawing/2014/main" id="{E6365C5E-02BB-40EC-8C3B-EC9294CEAD08}"/>
              </a:ext>
            </a:extLst>
          </p:cNvPr>
          <p:cNvSpPr/>
          <p:nvPr/>
        </p:nvSpPr>
        <p:spPr>
          <a:xfrm>
            <a:off x="10460820" y="2362499"/>
            <a:ext cx="179280" cy="179280"/>
          </a:xfrm>
          <a:custGeom>
            <a:avLst/>
            <a:gdLst/>
            <a:ahLst/>
            <a:cxnLst/>
            <a:rect l="0" t="0" r="r" b="b"/>
            <a:pathLst>
              <a:path w="498" h="498" fill="none">
                <a:moveTo>
                  <a:pt x="498" y="250"/>
                </a:moveTo>
                <a:cubicBezTo>
                  <a:pt x="498" y="266"/>
                  <a:pt x="497" y="282"/>
                  <a:pt x="493" y="298"/>
                </a:cubicBezTo>
                <a:cubicBezTo>
                  <a:pt x="490" y="314"/>
                  <a:pt x="486" y="330"/>
                  <a:pt x="479" y="345"/>
                </a:cubicBezTo>
                <a:cubicBezTo>
                  <a:pt x="473" y="360"/>
                  <a:pt x="465" y="374"/>
                  <a:pt x="456" y="388"/>
                </a:cubicBezTo>
                <a:cubicBezTo>
                  <a:pt x="447" y="401"/>
                  <a:pt x="437" y="414"/>
                  <a:pt x="425" y="426"/>
                </a:cubicBezTo>
                <a:cubicBezTo>
                  <a:pt x="414" y="437"/>
                  <a:pt x="401" y="447"/>
                  <a:pt x="388" y="457"/>
                </a:cubicBezTo>
                <a:cubicBezTo>
                  <a:pt x="374" y="466"/>
                  <a:pt x="360" y="473"/>
                  <a:pt x="345" y="480"/>
                </a:cubicBezTo>
                <a:cubicBezTo>
                  <a:pt x="330" y="486"/>
                  <a:pt x="314" y="491"/>
                  <a:pt x="298" y="494"/>
                </a:cubicBezTo>
                <a:cubicBezTo>
                  <a:pt x="282" y="497"/>
                  <a:pt x="266" y="498"/>
                  <a:pt x="249" y="498"/>
                </a:cubicBezTo>
                <a:cubicBezTo>
                  <a:pt x="233" y="498"/>
                  <a:pt x="217" y="497"/>
                  <a:pt x="201" y="494"/>
                </a:cubicBezTo>
                <a:cubicBezTo>
                  <a:pt x="185" y="491"/>
                  <a:pt x="169" y="486"/>
                  <a:pt x="154" y="480"/>
                </a:cubicBezTo>
                <a:cubicBezTo>
                  <a:pt x="139" y="473"/>
                  <a:pt x="125" y="466"/>
                  <a:pt x="111" y="457"/>
                </a:cubicBezTo>
                <a:cubicBezTo>
                  <a:pt x="97" y="447"/>
                  <a:pt x="84" y="437"/>
                  <a:pt x="72" y="426"/>
                </a:cubicBezTo>
                <a:cubicBezTo>
                  <a:pt x="61" y="414"/>
                  <a:pt x="51" y="401"/>
                  <a:pt x="42" y="388"/>
                </a:cubicBezTo>
                <a:cubicBezTo>
                  <a:pt x="32" y="374"/>
                  <a:pt x="25" y="360"/>
                  <a:pt x="19" y="345"/>
                </a:cubicBezTo>
                <a:cubicBezTo>
                  <a:pt x="12" y="330"/>
                  <a:pt x="8" y="314"/>
                  <a:pt x="4" y="298"/>
                </a:cubicBezTo>
                <a:cubicBezTo>
                  <a:pt x="1" y="282"/>
                  <a:pt x="0" y="266"/>
                  <a:pt x="0" y="250"/>
                </a:cubicBezTo>
                <a:cubicBezTo>
                  <a:pt x="0" y="233"/>
                  <a:pt x="1" y="217"/>
                  <a:pt x="4" y="201"/>
                </a:cubicBezTo>
                <a:cubicBezTo>
                  <a:pt x="8" y="185"/>
                  <a:pt x="12" y="170"/>
                  <a:pt x="19" y="154"/>
                </a:cubicBezTo>
                <a:cubicBezTo>
                  <a:pt x="25" y="139"/>
                  <a:pt x="32" y="125"/>
                  <a:pt x="42" y="111"/>
                </a:cubicBezTo>
                <a:cubicBezTo>
                  <a:pt x="51" y="98"/>
                  <a:pt x="61" y="85"/>
                  <a:pt x="72" y="74"/>
                </a:cubicBezTo>
                <a:cubicBezTo>
                  <a:pt x="84" y="62"/>
                  <a:pt x="97" y="52"/>
                  <a:pt x="111" y="43"/>
                </a:cubicBezTo>
                <a:cubicBezTo>
                  <a:pt x="125" y="34"/>
                  <a:pt x="139" y="25"/>
                  <a:pt x="154" y="19"/>
                </a:cubicBezTo>
                <a:cubicBezTo>
                  <a:pt x="169" y="13"/>
                  <a:pt x="185" y="8"/>
                  <a:pt x="201" y="5"/>
                </a:cubicBezTo>
                <a:cubicBezTo>
                  <a:pt x="217" y="1"/>
                  <a:pt x="233" y="0"/>
                  <a:pt x="249" y="0"/>
                </a:cubicBezTo>
                <a:cubicBezTo>
                  <a:pt x="266" y="0"/>
                  <a:pt x="282" y="1"/>
                  <a:pt x="298" y="5"/>
                </a:cubicBezTo>
                <a:cubicBezTo>
                  <a:pt x="314" y="8"/>
                  <a:pt x="330" y="13"/>
                  <a:pt x="345" y="19"/>
                </a:cubicBezTo>
                <a:cubicBezTo>
                  <a:pt x="360" y="25"/>
                  <a:pt x="374" y="34"/>
                  <a:pt x="388" y="43"/>
                </a:cubicBezTo>
                <a:cubicBezTo>
                  <a:pt x="401" y="52"/>
                  <a:pt x="414" y="62"/>
                  <a:pt x="425" y="74"/>
                </a:cubicBezTo>
                <a:cubicBezTo>
                  <a:pt x="437" y="85"/>
                  <a:pt x="447" y="98"/>
                  <a:pt x="456" y="111"/>
                </a:cubicBezTo>
                <a:cubicBezTo>
                  <a:pt x="465" y="125"/>
                  <a:pt x="473" y="139"/>
                  <a:pt x="479" y="154"/>
                </a:cubicBezTo>
                <a:cubicBezTo>
                  <a:pt x="486" y="170"/>
                  <a:pt x="490" y="185"/>
                  <a:pt x="493" y="201"/>
                </a:cubicBezTo>
                <a:cubicBezTo>
                  <a:pt x="497" y="217"/>
                  <a:pt x="498" y="233"/>
                  <a:pt x="498" y="250"/>
                </a:cubicBezTo>
              </a:path>
            </a:pathLst>
          </a:custGeom>
          <a:ln w="19800">
            <a:solidFill>
              <a:srgbClr val="06B6D4"/>
            </a:solidFill>
            <a:miter/>
          </a:ln>
        </p:spPr>
        <p:txBody>
          <a:bodyPr lIns="9720" tIns="9720" rIns="9720" bIns="972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7" name="그림 276">
            <a:extLst>
              <a:ext uri="{FF2B5EF4-FFF2-40B4-BE49-F238E27FC236}">
                <a16:creationId xmlns:a16="http://schemas.microsoft.com/office/drawing/2014/main" id="{0662B963-C0B9-4916-9FFC-26B4F2A12080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2009820" y="1984961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그림 277">
            <a:extLst>
              <a:ext uri="{FF2B5EF4-FFF2-40B4-BE49-F238E27FC236}">
                <a16:creationId xmlns:a16="http://schemas.microsoft.com/office/drawing/2014/main" id="{085166AF-9145-4A8B-96E5-BB7EDAFE95BA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5010060" y="1984961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Box 278">
            <a:extLst>
              <a:ext uri="{FF2B5EF4-FFF2-40B4-BE49-F238E27FC236}">
                <a16:creationId xmlns:a16="http://schemas.microsoft.com/office/drawing/2014/main" id="{7ACEE84B-1066-44EC-AF1C-67EF96520957}"/>
              </a:ext>
            </a:extLst>
          </p:cNvPr>
          <p:cNvSpPr txBox="1"/>
          <p:nvPr/>
        </p:nvSpPr>
        <p:spPr>
          <a:xfrm>
            <a:off x="2038260" y="2194316"/>
            <a:ext cx="216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b="1" dirty="0">
                <a:solidFill>
                  <a:srgbClr val="374151"/>
                </a:solidFill>
                <a:latin typeface="Pretendard-Semi"/>
                <a:ea typeface="Pretendard-Semi"/>
              </a:rPr>
              <a:t>개발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0" name="그림 279">
            <a:extLst>
              <a:ext uri="{FF2B5EF4-FFF2-40B4-BE49-F238E27FC236}">
                <a16:creationId xmlns:a16="http://schemas.microsoft.com/office/drawing/2014/main" id="{7A058908-A240-4438-AC69-C184563DE5FC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7976460" y="1984961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Box 280">
            <a:extLst>
              <a:ext uri="{FF2B5EF4-FFF2-40B4-BE49-F238E27FC236}">
                <a16:creationId xmlns:a16="http://schemas.microsoft.com/office/drawing/2014/main" id="{9E05D370-B352-4512-B179-44A4B2334F6C}"/>
              </a:ext>
            </a:extLst>
          </p:cNvPr>
          <p:cNvSpPr txBox="1"/>
          <p:nvPr/>
        </p:nvSpPr>
        <p:spPr>
          <a:xfrm>
            <a:off x="4956420" y="2194316"/>
            <a:ext cx="324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b="1" dirty="0">
                <a:solidFill>
                  <a:srgbClr val="374151"/>
                </a:solidFill>
                <a:latin typeface="Pretendard-Semi"/>
                <a:ea typeface="Pretendard-Semi"/>
              </a:rPr>
              <a:t>테스트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2" name="그림 281">
            <a:extLst>
              <a:ext uri="{FF2B5EF4-FFF2-40B4-BE49-F238E27FC236}">
                <a16:creationId xmlns:a16="http://schemas.microsoft.com/office/drawing/2014/main" id="{62378A6A-71F9-4FF3-BEDC-4F63C7FE1339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10450020" y="1984961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Box 282">
            <a:extLst>
              <a:ext uri="{FF2B5EF4-FFF2-40B4-BE49-F238E27FC236}">
                <a16:creationId xmlns:a16="http://schemas.microsoft.com/office/drawing/2014/main" id="{DBC7C1D8-46F6-48E9-87F0-D5D5F5DC42E9}"/>
              </a:ext>
            </a:extLst>
          </p:cNvPr>
          <p:cNvSpPr txBox="1"/>
          <p:nvPr/>
        </p:nvSpPr>
        <p:spPr>
          <a:xfrm>
            <a:off x="7975020" y="2194316"/>
            <a:ext cx="216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b="1" dirty="0">
                <a:solidFill>
                  <a:srgbClr val="374151"/>
                </a:solidFill>
                <a:latin typeface="Pretendard-Semi"/>
                <a:ea typeface="Pretendard-Semi"/>
              </a:rPr>
              <a:t>배포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B5161D22-6706-4406-9202-6980AAE9A2EC}"/>
              </a:ext>
            </a:extLst>
          </p:cNvPr>
          <p:cNvSpPr txBox="1"/>
          <p:nvPr/>
        </p:nvSpPr>
        <p:spPr>
          <a:xfrm>
            <a:off x="10348140" y="2202629"/>
            <a:ext cx="432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b="1" dirty="0">
                <a:solidFill>
                  <a:srgbClr val="374151"/>
                </a:solidFill>
                <a:latin typeface="Pretendard-Semi"/>
                <a:ea typeface="Pretendard-Semi"/>
              </a:rPr>
              <a:t>모니터링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8856388-0B5D-8E4C-7512-6457E58D11B4}"/>
              </a:ext>
            </a:extLst>
          </p:cNvPr>
          <p:cNvGrpSpPr/>
          <p:nvPr/>
        </p:nvGrpSpPr>
        <p:grpSpPr>
          <a:xfrm>
            <a:off x="1015980" y="5786962"/>
            <a:ext cx="10160040" cy="468360"/>
            <a:chOff x="1140420" y="5695522"/>
            <a:chExt cx="10160040" cy="468360"/>
          </a:xfrm>
        </p:grpSpPr>
        <p:sp>
          <p:nvSpPr>
            <p:cNvPr id="289" name="자유형 381">
              <a:extLst>
                <a:ext uri="{FF2B5EF4-FFF2-40B4-BE49-F238E27FC236}">
                  <a16:creationId xmlns:a16="http://schemas.microsoft.com/office/drawing/2014/main" id="{85CA7F48-E8C3-4CE9-B7A9-80C4D594D86B}"/>
                </a:ext>
              </a:extLst>
            </p:cNvPr>
            <p:cNvSpPr/>
            <p:nvPr/>
          </p:nvSpPr>
          <p:spPr>
            <a:xfrm>
              <a:off x="1156980" y="5695522"/>
              <a:ext cx="10143480" cy="468360"/>
            </a:xfrm>
            <a:custGeom>
              <a:avLst/>
              <a:gdLst/>
              <a:ahLst/>
              <a:cxnLst/>
              <a:rect l="0" t="0" r="r" b="b"/>
              <a:pathLst>
                <a:path w="27439" h="1301">
                  <a:moveTo>
                    <a:pt x="0" y="1115"/>
                  </a:moveTo>
                  <a:lnTo>
                    <a:pt x="0" y="186"/>
                  </a:lnTo>
                  <a:cubicBezTo>
                    <a:pt x="0" y="174"/>
                    <a:pt x="1" y="162"/>
                    <a:pt x="3" y="150"/>
                  </a:cubicBezTo>
                  <a:cubicBezTo>
                    <a:pt x="5" y="138"/>
                    <a:pt x="7" y="126"/>
                    <a:pt x="11" y="115"/>
                  </a:cubicBezTo>
                  <a:cubicBezTo>
                    <a:pt x="14" y="104"/>
                    <a:pt x="19" y="93"/>
                    <a:pt x="24" y="83"/>
                  </a:cubicBezTo>
                  <a:cubicBezTo>
                    <a:pt x="29" y="73"/>
                    <a:pt x="34" y="63"/>
                    <a:pt x="41" y="55"/>
                  </a:cubicBezTo>
                  <a:cubicBezTo>
                    <a:pt x="47" y="46"/>
                    <a:pt x="54" y="38"/>
                    <a:pt x="62" y="31"/>
                  </a:cubicBezTo>
                  <a:cubicBezTo>
                    <a:pt x="70" y="25"/>
                    <a:pt x="78" y="19"/>
                    <a:pt x="86" y="14"/>
                  </a:cubicBezTo>
                  <a:cubicBezTo>
                    <a:pt x="95" y="10"/>
                    <a:pt x="103" y="6"/>
                    <a:pt x="112" y="4"/>
                  </a:cubicBezTo>
                  <a:cubicBezTo>
                    <a:pt x="121" y="1"/>
                    <a:pt x="130" y="0"/>
                    <a:pt x="139" y="0"/>
                  </a:cubicBezTo>
                  <a:lnTo>
                    <a:pt x="27253" y="0"/>
                  </a:lnTo>
                  <a:cubicBezTo>
                    <a:pt x="27265" y="0"/>
                    <a:pt x="27278" y="1"/>
                    <a:pt x="27290" y="4"/>
                  </a:cubicBezTo>
                  <a:cubicBezTo>
                    <a:pt x="27301" y="6"/>
                    <a:pt x="27313" y="10"/>
                    <a:pt x="27324" y="14"/>
                  </a:cubicBezTo>
                  <a:cubicBezTo>
                    <a:pt x="27336" y="19"/>
                    <a:pt x="27346" y="25"/>
                    <a:pt x="27356" y="31"/>
                  </a:cubicBezTo>
                  <a:cubicBezTo>
                    <a:pt x="27367" y="38"/>
                    <a:pt x="27376" y="46"/>
                    <a:pt x="27385" y="55"/>
                  </a:cubicBezTo>
                  <a:cubicBezTo>
                    <a:pt x="27393" y="63"/>
                    <a:pt x="27401" y="73"/>
                    <a:pt x="27408" y="83"/>
                  </a:cubicBezTo>
                  <a:cubicBezTo>
                    <a:pt x="27414" y="93"/>
                    <a:pt x="27420" y="104"/>
                    <a:pt x="27425" y="115"/>
                  </a:cubicBezTo>
                  <a:cubicBezTo>
                    <a:pt x="27430" y="126"/>
                    <a:pt x="27433" y="138"/>
                    <a:pt x="27435" y="150"/>
                  </a:cubicBezTo>
                  <a:cubicBezTo>
                    <a:pt x="27438" y="162"/>
                    <a:pt x="27439" y="174"/>
                    <a:pt x="27439" y="186"/>
                  </a:cubicBezTo>
                  <a:lnTo>
                    <a:pt x="27439" y="1115"/>
                  </a:lnTo>
                  <a:cubicBezTo>
                    <a:pt x="27439" y="1128"/>
                    <a:pt x="27438" y="1140"/>
                    <a:pt x="27435" y="1152"/>
                  </a:cubicBezTo>
                  <a:cubicBezTo>
                    <a:pt x="27433" y="1164"/>
                    <a:pt x="27430" y="1175"/>
                    <a:pt x="27425" y="1186"/>
                  </a:cubicBezTo>
                  <a:cubicBezTo>
                    <a:pt x="27420" y="1198"/>
                    <a:pt x="27414" y="1208"/>
                    <a:pt x="27408" y="1219"/>
                  </a:cubicBezTo>
                  <a:cubicBezTo>
                    <a:pt x="27401" y="1229"/>
                    <a:pt x="27393" y="1238"/>
                    <a:pt x="27385" y="1247"/>
                  </a:cubicBezTo>
                  <a:cubicBezTo>
                    <a:pt x="27376" y="1255"/>
                    <a:pt x="27367" y="1263"/>
                    <a:pt x="27356" y="1270"/>
                  </a:cubicBezTo>
                  <a:cubicBezTo>
                    <a:pt x="27346" y="1277"/>
                    <a:pt x="27336" y="1282"/>
                    <a:pt x="27324" y="1287"/>
                  </a:cubicBezTo>
                  <a:cubicBezTo>
                    <a:pt x="27313" y="1292"/>
                    <a:pt x="27301" y="1295"/>
                    <a:pt x="27290" y="1298"/>
                  </a:cubicBezTo>
                  <a:cubicBezTo>
                    <a:pt x="27278" y="1300"/>
                    <a:pt x="27265" y="1301"/>
                    <a:pt x="27253" y="1301"/>
                  </a:cubicBezTo>
                  <a:lnTo>
                    <a:pt x="139" y="1301"/>
                  </a:lnTo>
                  <a:cubicBezTo>
                    <a:pt x="130" y="1301"/>
                    <a:pt x="121" y="1300"/>
                    <a:pt x="112" y="1298"/>
                  </a:cubicBezTo>
                  <a:cubicBezTo>
                    <a:pt x="103" y="1295"/>
                    <a:pt x="95" y="1292"/>
                    <a:pt x="86" y="1287"/>
                  </a:cubicBezTo>
                  <a:cubicBezTo>
                    <a:pt x="78" y="1282"/>
                    <a:pt x="70" y="1277"/>
                    <a:pt x="62" y="1270"/>
                  </a:cubicBezTo>
                  <a:cubicBezTo>
                    <a:pt x="54" y="1263"/>
                    <a:pt x="47" y="1255"/>
                    <a:pt x="41" y="1247"/>
                  </a:cubicBezTo>
                  <a:cubicBezTo>
                    <a:pt x="34" y="1238"/>
                    <a:pt x="29" y="1229"/>
                    <a:pt x="24" y="1219"/>
                  </a:cubicBezTo>
                  <a:cubicBezTo>
                    <a:pt x="19" y="1208"/>
                    <a:pt x="14" y="1198"/>
                    <a:pt x="11" y="1186"/>
                  </a:cubicBezTo>
                  <a:cubicBezTo>
                    <a:pt x="7" y="1175"/>
                    <a:pt x="5" y="1164"/>
                    <a:pt x="3" y="1152"/>
                  </a:cubicBezTo>
                  <a:cubicBezTo>
                    <a:pt x="1" y="1140"/>
                    <a:pt x="0" y="1128"/>
                    <a:pt x="0" y="1115"/>
                  </a:cubicBezTo>
                  <a:close/>
                </a:path>
              </a:pathLst>
            </a:custGeom>
            <a:solidFill>
              <a:srgbClr val="EFF6F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90" name="자유형 382">
              <a:extLst>
                <a:ext uri="{FF2B5EF4-FFF2-40B4-BE49-F238E27FC236}">
                  <a16:creationId xmlns:a16="http://schemas.microsoft.com/office/drawing/2014/main" id="{E57A4704-D4D6-4BD3-A6C7-BAD9EC1CC15D}"/>
                </a:ext>
              </a:extLst>
            </p:cNvPr>
            <p:cNvSpPr/>
            <p:nvPr/>
          </p:nvSpPr>
          <p:spPr>
            <a:xfrm>
              <a:off x="1140420" y="5695522"/>
              <a:ext cx="66960" cy="468360"/>
            </a:xfrm>
            <a:custGeom>
              <a:avLst/>
              <a:gdLst/>
              <a:ahLst/>
              <a:cxnLst/>
              <a:rect l="0" t="0" r="r" b="b"/>
              <a:pathLst>
                <a:path w="186" h="1301">
                  <a:moveTo>
                    <a:pt x="0" y="0"/>
                  </a:moveTo>
                  <a:lnTo>
                    <a:pt x="186" y="0"/>
                  </a:lnTo>
                  <a:lnTo>
                    <a:pt x="186" y="1301"/>
                  </a:lnTo>
                  <a:lnTo>
                    <a:pt x="0" y="1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40A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>
                <a:solidFill>
                  <a:srgbClr val="FFFFFF"/>
                </a:solidFill>
                <a:latin typeface="Times New Roman"/>
              </a:endParaRPr>
            </a:p>
          </p:txBody>
        </p:sp>
        <p:pic>
          <p:nvPicPr>
            <p:cNvPr id="291" name="그림 290">
              <a:extLst>
                <a:ext uri="{FF2B5EF4-FFF2-40B4-BE49-F238E27FC236}">
                  <a16:creationId xmlns:a16="http://schemas.microsoft.com/office/drawing/2014/main" id="{5C3403C8-FC3E-4BA2-9327-367FD1410B6F}"/>
                </a:ext>
              </a:extLst>
            </p:cNvPr>
            <p:cNvPicPr/>
            <p:nvPr/>
          </p:nvPicPr>
          <p:blipFill>
            <a:blip r:embed="rId12"/>
            <a:stretch/>
          </p:blipFill>
          <p:spPr>
            <a:xfrm>
              <a:off x="1307460" y="5862922"/>
              <a:ext cx="124920" cy="166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EFA5ED1E-0B23-4163-9551-82BB16766A4E}"/>
                </a:ext>
              </a:extLst>
            </p:cNvPr>
            <p:cNvSpPr txBox="1"/>
            <p:nvPr/>
          </p:nvSpPr>
          <p:spPr>
            <a:xfrm>
              <a:off x="1533180" y="5847442"/>
              <a:ext cx="9433673" cy="16158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050" b="1" dirty="0">
                  <a:solidFill>
                    <a:srgbClr val="374151"/>
                  </a:solidFill>
                  <a:latin typeface="Pretendard-Semi"/>
                  <a:ea typeface="Pretendard-Semi"/>
                </a:rPr>
                <a:t>AI DevOps</a:t>
              </a:r>
              <a:r>
                <a:rPr lang="zh-CN" altLang="en-US" sz="1050" b="1" dirty="0">
                  <a:solidFill>
                    <a:srgbClr val="374151"/>
                  </a:solidFill>
                  <a:latin typeface="Pretendard-Semi"/>
                  <a:ea typeface="Pretendard-Semi"/>
                </a:rPr>
                <a:t>의 차별점</a:t>
              </a:r>
              <a:r>
                <a:rPr lang="en-US" sz="1050" b="1" dirty="0">
                  <a:solidFill>
                    <a:srgbClr val="374151"/>
                  </a:solidFill>
                  <a:latin typeface="Pretendard-Semi"/>
                  <a:ea typeface="Pretendard-Semi"/>
                </a:rPr>
                <a:t>: </a:t>
              </a:r>
              <a:r>
                <a:rPr lang="zh-CN" altLang="en-US" sz="1050" dirty="0">
                  <a:solidFill>
                    <a:srgbClr val="374151"/>
                  </a:solidFill>
                  <a:latin typeface="Pretendard"/>
                  <a:ea typeface="Pretendard"/>
                </a:rPr>
                <a:t>단순한 모델 개발 환경이 아닌</a:t>
              </a:r>
              <a:r>
                <a:rPr lang="en-US" sz="1050" dirty="0">
                  <a:solidFill>
                    <a:srgbClr val="374151"/>
                  </a:solidFill>
                  <a:latin typeface="Pretendard"/>
                  <a:ea typeface="Pretendard"/>
                </a:rPr>
                <a:t>, AI </a:t>
              </a:r>
              <a:r>
                <a:rPr lang="zh-CN" altLang="en-US" sz="1050" dirty="0">
                  <a:solidFill>
                    <a:srgbClr val="374151"/>
                  </a:solidFill>
                  <a:latin typeface="Pretendard"/>
                  <a:ea typeface="Pretendard"/>
                </a:rPr>
                <a:t>모델의 개발부터 운영까지 전체 라이프사이클을 관리하는 통합 플랫폼으로 기업의 </a:t>
              </a:r>
              <a:r>
                <a:rPr lang="en-US" sz="1050" dirty="0">
                  <a:solidFill>
                    <a:srgbClr val="374151"/>
                  </a:solidFill>
                  <a:latin typeface="Pretendard"/>
                  <a:ea typeface="Pretendard"/>
                </a:rPr>
                <a:t>AI </a:t>
              </a:r>
              <a:r>
                <a:rPr lang="zh-CN" altLang="en-US" sz="1050" dirty="0">
                  <a:solidFill>
                    <a:srgbClr val="374151"/>
                  </a:solidFill>
                  <a:latin typeface="Pretendard"/>
                  <a:ea typeface="Pretendard"/>
                </a:rPr>
                <a:t>역량을 극대화합니다</a:t>
              </a:r>
              <a:r>
                <a:rPr lang="en-US" sz="1050" dirty="0">
                  <a:solidFill>
                    <a:srgbClr val="374151"/>
                  </a:solidFill>
                  <a:latin typeface="Pretendard"/>
                  <a:ea typeface="Pretendard"/>
                </a:rPr>
                <a:t>.</a:t>
              </a:r>
              <a:endParaRPr lang="en-US" sz="1050" dirty="0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3882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BD5BC-538E-401F-91D4-10985BC5C7F7}"/>
              </a:ext>
            </a:extLst>
          </p:cNvPr>
          <p:cNvSpPr txBox="1"/>
          <p:nvPr/>
        </p:nvSpPr>
        <p:spPr>
          <a:xfrm>
            <a:off x="480941" y="389520"/>
            <a:ext cx="3674083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 dirty="0">
                <a:solidFill>
                  <a:srgbClr val="1F2937"/>
                </a:solidFill>
                <a:latin typeface="Pretendard"/>
                <a:ea typeface="Pretendard"/>
              </a:rPr>
              <a:t>기능 구성</a:t>
            </a:r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(1/2)</a:t>
            </a:r>
            <a:endParaRPr lang="en-US" sz="237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8863F59A-1733-46AF-9B35-FA8A798017D1}"/>
              </a:ext>
            </a:extLst>
          </p:cNvPr>
          <p:cNvSpPr txBox="1"/>
          <p:nvPr/>
        </p:nvSpPr>
        <p:spPr>
          <a:xfrm>
            <a:off x="531772" y="985827"/>
            <a:ext cx="10441028" cy="39401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16"/>
              </a:lnSpc>
            </a:pPr>
            <a:r>
              <a:rPr lang="en-US" altLang="ko-KR" sz="1180" dirty="0" err="1">
                <a:solidFill>
                  <a:srgbClr val="374151"/>
                </a:solidFill>
                <a:latin typeface="Pretendard"/>
                <a:ea typeface="Pretendard"/>
              </a:rPr>
              <a:t>MindMesh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는 비주얼 워크플로우 편집기를 통해 </a:t>
            </a:r>
            <a:r>
              <a:rPr lang="en-US" altLang="ko-KR" sz="1180" dirty="0" err="1">
                <a:solidFill>
                  <a:srgbClr val="374151"/>
                </a:solidFill>
                <a:latin typeface="Pretendard"/>
                <a:ea typeface="Pretendard"/>
              </a:rPr>
              <a:t>LLM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이 로컬 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Vector 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자원에 손쉽게 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Retrieval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을 수행하고 결과를 도출할 수 있도록 지원합니다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. 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별도의 채팅 화면 개발 없이도 사용자가 즉시 활용할 수 있는 웹페이지를 제공하며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, API 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연동과 </a:t>
            </a:r>
            <a:r>
              <a:rPr lang="ko-KR" altLang="en-US" sz="1180" dirty="0" err="1">
                <a:solidFill>
                  <a:srgbClr val="374151"/>
                </a:solidFill>
                <a:latin typeface="Pretendard"/>
                <a:ea typeface="Pretendard"/>
              </a:rPr>
              <a:t>임베드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 기능을 통해 타 시스템과도 손쉽게 통합될 수 있습니다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.</a:t>
            </a:r>
            <a:endParaRPr lang="en-US" altLang="ko-KR" sz="118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Rounded Rectangle 13">
            <a:extLst>
              <a:ext uri="{FF2B5EF4-FFF2-40B4-BE49-F238E27FC236}">
                <a16:creationId xmlns:a16="http://schemas.microsoft.com/office/drawing/2014/main" id="{C62F7D97-7E7D-4D48-AFE6-9DF599D3642A}"/>
              </a:ext>
            </a:extLst>
          </p:cNvPr>
          <p:cNvSpPr/>
          <p:nvPr/>
        </p:nvSpPr>
        <p:spPr>
          <a:xfrm>
            <a:off x="480941" y="2101168"/>
            <a:ext cx="5300857" cy="4410547"/>
          </a:xfrm>
          <a:prstGeom prst="roundRect">
            <a:avLst>
              <a:gd name="adj" fmla="val 7632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en-US" kern="0" dirty="0">
              <a:solidFill>
                <a:srgbClr val="936E57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D347BC-7CAA-44EC-8474-854FF5BCE004}"/>
              </a:ext>
            </a:extLst>
          </p:cNvPr>
          <p:cNvSpPr txBox="1"/>
          <p:nvPr/>
        </p:nvSpPr>
        <p:spPr>
          <a:xfrm>
            <a:off x="1680716" y="1690328"/>
            <a:ext cx="2448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u="sng" dirty="0">
                <a:ln w="1905">
                  <a:solidFill>
                    <a:srgbClr val="6E7072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직관적인 워크플로우 편집기</a:t>
            </a:r>
            <a:endParaRPr lang="en-US" altLang="ko-KR" sz="1200" b="1" u="sng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D911B35-CC30-4FAC-B903-F5258C3310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496"/>
          <a:stretch/>
        </p:blipFill>
        <p:spPr>
          <a:xfrm>
            <a:off x="6873132" y="2524680"/>
            <a:ext cx="4099668" cy="199963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B479BCE-B79D-4C7E-99D1-7E5AEC3BCE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21"/>
          <a:stretch/>
        </p:blipFill>
        <p:spPr>
          <a:xfrm>
            <a:off x="759998" y="2292404"/>
            <a:ext cx="4888636" cy="3977110"/>
          </a:xfrm>
          <a:prstGeom prst="rect">
            <a:avLst/>
          </a:prstGeom>
        </p:spPr>
      </p:pic>
      <p:sp>
        <p:nvSpPr>
          <p:cNvPr id="53" name="Rounded Rectangle 13">
            <a:extLst>
              <a:ext uri="{FF2B5EF4-FFF2-40B4-BE49-F238E27FC236}">
                <a16:creationId xmlns:a16="http://schemas.microsoft.com/office/drawing/2014/main" id="{098C7E22-E12D-4D70-B333-316824268857}"/>
              </a:ext>
            </a:extLst>
          </p:cNvPr>
          <p:cNvSpPr/>
          <p:nvPr/>
        </p:nvSpPr>
        <p:spPr>
          <a:xfrm>
            <a:off x="6236040" y="2098148"/>
            <a:ext cx="5460655" cy="4410547"/>
          </a:xfrm>
          <a:prstGeom prst="roundRect">
            <a:avLst>
              <a:gd name="adj" fmla="val 7632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en-US" kern="0" dirty="0">
              <a:solidFill>
                <a:srgbClr val="936E57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D8E223-7163-4A24-A8E2-D12B81C11A8A}"/>
              </a:ext>
            </a:extLst>
          </p:cNvPr>
          <p:cNvSpPr txBox="1"/>
          <p:nvPr/>
        </p:nvSpPr>
        <p:spPr>
          <a:xfrm>
            <a:off x="7514825" y="1684537"/>
            <a:ext cx="2448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u="sng" dirty="0">
                <a:ln w="1905">
                  <a:solidFill>
                    <a:srgbClr val="6E7072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다양한 </a:t>
            </a:r>
            <a:r>
              <a:rPr lang="ko-KR" altLang="en-US" sz="1200" b="1" u="sng" dirty="0" err="1">
                <a:ln w="1905">
                  <a:solidFill>
                    <a:srgbClr val="6E7072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챗봇</a:t>
            </a:r>
            <a:r>
              <a:rPr lang="ko-KR" altLang="en-US" sz="1200" b="1" u="sng" dirty="0">
                <a:ln w="1905">
                  <a:solidFill>
                    <a:srgbClr val="6E7072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에이전트 배포 방식 </a:t>
            </a:r>
            <a:endParaRPr lang="en-US" altLang="ko-KR" sz="1200" b="1" u="sng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74CDC0-246A-4E01-A037-6D36186A4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132" y="4765402"/>
            <a:ext cx="4215078" cy="134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0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BD5BC-538E-401F-91D4-10985BC5C7F7}"/>
              </a:ext>
            </a:extLst>
          </p:cNvPr>
          <p:cNvSpPr txBox="1"/>
          <p:nvPr/>
        </p:nvSpPr>
        <p:spPr>
          <a:xfrm>
            <a:off x="480941" y="389520"/>
            <a:ext cx="3674083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 dirty="0">
                <a:solidFill>
                  <a:srgbClr val="1F2937"/>
                </a:solidFill>
                <a:latin typeface="Pretendard"/>
                <a:ea typeface="Pretendard"/>
              </a:rPr>
              <a:t>기능 구성</a:t>
            </a:r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(2/2)</a:t>
            </a:r>
            <a:endParaRPr lang="en-US" sz="237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8863F59A-1733-46AF-9B35-FA8A798017D1}"/>
              </a:ext>
            </a:extLst>
          </p:cNvPr>
          <p:cNvSpPr txBox="1"/>
          <p:nvPr/>
        </p:nvSpPr>
        <p:spPr>
          <a:xfrm>
            <a:off x="531772" y="985827"/>
            <a:ext cx="10441028" cy="59920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16"/>
              </a:lnSpc>
            </a:pPr>
            <a:r>
              <a:rPr lang="en-US" altLang="ko-KR" sz="1180" dirty="0" err="1">
                <a:solidFill>
                  <a:srgbClr val="374151"/>
                </a:solidFill>
                <a:latin typeface="Pretendard"/>
                <a:ea typeface="Pretendard"/>
              </a:rPr>
              <a:t>MindMesh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는 문서저장소와 모델 관리 기능을 통해 모델 학습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평가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모니터링을 직관적으로 수행할 수 있으며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ko-KR" altLang="en-US" sz="1180" dirty="0" err="1">
                <a:solidFill>
                  <a:srgbClr val="374151"/>
                </a:solidFill>
                <a:latin typeface="Pretendard"/>
                <a:ea typeface="Pretendard"/>
              </a:rPr>
              <a:t>업로드된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 문서를 기반으로 </a:t>
            </a:r>
            <a:r>
              <a:rPr lang="en-US" altLang="ko-KR" sz="1180" dirty="0" err="1">
                <a:solidFill>
                  <a:srgbClr val="374151"/>
                </a:solidFill>
                <a:latin typeface="Pretendard"/>
                <a:ea typeface="Pretendard"/>
              </a:rPr>
              <a:t>LLM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 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활용이 가능하도록 지원합니다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. 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또한 사용자 계정 관리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데이터베이스 및 스토리지 최적화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ko-KR" altLang="en-US" sz="1180" dirty="0">
                <a:solidFill>
                  <a:srgbClr val="374151"/>
                </a:solidFill>
                <a:latin typeface="Pretendard"/>
                <a:ea typeface="Pretendard"/>
              </a:rPr>
              <a:t>실시간 시스템 모니터링과 보안 로그까지 한곳에서 통합적으로 관리할 수 있습니다</a:t>
            </a:r>
            <a:r>
              <a:rPr lang="en-US" altLang="ko-KR" sz="1180" dirty="0">
                <a:solidFill>
                  <a:srgbClr val="374151"/>
                </a:solidFill>
                <a:latin typeface="Pretendard"/>
                <a:ea typeface="Pretendard"/>
              </a:rPr>
              <a:t>.</a:t>
            </a:r>
            <a:endParaRPr lang="en-US" altLang="ko-KR" sz="118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Rounded Rectangle 13">
            <a:extLst>
              <a:ext uri="{FF2B5EF4-FFF2-40B4-BE49-F238E27FC236}">
                <a16:creationId xmlns:a16="http://schemas.microsoft.com/office/drawing/2014/main" id="{C62F7D97-7E7D-4D48-AFE6-9DF599D3642A}"/>
              </a:ext>
            </a:extLst>
          </p:cNvPr>
          <p:cNvSpPr/>
          <p:nvPr/>
        </p:nvSpPr>
        <p:spPr>
          <a:xfrm>
            <a:off x="480941" y="2101168"/>
            <a:ext cx="5300857" cy="4410547"/>
          </a:xfrm>
          <a:prstGeom prst="roundRect">
            <a:avLst>
              <a:gd name="adj" fmla="val 7632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en-US" kern="0" dirty="0">
              <a:solidFill>
                <a:srgbClr val="936E57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D347BC-7CAA-44EC-8474-854FF5BCE004}"/>
              </a:ext>
            </a:extLst>
          </p:cNvPr>
          <p:cNvSpPr txBox="1"/>
          <p:nvPr/>
        </p:nvSpPr>
        <p:spPr>
          <a:xfrm>
            <a:off x="1680716" y="1690328"/>
            <a:ext cx="2448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u="sng" dirty="0">
                <a:ln w="1905">
                  <a:solidFill>
                    <a:srgbClr val="6E7072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문서저장소</a:t>
            </a:r>
            <a:r>
              <a:rPr lang="en-US" altLang="ko-KR" sz="1200" b="1" u="sng" dirty="0">
                <a:ln w="1905">
                  <a:solidFill>
                    <a:srgbClr val="6E7072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/</a:t>
            </a:r>
            <a:r>
              <a:rPr lang="ko-KR" altLang="en-US" sz="1200" b="1" u="sng" dirty="0">
                <a:ln w="1905">
                  <a:solidFill>
                    <a:srgbClr val="6E7072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모델관리</a:t>
            </a:r>
            <a:endParaRPr lang="en-US" altLang="ko-KR" sz="1200" b="1" u="sng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53" name="Rounded Rectangle 13">
            <a:extLst>
              <a:ext uri="{FF2B5EF4-FFF2-40B4-BE49-F238E27FC236}">
                <a16:creationId xmlns:a16="http://schemas.microsoft.com/office/drawing/2014/main" id="{098C7E22-E12D-4D70-B333-316824268857}"/>
              </a:ext>
            </a:extLst>
          </p:cNvPr>
          <p:cNvSpPr/>
          <p:nvPr/>
        </p:nvSpPr>
        <p:spPr>
          <a:xfrm>
            <a:off x="6236040" y="2098148"/>
            <a:ext cx="5460655" cy="4410547"/>
          </a:xfrm>
          <a:prstGeom prst="roundRect">
            <a:avLst>
              <a:gd name="adj" fmla="val 7632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en-US" kern="0" dirty="0">
              <a:solidFill>
                <a:srgbClr val="936E57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D8E223-7163-4A24-A8E2-D12B81C11A8A}"/>
              </a:ext>
            </a:extLst>
          </p:cNvPr>
          <p:cNvSpPr txBox="1"/>
          <p:nvPr/>
        </p:nvSpPr>
        <p:spPr>
          <a:xfrm>
            <a:off x="7514825" y="1684537"/>
            <a:ext cx="2448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u="sng" dirty="0">
                <a:ln w="1905">
                  <a:solidFill>
                    <a:srgbClr val="6E7072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다양한 관리자 기능</a:t>
            </a:r>
            <a:endParaRPr lang="en-US" altLang="ko-KR" sz="1200" b="1" u="sng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C336A8-1A33-4248-92DD-296021BCE4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6"/>
          <a:stretch/>
        </p:blipFill>
        <p:spPr>
          <a:xfrm>
            <a:off x="762249" y="2302737"/>
            <a:ext cx="4738240" cy="15916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BDA1D9D-66E6-493D-8F65-A24AF49DD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56" y="4096386"/>
            <a:ext cx="1741254" cy="20712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DFC292-D3D4-47EB-B42F-9782F6796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625" y="4000335"/>
            <a:ext cx="1952747" cy="23663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F3066EF-FA11-4A93-8D9B-652D8B813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172" y="2302737"/>
            <a:ext cx="1530172" cy="16975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0ED7A1-C23B-4406-A938-D3FD77127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0188" y="2302737"/>
            <a:ext cx="1485731" cy="12989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A543BEA-CE87-4577-A486-8FD58CD523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3401" y="2302737"/>
            <a:ext cx="1485731" cy="20295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877BB43-F628-4E5C-AE2D-D77E88CB4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4549" y="4297888"/>
            <a:ext cx="1530172" cy="177121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4B3A154-D44A-4344-A31C-CBAB7164F7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9760" y="4297888"/>
            <a:ext cx="1693213" cy="202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35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BD5BC-538E-401F-91D4-10985BC5C7F7}"/>
              </a:ext>
            </a:extLst>
          </p:cNvPr>
          <p:cNvSpPr txBox="1"/>
          <p:nvPr/>
        </p:nvSpPr>
        <p:spPr>
          <a:xfrm>
            <a:off x="480941" y="389520"/>
            <a:ext cx="2558393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 dirty="0">
                <a:solidFill>
                  <a:srgbClr val="1F2937"/>
                </a:solidFill>
                <a:latin typeface="Pretendard"/>
                <a:ea typeface="Pretendard"/>
              </a:rPr>
              <a:t>특장점</a:t>
            </a:r>
            <a:endParaRPr lang="en-US" sz="237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8863F59A-1733-46AF-9B35-FA8A798017D1}"/>
              </a:ext>
            </a:extLst>
          </p:cNvPr>
          <p:cNvSpPr txBox="1"/>
          <p:nvPr/>
        </p:nvSpPr>
        <p:spPr>
          <a:xfrm>
            <a:off x="531771" y="985827"/>
            <a:ext cx="10790885" cy="394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16"/>
              </a:lnSpc>
            </a:pPr>
            <a:r>
              <a:rPr lang="ko-KR" altLang="en-US" sz="1200" dirty="0">
                <a:solidFill>
                  <a:srgbClr val="374151"/>
                </a:solidFill>
                <a:latin typeface="Pretendard"/>
                <a:ea typeface="Pretendard"/>
              </a:rPr>
              <a:t>다양하게 검증된 </a:t>
            </a:r>
            <a:r>
              <a:rPr lang="zh-CN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 </a:t>
            </a:r>
            <a:r>
              <a:rPr lang="en-US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기술 플랫폼을 기반으로</a:t>
            </a:r>
            <a:r>
              <a:rPr lang="en-US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, </a:t>
            </a:r>
            <a:r>
              <a:rPr lang="zh-CN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기업이 데이터 </a:t>
            </a:r>
            <a:r>
              <a:rPr lang="ko-KR" altLang="en-US" sz="1200" dirty="0">
                <a:solidFill>
                  <a:srgbClr val="374151"/>
                </a:solidFill>
                <a:latin typeface="Pretendard"/>
                <a:ea typeface="Pretendard"/>
              </a:rPr>
              <a:t>통제권</a:t>
            </a:r>
            <a:r>
              <a:rPr lang="zh-CN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을 지키면서도 </a:t>
            </a:r>
            <a:r>
              <a:rPr lang="en-US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AI</a:t>
            </a:r>
            <a:r>
              <a:rPr lang="zh-CN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의 모든 잠재력을 활용할 수 있는 안전하고 신뢰도 높은 </a:t>
            </a:r>
            <a:r>
              <a:rPr lang="ko-KR" altLang="en-US" sz="1200" dirty="0">
                <a:solidFill>
                  <a:srgbClr val="374151"/>
                </a:solidFill>
                <a:latin typeface="Pretendard"/>
                <a:ea typeface="Pretendard"/>
              </a:rPr>
              <a:t>솔루션 입니다</a:t>
            </a:r>
            <a:r>
              <a:rPr lang="en-US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.</a:t>
            </a:r>
          </a:p>
          <a:p>
            <a:pPr>
              <a:lnSpc>
                <a:spcPts val="1616"/>
              </a:lnSpc>
            </a:pPr>
            <a:r>
              <a:rPr lang="ko-KR" altLang="en-US" sz="1200" dirty="0">
                <a:solidFill>
                  <a:srgbClr val="374151"/>
                </a:solidFill>
                <a:latin typeface="Pretendard"/>
                <a:ea typeface="Pretendard"/>
              </a:rPr>
              <a:t>다만 필요에 따라 외부 장비의 </a:t>
            </a:r>
            <a:r>
              <a:rPr lang="en-US" altLang="ko-KR" sz="1200" dirty="0" err="1">
                <a:solidFill>
                  <a:srgbClr val="374151"/>
                </a:solidFill>
                <a:latin typeface="Pretendard"/>
                <a:ea typeface="Pretendard"/>
              </a:rPr>
              <a:t>LLM</a:t>
            </a:r>
            <a:r>
              <a:rPr lang="en-US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 </a:t>
            </a:r>
            <a:r>
              <a:rPr lang="ko-KR" altLang="en-US" sz="1200" dirty="0">
                <a:solidFill>
                  <a:srgbClr val="374151"/>
                </a:solidFill>
                <a:latin typeface="Pretendard"/>
                <a:ea typeface="Pretendard"/>
              </a:rPr>
              <a:t>모델을 호출 하거나 </a:t>
            </a:r>
            <a:r>
              <a:rPr lang="en-US" altLang="ko-KR" sz="1200" dirty="0" err="1">
                <a:solidFill>
                  <a:srgbClr val="374151"/>
                </a:solidFill>
                <a:latin typeface="Pretendard"/>
                <a:ea typeface="Pretendard"/>
              </a:rPr>
              <a:t>OpenAI</a:t>
            </a:r>
            <a:r>
              <a:rPr lang="en-US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 </a:t>
            </a:r>
            <a:r>
              <a:rPr lang="en-US" altLang="ko-KR" sz="1200" dirty="0" err="1">
                <a:solidFill>
                  <a:srgbClr val="374151"/>
                </a:solidFill>
                <a:latin typeface="Pretendard"/>
                <a:ea typeface="Pretendard"/>
              </a:rPr>
              <a:t>ChatGPT</a:t>
            </a:r>
            <a:r>
              <a:rPr lang="en-US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 </a:t>
            </a:r>
            <a:r>
              <a:rPr lang="ko-KR" altLang="en-US" sz="1200" dirty="0">
                <a:solidFill>
                  <a:srgbClr val="374151"/>
                </a:solidFill>
                <a:latin typeface="Pretendard"/>
                <a:ea typeface="Pretendard"/>
              </a:rPr>
              <a:t>와 직접 연동도 즉시 가능 합니다</a:t>
            </a:r>
            <a:r>
              <a:rPr lang="en-US" altLang="ko-KR" sz="1200" dirty="0">
                <a:solidFill>
                  <a:srgbClr val="374151"/>
                </a:solidFill>
                <a:latin typeface="Pretendard"/>
                <a:ea typeface="Pretendard"/>
              </a:rPr>
              <a:t>.</a:t>
            </a:r>
            <a:endParaRPr lang="en-US" altLang="ko-KR" sz="118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자유형 657">
            <a:extLst>
              <a:ext uri="{FF2B5EF4-FFF2-40B4-BE49-F238E27FC236}">
                <a16:creationId xmlns:a16="http://schemas.microsoft.com/office/drawing/2014/main" id="{8D420BB5-FECC-4F1B-800D-05C90B9F12EE}"/>
              </a:ext>
            </a:extLst>
          </p:cNvPr>
          <p:cNvSpPr/>
          <p:nvPr/>
        </p:nvSpPr>
        <p:spPr>
          <a:xfrm>
            <a:off x="897452" y="3590233"/>
            <a:ext cx="10162080" cy="1354497"/>
          </a:xfrm>
          <a:custGeom>
            <a:avLst/>
            <a:gdLst/>
            <a:ahLst/>
            <a:cxnLst/>
            <a:rect l="0" t="0" r="r" b="b"/>
            <a:pathLst>
              <a:path w="28228" h="4087">
                <a:moveTo>
                  <a:pt x="0" y="3901"/>
                </a:moveTo>
                <a:lnTo>
                  <a:pt x="0" y="186"/>
                </a:lnTo>
                <a:cubicBezTo>
                  <a:pt x="0" y="174"/>
                  <a:pt x="2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9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28043" y="0"/>
                </a:lnTo>
                <a:cubicBezTo>
                  <a:pt x="28055" y="0"/>
                  <a:pt x="28067" y="1"/>
                  <a:pt x="28079" y="4"/>
                </a:cubicBezTo>
                <a:cubicBezTo>
                  <a:pt x="28091" y="6"/>
                  <a:pt x="28102" y="9"/>
                  <a:pt x="28114" y="14"/>
                </a:cubicBezTo>
                <a:cubicBezTo>
                  <a:pt x="28125" y="19"/>
                  <a:pt x="28136" y="25"/>
                  <a:pt x="28146" y="31"/>
                </a:cubicBezTo>
                <a:cubicBezTo>
                  <a:pt x="28156" y="38"/>
                  <a:pt x="28165" y="46"/>
                  <a:pt x="28174" y="54"/>
                </a:cubicBezTo>
                <a:cubicBezTo>
                  <a:pt x="28183" y="63"/>
                  <a:pt x="28190" y="72"/>
                  <a:pt x="28197" y="83"/>
                </a:cubicBezTo>
                <a:cubicBezTo>
                  <a:pt x="28204" y="93"/>
                  <a:pt x="28210" y="103"/>
                  <a:pt x="28214" y="115"/>
                </a:cubicBezTo>
                <a:cubicBezTo>
                  <a:pt x="28219" y="126"/>
                  <a:pt x="28222" y="138"/>
                  <a:pt x="28225" y="149"/>
                </a:cubicBezTo>
                <a:cubicBezTo>
                  <a:pt x="28227" y="161"/>
                  <a:pt x="28228" y="174"/>
                  <a:pt x="28228" y="186"/>
                </a:cubicBezTo>
                <a:lnTo>
                  <a:pt x="28228" y="3901"/>
                </a:lnTo>
                <a:cubicBezTo>
                  <a:pt x="28228" y="3913"/>
                  <a:pt x="28227" y="3925"/>
                  <a:pt x="28225" y="3937"/>
                </a:cubicBezTo>
                <a:cubicBezTo>
                  <a:pt x="28222" y="3949"/>
                  <a:pt x="28219" y="3961"/>
                  <a:pt x="28214" y="3972"/>
                </a:cubicBezTo>
                <a:cubicBezTo>
                  <a:pt x="28210" y="3983"/>
                  <a:pt x="28204" y="3994"/>
                  <a:pt x="28197" y="4004"/>
                </a:cubicBezTo>
                <a:cubicBezTo>
                  <a:pt x="28190" y="4014"/>
                  <a:pt x="28183" y="4023"/>
                  <a:pt x="28174" y="4032"/>
                </a:cubicBezTo>
                <a:cubicBezTo>
                  <a:pt x="28165" y="4041"/>
                  <a:pt x="28156" y="4048"/>
                  <a:pt x="28146" y="4055"/>
                </a:cubicBezTo>
                <a:cubicBezTo>
                  <a:pt x="28136" y="4062"/>
                  <a:pt x="28125" y="4068"/>
                  <a:pt x="28114" y="4072"/>
                </a:cubicBezTo>
                <a:cubicBezTo>
                  <a:pt x="28102" y="4077"/>
                  <a:pt x="28091" y="4081"/>
                  <a:pt x="28079" y="4083"/>
                </a:cubicBezTo>
                <a:cubicBezTo>
                  <a:pt x="28067" y="4085"/>
                  <a:pt x="28055" y="4087"/>
                  <a:pt x="28043" y="4087"/>
                </a:cubicBezTo>
                <a:lnTo>
                  <a:pt x="186" y="4087"/>
                </a:lnTo>
                <a:cubicBezTo>
                  <a:pt x="174" y="4087"/>
                  <a:pt x="162" y="4085"/>
                  <a:pt x="150" y="4083"/>
                </a:cubicBezTo>
                <a:cubicBezTo>
                  <a:pt x="138" y="4081"/>
                  <a:pt x="126" y="4077"/>
                  <a:pt x="115" y="4072"/>
                </a:cubicBezTo>
                <a:cubicBezTo>
                  <a:pt x="104" y="4068"/>
                  <a:pt x="93" y="4062"/>
                  <a:pt x="83" y="4055"/>
                </a:cubicBezTo>
                <a:cubicBezTo>
                  <a:pt x="73" y="4048"/>
                  <a:pt x="63" y="4041"/>
                  <a:pt x="55" y="4032"/>
                </a:cubicBezTo>
                <a:cubicBezTo>
                  <a:pt x="46" y="4023"/>
                  <a:pt x="38" y="4014"/>
                  <a:pt x="32" y="4004"/>
                </a:cubicBezTo>
                <a:cubicBezTo>
                  <a:pt x="25" y="3994"/>
                  <a:pt x="19" y="3983"/>
                  <a:pt x="14" y="3972"/>
                </a:cubicBezTo>
                <a:cubicBezTo>
                  <a:pt x="10" y="3961"/>
                  <a:pt x="6" y="3949"/>
                  <a:pt x="4" y="3937"/>
                </a:cubicBezTo>
                <a:cubicBezTo>
                  <a:pt x="2" y="3925"/>
                  <a:pt x="0" y="3913"/>
                  <a:pt x="0" y="39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51" name="그림 450">
            <a:extLst>
              <a:ext uri="{FF2B5EF4-FFF2-40B4-BE49-F238E27FC236}">
                <a16:creationId xmlns:a16="http://schemas.microsoft.com/office/drawing/2014/main" id="{9BC5094D-06C5-4345-85F5-74EBC8C1DD4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98332" y="3774283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자유형 664">
            <a:extLst>
              <a:ext uri="{FF2B5EF4-FFF2-40B4-BE49-F238E27FC236}">
                <a16:creationId xmlns:a16="http://schemas.microsoft.com/office/drawing/2014/main" id="{3E3EE043-1211-47F2-BA2A-05544C2F99D8}"/>
              </a:ext>
            </a:extLst>
          </p:cNvPr>
          <p:cNvSpPr/>
          <p:nvPr/>
        </p:nvSpPr>
        <p:spPr>
          <a:xfrm>
            <a:off x="1097972" y="4075243"/>
            <a:ext cx="3167640" cy="735480"/>
          </a:xfrm>
          <a:custGeom>
            <a:avLst/>
            <a:gdLst/>
            <a:ahLst/>
            <a:cxnLst/>
            <a:rect l="0" t="0" r="r" b="b"/>
            <a:pathLst>
              <a:path w="8799" h="2043">
                <a:moveTo>
                  <a:pt x="0" y="1951"/>
                </a:moveTo>
                <a:lnTo>
                  <a:pt x="0" y="92"/>
                </a:ln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8706" y="0"/>
                </a:lnTo>
                <a:cubicBezTo>
                  <a:pt x="8719" y="0"/>
                  <a:pt x="8730" y="2"/>
                  <a:pt x="8742" y="7"/>
                </a:cubicBezTo>
                <a:cubicBezTo>
                  <a:pt x="8753" y="11"/>
                  <a:pt x="8763" y="18"/>
                  <a:pt x="8772" y="27"/>
                </a:cubicBezTo>
                <a:cubicBezTo>
                  <a:pt x="8781" y="36"/>
                  <a:pt x="8787" y="46"/>
                  <a:pt x="8792" y="57"/>
                </a:cubicBezTo>
                <a:cubicBezTo>
                  <a:pt x="8797" y="68"/>
                  <a:pt x="8799" y="80"/>
                  <a:pt x="8799" y="92"/>
                </a:cubicBezTo>
                <a:lnTo>
                  <a:pt x="8799" y="1951"/>
                </a:lnTo>
                <a:cubicBezTo>
                  <a:pt x="8799" y="1963"/>
                  <a:pt x="8797" y="1975"/>
                  <a:pt x="8792" y="1986"/>
                </a:cubicBezTo>
                <a:cubicBezTo>
                  <a:pt x="8787" y="1997"/>
                  <a:pt x="8781" y="2007"/>
                  <a:pt x="8772" y="2016"/>
                </a:cubicBezTo>
                <a:cubicBezTo>
                  <a:pt x="8763" y="2025"/>
                  <a:pt x="8753" y="2032"/>
                  <a:pt x="8742" y="2036"/>
                </a:cubicBezTo>
                <a:cubicBezTo>
                  <a:pt x="8730" y="2041"/>
                  <a:pt x="8719" y="2043"/>
                  <a:pt x="8706" y="2043"/>
                </a:cubicBezTo>
                <a:lnTo>
                  <a:pt x="93" y="2043"/>
                </a:lnTo>
                <a:cubicBezTo>
                  <a:pt x="81" y="2043"/>
                  <a:pt x="69" y="2041"/>
                  <a:pt x="58" y="2036"/>
                </a:cubicBezTo>
                <a:cubicBezTo>
                  <a:pt x="46" y="2032"/>
                  <a:pt x="36" y="2025"/>
                  <a:pt x="28" y="2016"/>
                </a:cubicBezTo>
                <a:cubicBezTo>
                  <a:pt x="19" y="2007"/>
                  <a:pt x="12" y="1997"/>
                  <a:pt x="7" y="1986"/>
                </a:cubicBezTo>
                <a:cubicBezTo>
                  <a:pt x="3" y="1975"/>
                  <a:pt x="0" y="1963"/>
                  <a:pt x="0" y="1951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F2A5AB1-1AD3-48A5-A842-7A1235A3CC45}"/>
              </a:ext>
            </a:extLst>
          </p:cNvPr>
          <p:cNvSpPr txBox="1"/>
          <p:nvPr/>
        </p:nvSpPr>
        <p:spPr>
          <a:xfrm>
            <a:off x="1374092" y="3761323"/>
            <a:ext cx="4258153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ko-KR" altLang="en-US" sz="132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en-US" altLang="ko-KR" sz="1320" b="1" dirty="0">
                <a:solidFill>
                  <a:srgbClr val="1F2937"/>
                </a:solidFill>
                <a:latin typeface="Pretendard"/>
                <a:ea typeface="Pretendard"/>
              </a:rPr>
              <a:t>&amp;</a:t>
            </a:r>
            <a:r>
              <a:rPr lang="ko-KR" altLang="en-US" sz="132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en-US" altLang="ko-KR" sz="1320" b="1" dirty="0">
                <a:solidFill>
                  <a:srgbClr val="1F2937"/>
                </a:solidFill>
                <a:latin typeface="Pretendard"/>
                <a:ea typeface="Pretendard"/>
              </a:rPr>
              <a:t>O</a:t>
            </a:r>
            <a:r>
              <a:rPr lang="en-US" sz="1320" b="1" dirty="0">
                <a:solidFill>
                  <a:srgbClr val="1F2937"/>
                </a:solidFill>
                <a:latin typeface="Pretendard"/>
                <a:ea typeface="Pretendard"/>
              </a:rPr>
              <a:t>ps (Private </a:t>
            </a:r>
            <a:r>
              <a:rPr lang="en-US" sz="1320" b="1" dirty="0" err="1">
                <a:solidFill>
                  <a:srgbClr val="1F2937"/>
                </a:solidFill>
                <a:latin typeface="Pretendard"/>
                <a:ea typeface="Pretendard"/>
              </a:rPr>
              <a:t>sLLM</a:t>
            </a:r>
            <a:r>
              <a:rPr lang="en-US" sz="1320" b="1" dirty="0">
                <a:solidFill>
                  <a:srgbClr val="1F2937"/>
                </a:solidFill>
                <a:latin typeface="Pretendard"/>
                <a:ea typeface="Pretendard"/>
              </a:rPr>
              <a:t>) vs. Public LLM </a:t>
            </a:r>
            <a:r>
              <a:rPr lang="zh-CN" altLang="en-US" sz="1320" b="1" dirty="0">
                <a:solidFill>
                  <a:srgbClr val="1F2937"/>
                </a:solidFill>
                <a:latin typeface="Pretendard"/>
                <a:ea typeface="Pretendard"/>
              </a:rPr>
              <a:t>비교</a:t>
            </a:r>
            <a:endParaRPr lang="en-US" sz="132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D87FEEB-3F26-4AAB-A013-31F895E5BDB6}"/>
              </a:ext>
            </a:extLst>
          </p:cNvPr>
          <p:cNvSpPr txBox="1"/>
          <p:nvPr/>
        </p:nvSpPr>
        <p:spPr>
          <a:xfrm>
            <a:off x="1198412" y="4192243"/>
            <a:ext cx="216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b="1">
                <a:solidFill>
                  <a:srgbClr val="1E40AF"/>
                </a:solidFill>
                <a:latin typeface="Pretendard-Semi"/>
                <a:ea typeface="Pretendard-Semi"/>
              </a:rPr>
              <a:t>환경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372545F6-B7D9-4E5F-9E40-4A91F7C5972C}"/>
              </a:ext>
            </a:extLst>
          </p:cNvPr>
          <p:cNvSpPr txBox="1"/>
          <p:nvPr/>
        </p:nvSpPr>
        <p:spPr>
          <a:xfrm>
            <a:off x="1198412" y="4392763"/>
            <a:ext cx="1941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4B5563"/>
                </a:solidFill>
                <a:latin typeface="Pretendard"/>
                <a:ea typeface="Pretendard"/>
              </a:rPr>
              <a:t>온프레미스 또는 프라이빗 클라우드 구축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자유형 668">
            <a:extLst>
              <a:ext uri="{FF2B5EF4-FFF2-40B4-BE49-F238E27FC236}">
                <a16:creationId xmlns:a16="http://schemas.microsoft.com/office/drawing/2014/main" id="{8B9F94D0-5744-413D-83BB-BA78E5A42C1D}"/>
              </a:ext>
            </a:extLst>
          </p:cNvPr>
          <p:cNvSpPr/>
          <p:nvPr/>
        </p:nvSpPr>
        <p:spPr>
          <a:xfrm>
            <a:off x="4399172" y="4075243"/>
            <a:ext cx="3159000" cy="735480"/>
          </a:xfrm>
          <a:custGeom>
            <a:avLst/>
            <a:gdLst/>
            <a:ahLst/>
            <a:cxnLst/>
            <a:rect l="0" t="0" r="r" b="b"/>
            <a:pathLst>
              <a:path w="8775" h="2043">
                <a:moveTo>
                  <a:pt x="0" y="1951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8682" y="0"/>
                </a:lnTo>
                <a:cubicBezTo>
                  <a:pt x="8695" y="0"/>
                  <a:pt x="8706" y="2"/>
                  <a:pt x="8718" y="7"/>
                </a:cubicBezTo>
                <a:cubicBezTo>
                  <a:pt x="8729" y="11"/>
                  <a:pt x="8739" y="18"/>
                  <a:pt x="8748" y="27"/>
                </a:cubicBezTo>
                <a:cubicBezTo>
                  <a:pt x="8757" y="36"/>
                  <a:pt x="8763" y="46"/>
                  <a:pt x="8768" y="57"/>
                </a:cubicBezTo>
                <a:cubicBezTo>
                  <a:pt x="8773" y="68"/>
                  <a:pt x="8775" y="80"/>
                  <a:pt x="8775" y="92"/>
                </a:cubicBezTo>
                <a:lnTo>
                  <a:pt x="8775" y="1951"/>
                </a:lnTo>
                <a:cubicBezTo>
                  <a:pt x="8775" y="1963"/>
                  <a:pt x="8773" y="1975"/>
                  <a:pt x="8768" y="1986"/>
                </a:cubicBezTo>
                <a:cubicBezTo>
                  <a:pt x="8763" y="1997"/>
                  <a:pt x="8757" y="2007"/>
                  <a:pt x="8748" y="2016"/>
                </a:cubicBezTo>
                <a:cubicBezTo>
                  <a:pt x="8739" y="2025"/>
                  <a:pt x="8729" y="2032"/>
                  <a:pt x="8718" y="2036"/>
                </a:cubicBezTo>
                <a:cubicBezTo>
                  <a:pt x="8706" y="2041"/>
                  <a:pt x="8695" y="2043"/>
                  <a:pt x="8682" y="2043"/>
                </a:cubicBezTo>
                <a:lnTo>
                  <a:pt x="92" y="2043"/>
                </a:lnTo>
                <a:cubicBezTo>
                  <a:pt x="80" y="2043"/>
                  <a:pt x="68" y="2041"/>
                  <a:pt x="57" y="2036"/>
                </a:cubicBezTo>
                <a:cubicBezTo>
                  <a:pt x="46" y="2032"/>
                  <a:pt x="35" y="2025"/>
                  <a:pt x="27" y="2016"/>
                </a:cubicBezTo>
                <a:cubicBezTo>
                  <a:pt x="18" y="2007"/>
                  <a:pt x="11" y="1997"/>
                  <a:pt x="7" y="1986"/>
                </a:cubicBezTo>
                <a:cubicBezTo>
                  <a:pt x="2" y="1975"/>
                  <a:pt x="0" y="1963"/>
                  <a:pt x="0" y="1951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58F9F982-403E-4C8D-949B-1DC4518B77AD}"/>
              </a:ext>
            </a:extLst>
          </p:cNvPr>
          <p:cNvSpPr txBox="1"/>
          <p:nvPr/>
        </p:nvSpPr>
        <p:spPr>
          <a:xfrm>
            <a:off x="1198412" y="4583923"/>
            <a:ext cx="13780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dirty="0">
                <a:solidFill>
                  <a:srgbClr val="6B7280"/>
                </a:solidFill>
                <a:latin typeface="Pretendard"/>
                <a:ea typeface="Pretendard"/>
              </a:rPr>
              <a:t>vs. </a:t>
            </a:r>
            <a:r>
              <a:rPr lang="zh-CN" altLang="en-US" sz="790" dirty="0">
                <a:solidFill>
                  <a:srgbClr val="6B7280"/>
                </a:solidFill>
                <a:latin typeface="Pretendard"/>
                <a:ea typeface="Pretendard"/>
              </a:rPr>
              <a:t>퍼블릭 클라우드 기반 서비스</a:t>
            </a:r>
            <a:endParaRPr lang="en-US" sz="79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9ADDBAA2-A909-40EE-84C1-B99DBCECCECF}"/>
              </a:ext>
            </a:extLst>
          </p:cNvPr>
          <p:cNvSpPr txBox="1"/>
          <p:nvPr/>
        </p:nvSpPr>
        <p:spPr>
          <a:xfrm>
            <a:off x="4496732" y="4192243"/>
            <a:ext cx="216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b="1">
                <a:solidFill>
                  <a:srgbClr val="1E40AF"/>
                </a:solidFill>
                <a:latin typeface="Pretendard-Semi"/>
                <a:ea typeface="Pretendard-Semi"/>
              </a:rPr>
              <a:t>품질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530629D3-3E4C-42B3-B27E-6F8E62117F81}"/>
              </a:ext>
            </a:extLst>
          </p:cNvPr>
          <p:cNvSpPr txBox="1"/>
          <p:nvPr/>
        </p:nvSpPr>
        <p:spPr>
          <a:xfrm>
            <a:off x="4496732" y="4392763"/>
            <a:ext cx="2183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4B5563"/>
                </a:solidFill>
                <a:latin typeface="Pretendard"/>
                <a:ea typeface="Pretendard"/>
              </a:rPr>
              <a:t>고객사 데이터 학습으로 도메인 정확성 극대화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자유형 672">
            <a:extLst>
              <a:ext uri="{FF2B5EF4-FFF2-40B4-BE49-F238E27FC236}">
                <a16:creationId xmlns:a16="http://schemas.microsoft.com/office/drawing/2014/main" id="{B7DFEC03-4D1F-427A-B525-062F49CF0744}"/>
              </a:ext>
            </a:extLst>
          </p:cNvPr>
          <p:cNvSpPr/>
          <p:nvPr/>
        </p:nvSpPr>
        <p:spPr>
          <a:xfrm>
            <a:off x="7691732" y="4075243"/>
            <a:ext cx="3167280" cy="735480"/>
          </a:xfrm>
          <a:custGeom>
            <a:avLst/>
            <a:gdLst/>
            <a:ahLst/>
            <a:cxnLst/>
            <a:rect l="0" t="0" r="r" b="b"/>
            <a:pathLst>
              <a:path w="8798" h="2043">
                <a:moveTo>
                  <a:pt x="0" y="1951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8705" y="0"/>
                </a:lnTo>
                <a:cubicBezTo>
                  <a:pt x="8718" y="0"/>
                  <a:pt x="8730" y="2"/>
                  <a:pt x="8741" y="7"/>
                </a:cubicBezTo>
                <a:cubicBezTo>
                  <a:pt x="8752" y="11"/>
                  <a:pt x="8762" y="18"/>
                  <a:pt x="8771" y="27"/>
                </a:cubicBezTo>
                <a:cubicBezTo>
                  <a:pt x="8780" y="36"/>
                  <a:pt x="8786" y="46"/>
                  <a:pt x="8791" y="57"/>
                </a:cubicBezTo>
                <a:cubicBezTo>
                  <a:pt x="8796" y="68"/>
                  <a:pt x="8798" y="80"/>
                  <a:pt x="8798" y="92"/>
                </a:cubicBezTo>
                <a:lnTo>
                  <a:pt x="8798" y="1951"/>
                </a:lnTo>
                <a:cubicBezTo>
                  <a:pt x="8798" y="1963"/>
                  <a:pt x="8796" y="1975"/>
                  <a:pt x="8791" y="1986"/>
                </a:cubicBezTo>
                <a:cubicBezTo>
                  <a:pt x="8786" y="1997"/>
                  <a:pt x="8780" y="2007"/>
                  <a:pt x="8771" y="2016"/>
                </a:cubicBezTo>
                <a:cubicBezTo>
                  <a:pt x="8762" y="2025"/>
                  <a:pt x="8752" y="2032"/>
                  <a:pt x="8741" y="2036"/>
                </a:cubicBezTo>
                <a:cubicBezTo>
                  <a:pt x="8730" y="2041"/>
                  <a:pt x="8718" y="2043"/>
                  <a:pt x="8705" y="2043"/>
                </a:cubicBezTo>
                <a:lnTo>
                  <a:pt x="92" y="2043"/>
                </a:lnTo>
                <a:cubicBezTo>
                  <a:pt x="80" y="2043"/>
                  <a:pt x="68" y="2041"/>
                  <a:pt x="57" y="2036"/>
                </a:cubicBezTo>
                <a:cubicBezTo>
                  <a:pt x="45" y="2032"/>
                  <a:pt x="35" y="2025"/>
                  <a:pt x="27" y="2016"/>
                </a:cubicBezTo>
                <a:cubicBezTo>
                  <a:pt x="18" y="2007"/>
                  <a:pt x="11" y="1997"/>
                  <a:pt x="7" y="1986"/>
                </a:cubicBezTo>
                <a:cubicBezTo>
                  <a:pt x="2" y="1975"/>
                  <a:pt x="0" y="1963"/>
                  <a:pt x="0" y="1951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B9DB704B-5801-425C-8E48-E2EB44D68EA4}"/>
              </a:ext>
            </a:extLst>
          </p:cNvPr>
          <p:cNvSpPr txBox="1"/>
          <p:nvPr/>
        </p:nvSpPr>
        <p:spPr>
          <a:xfrm>
            <a:off x="4496732" y="4583923"/>
            <a:ext cx="14022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>
                <a:solidFill>
                  <a:srgbClr val="6B7280"/>
                </a:solidFill>
                <a:latin typeface="Pretendard"/>
                <a:ea typeface="Pretendard"/>
              </a:rPr>
              <a:t>vs. </a:t>
            </a:r>
            <a:r>
              <a:rPr lang="zh-CN" altLang="en-US" sz="790">
                <a:solidFill>
                  <a:srgbClr val="6B7280"/>
                </a:solidFill>
                <a:latin typeface="Pretendard"/>
                <a:ea typeface="Pretendard"/>
              </a:rPr>
              <a:t>범용적 지식</a:t>
            </a:r>
            <a:r>
              <a:rPr lang="en-US" sz="790">
                <a:solidFill>
                  <a:srgbClr val="6B7280"/>
                </a:solidFill>
                <a:latin typeface="Pretendard"/>
                <a:ea typeface="Pretendard"/>
              </a:rPr>
              <a:t>, </a:t>
            </a:r>
            <a:r>
              <a:rPr lang="zh-CN" altLang="en-US" sz="790">
                <a:solidFill>
                  <a:srgbClr val="6B7280"/>
                </a:solidFill>
                <a:latin typeface="Pretendard"/>
                <a:ea typeface="Pretendard"/>
              </a:rPr>
              <a:t>특정 분야 한계</a:t>
            </a:r>
            <a:endParaRPr lang="en-US" sz="79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32F952C3-2EF0-4916-8147-03CCA35F9EAA}"/>
              </a:ext>
            </a:extLst>
          </p:cNvPr>
          <p:cNvSpPr txBox="1"/>
          <p:nvPr/>
        </p:nvSpPr>
        <p:spPr>
          <a:xfrm>
            <a:off x="7794692" y="4192243"/>
            <a:ext cx="216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b="1">
                <a:solidFill>
                  <a:srgbClr val="1E40AF"/>
                </a:solidFill>
                <a:latin typeface="Pretendard-Semi"/>
                <a:ea typeface="Pretendard-Semi"/>
              </a:rPr>
              <a:t>보안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6745CC2B-EC51-471E-8FB3-B23E3FEDEA47}"/>
              </a:ext>
            </a:extLst>
          </p:cNvPr>
          <p:cNvSpPr txBox="1"/>
          <p:nvPr/>
        </p:nvSpPr>
        <p:spPr>
          <a:xfrm>
            <a:off x="7794692" y="4392763"/>
            <a:ext cx="2210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4B5563"/>
                </a:solidFill>
                <a:latin typeface="Pretendard"/>
                <a:ea typeface="Pretendard"/>
              </a:rPr>
              <a:t>기업 내부망에서 데이터 처리</a:t>
            </a:r>
            <a:r>
              <a:rPr lang="en-US" sz="920">
                <a:solidFill>
                  <a:srgbClr val="4B5563"/>
                </a:solidFill>
                <a:latin typeface="Pretendard"/>
                <a:ea typeface="Pretendard"/>
              </a:rPr>
              <a:t>, </a:t>
            </a:r>
            <a:r>
              <a:rPr lang="zh-CN" altLang="en-US" sz="920">
                <a:solidFill>
                  <a:srgbClr val="4B5563"/>
                </a:solidFill>
                <a:latin typeface="Pretendard"/>
                <a:ea typeface="Pretendard"/>
              </a:rPr>
              <a:t>외부 유출 차단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BC374DEE-1F6F-4DC9-8553-1B0985C85A51}"/>
              </a:ext>
            </a:extLst>
          </p:cNvPr>
          <p:cNvSpPr txBox="1"/>
          <p:nvPr/>
        </p:nvSpPr>
        <p:spPr>
          <a:xfrm>
            <a:off x="7794692" y="4583923"/>
            <a:ext cx="14932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>
                <a:solidFill>
                  <a:srgbClr val="6B7280"/>
                </a:solidFill>
                <a:latin typeface="Pretendard"/>
                <a:ea typeface="Pretendard"/>
              </a:rPr>
              <a:t>vs. </a:t>
            </a:r>
            <a:r>
              <a:rPr lang="zh-CN" altLang="en-US" sz="790">
                <a:solidFill>
                  <a:srgbClr val="6B7280"/>
                </a:solidFill>
                <a:latin typeface="Pretendard"/>
                <a:ea typeface="Pretendard"/>
              </a:rPr>
              <a:t>데이터 활용 정책으로 유출 위험</a:t>
            </a:r>
            <a:endParaRPr lang="en-US" sz="79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자유형 678">
            <a:extLst>
              <a:ext uri="{FF2B5EF4-FFF2-40B4-BE49-F238E27FC236}">
                <a16:creationId xmlns:a16="http://schemas.microsoft.com/office/drawing/2014/main" id="{11DD4B6E-9802-4F33-BA5F-D91B42EF82D2}"/>
              </a:ext>
            </a:extLst>
          </p:cNvPr>
          <p:cNvSpPr/>
          <p:nvPr/>
        </p:nvSpPr>
        <p:spPr>
          <a:xfrm>
            <a:off x="897452" y="1520340"/>
            <a:ext cx="3251160" cy="1904629"/>
          </a:xfrm>
          <a:custGeom>
            <a:avLst/>
            <a:gdLst/>
            <a:ahLst/>
            <a:cxnLst/>
            <a:rect l="0" t="0" r="r" b="b"/>
            <a:pathLst>
              <a:path w="9031" h="7289">
                <a:moveTo>
                  <a:pt x="0" y="7011"/>
                </a:moveTo>
                <a:lnTo>
                  <a:pt x="0" y="278"/>
                </a:ln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5" y="188"/>
                  <a:pt x="22" y="172"/>
                </a:cubicBezTo>
                <a:cubicBezTo>
                  <a:pt x="29" y="155"/>
                  <a:pt x="37" y="139"/>
                  <a:pt x="47" y="123"/>
                </a:cubicBezTo>
                <a:cubicBezTo>
                  <a:pt x="57" y="108"/>
                  <a:pt x="69" y="94"/>
                  <a:pt x="82" y="81"/>
                </a:cubicBezTo>
                <a:cubicBezTo>
                  <a:pt x="95" y="68"/>
                  <a:pt x="109" y="57"/>
                  <a:pt x="124" y="47"/>
                </a:cubicBezTo>
                <a:cubicBezTo>
                  <a:pt x="139" y="36"/>
                  <a:pt x="155" y="28"/>
                  <a:pt x="172" y="21"/>
                </a:cubicBezTo>
                <a:cubicBezTo>
                  <a:pt x="189" y="14"/>
                  <a:pt x="207" y="9"/>
                  <a:pt x="225" y="5"/>
                </a:cubicBezTo>
                <a:cubicBezTo>
                  <a:pt x="242" y="1"/>
                  <a:pt x="261" y="0"/>
                  <a:pt x="279" y="0"/>
                </a:cubicBezTo>
                <a:lnTo>
                  <a:pt x="8753" y="0"/>
                </a:lnTo>
                <a:cubicBezTo>
                  <a:pt x="8771" y="0"/>
                  <a:pt x="8789" y="1"/>
                  <a:pt x="8807" y="5"/>
                </a:cubicBezTo>
                <a:cubicBezTo>
                  <a:pt x="8825" y="9"/>
                  <a:pt x="8842" y="14"/>
                  <a:pt x="8859" y="21"/>
                </a:cubicBezTo>
                <a:cubicBezTo>
                  <a:pt x="8876" y="28"/>
                  <a:pt x="8892" y="36"/>
                  <a:pt x="8907" y="47"/>
                </a:cubicBezTo>
                <a:cubicBezTo>
                  <a:pt x="8923" y="57"/>
                  <a:pt x="8937" y="68"/>
                  <a:pt x="8950" y="81"/>
                </a:cubicBezTo>
                <a:cubicBezTo>
                  <a:pt x="8963" y="94"/>
                  <a:pt x="8974" y="108"/>
                  <a:pt x="8984" y="123"/>
                </a:cubicBezTo>
                <a:cubicBezTo>
                  <a:pt x="8994" y="139"/>
                  <a:pt x="9003" y="155"/>
                  <a:pt x="9010" y="172"/>
                </a:cubicBezTo>
                <a:cubicBezTo>
                  <a:pt x="9017" y="188"/>
                  <a:pt x="9022" y="206"/>
                  <a:pt x="9026" y="224"/>
                </a:cubicBezTo>
                <a:cubicBezTo>
                  <a:pt x="9029" y="242"/>
                  <a:pt x="9031" y="260"/>
                  <a:pt x="9031" y="278"/>
                </a:cubicBezTo>
                <a:lnTo>
                  <a:pt x="9031" y="7011"/>
                </a:lnTo>
                <a:cubicBezTo>
                  <a:pt x="9031" y="7029"/>
                  <a:pt x="9029" y="7047"/>
                  <a:pt x="9026" y="7065"/>
                </a:cubicBezTo>
                <a:cubicBezTo>
                  <a:pt x="9022" y="7083"/>
                  <a:pt x="9017" y="7101"/>
                  <a:pt x="9010" y="7118"/>
                </a:cubicBezTo>
                <a:cubicBezTo>
                  <a:pt x="9003" y="7134"/>
                  <a:pt x="8994" y="7150"/>
                  <a:pt x="8984" y="7166"/>
                </a:cubicBezTo>
                <a:cubicBezTo>
                  <a:pt x="8974" y="7181"/>
                  <a:pt x="8963" y="7195"/>
                  <a:pt x="8950" y="7208"/>
                </a:cubicBezTo>
                <a:cubicBezTo>
                  <a:pt x="8937" y="7221"/>
                  <a:pt x="8923" y="7232"/>
                  <a:pt x="8907" y="7243"/>
                </a:cubicBezTo>
                <a:cubicBezTo>
                  <a:pt x="8892" y="7253"/>
                  <a:pt x="8876" y="7261"/>
                  <a:pt x="8859" y="7268"/>
                </a:cubicBezTo>
                <a:cubicBezTo>
                  <a:pt x="8842" y="7275"/>
                  <a:pt x="8825" y="7281"/>
                  <a:pt x="8807" y="7284"/>
                </a:cubicBezTo>
                <a:cubicBezTo>
                  <a:pt x="8789" y="7288"/>
                  <a:pt x="8771" y="7289"/>
                  <a:pt x="8753" y="7289"/>
                </a:cubicBezTo>
                <a:lnTo>
                  <a:pt x="279" y="7289"/>
                </a:lnTo>
                <a:cubicBezTo>
                  <a:pt x="261" y="7289"/>
                  <a:pt x="242" y="7288"/>
                  <a:pt x="225" y="7284"/>
                </a:cubicBezTo>
                <a:cubicBezTo>
                  <a:pt x="207" y="7281"/>
                  <a:pt x="189" y="7275"/>
                  <a:pt x="172" y="7268"/>
                </a:cubicBezTo>
                <a:cubicBezTo>
                  <a:pt x="155" y="7261"/>
                  <a:pt x="139" y="7253"/>
                  <a:pt x="124" y="7243"/>
                </a:cubicBezTo>
                <a:cubicBezTo>
                  <a:pt x="109" y="7232"/>
                  <a:pt x="95" y="7221"/>
                  <a:pt x="82" y="7208"/>
                </a:cubicBezTo>
                <a:cubicBezTo>
                  <a:pt x="69" y="7195"/>
                  <a:pt x="57" y="7181"/>
                  <a:pt x="47" y="7166"/>
                </a:cubicBezTo>
                <a:cubicBezTo>
                  <a:pt x="37" y="7150"/>
                  <a:pt x="29" y="7134"/>
                  <a:pt x="22" y="7118"/>
                </a:cubicBezTo>
                <a:cubicBezTo>
                  <a:pt x="15" y="7101"/>
                  <a:pt x="9" y="7083"/>
                  <a:pt x="6" y="7065"/>
                </a:cubicBezTo>
                <a:cubicBezTo>
                  <a:pt x="2" y="7047"/>
                  <a:pt x="0" y="7029"/>
                  <a:pt x="0" y="701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66" name="그림 465">
            <a:extLst>
              <a:ext uri="{FF2B5EF4-FFF2-40B4-BE49-F238E27FC236}">
                <a16:creationId xmlns:a16="http://schemas.microsoft.com/office/drawing/2014/main" id="{0DCD7920-DB79-4B20-B113-8BB368AB85F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98332" y="1719265"/>
            <a:ext cx="584640" cy="58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7" name="그림 466">
            <a:extLst>
              <a:ext uri="{FF2B5EF4-FFF2-40B4-BE49-F238E27FC236}">
                <a16:creationId xmlns:a16="http://schemas.microsoft.com/office/drawing/2014/main" id="{A960D646-C798-446C-A4B6-3C13206FB51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273652" y="1894945"/>
            <a:ext cx="233640" cy="23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그림 467">
            <a:extLst>
              <a:ext uri="{FF2B5EF4-FFF2-40B4-BE49-F238E27FC236}">
                <a16:creationId xmlns:a16="http://schemas.microsoft.com/office/drawing/2014/main" id="{27A235B2-E2E9-4915-9FA4-43AD21089FC0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098332" y="2519392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TextBox 468">
            <a:extLst>
              <a:ext uri="{FF2B5EF4-FFF2-40B4-BE49-F238E27FC236}">
                <a16:creationId xmlns:a16="http://schemas.microsoft.com/office/drawing/2014/main" id="{448B70D6-16B3-4AA2-ADEA-137C7C13B205}"/>
              </a:ext>
            </a:extLst>
          </p:cNvPr>
          <p:cNvSpPr txBox="1"/>
          <p:nvPr/>
        </p:nvSpPr>
        <p:spPr>
          <a:xfrm>
            <a:off x="1799250" y="1884685"/>
            <a:ext cx="2484001" cy="2154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sz="1400" b="1" dirty="0">
                <a:solidFill>
                  <a:srgbClr val="1F2937"/>
                </a:solidFill>
                <a:latin typeface="Pretendard"/>
                <a:ea typeface="Pretendard"/>
              </a:rPr>
              <a:t> &amp;</a:t>
            </a:r>
            <a:r>
              <a:rPr lang="ko-KR" altLang="en-US" sz="140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en-US" sz="1400" b="1" dirty="0">
                <a:solidFill>
                  <a:srgbClr val="1F2937"/>
                </a:solidFill>
                <a:latin typeface="Pretendard"/>
                <a:ea typeface="Pretendard"/>
              </a:rPr>
              <a:t>Ops </a:t>
            </a:r>
            <a:r>
              <a:rPr lang="zh-CN" altLang="en-US" sz="1400" b="1" dirty="0">
                <a:solidFill>
                  <a:srgbClr val="1F2937"/>
                </a:solidFill>
                <a:latin typeface="Pretendard"/>
                <a:ea typeface="Pretendard"/>
              </a:rPr>
              <a:t>플랫폼</a:t>
            </a: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B5182430-6A0F-47A9-B395-5721298F266F}"/>
              </a:ext>
            </a:extLst>
          </p:cNvPr>
          <p:cNvSpPr txBox="1"/>
          <p:nvPr/>
        </p:nvSpPr>
        <p:spPr>
          <a:xfrm>
            <a:off x="1282292" y="2503912"/>
            <a:ext cx="289822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한국어</a:t>
            </a:r>
            <a:r>
              <a:rPr lang="en-US" altLang="zh-CN" sz="1050" dirty="0">
                <a:solidFill>
                  <a:srgbClr val="4B5563"/>
                </a:solidFill>
                <a:latin typeface="Pretendard"/>
                <a:ea typeface="Pretendard"/>
              </a:rPr>
              <a:t> &amp; </a:t>
            </a: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도메인 특화 성능 소형언어모델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(</a:t>
            </a:r>
            <a:r>
              <a:rPr lang="en-US" altLang="ko-KR" sz="1050" dirty="0" err="1">
                <a:solidFill>
                  <a:srgbClr val="4B5563"/>
                </a:solidFill>
                <a:latin typeface="Pretendard"/>
                <a:ea typeface="Pretendard"/>
              </a:rPr>
              <a:t>sLLM</a:t>
            </a:r>
            <a:r>
              <a:rPr lang="en-US" altLang="ko-KR" sz="1050" dirty="0">
                <a:solidFill>
                  <a:srgbClr val="4B5563"/>
                </a:solidFill>
                <a:latin typeface="Pretendard"/>
                <a:ea typeface="Pretendard"/>
              </a:rPr>
              <a:t>)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71" name="그림 470">
            <a:extLst>
              <a:ext uri="{FF2B5EF4-FFF2-40B4-BE49-F238E27FC236}">
                <a16:creationId xmlns:a16="http://schemas.microsoft.com/office/drawing/2014/main" id="{2A285595-A6DD-487E-AD03-532D37D76000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098332" y="2788938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TextBox 471">
            <a:extLst>
              <a:ext uri="{FF2B5EF4-FFF2-40B4-BE49-F238E27FC236}">
                <a16:creationId xmlns:a16="http://schemas.microsoft.com/office/drawing/2014/main" id="{819517EE-AAD6-4DFC-909A-D92CEA612855}"/>
              </a:ext>
            </a:extLst>
          </p:cNvPr>
          <p:cNvSpPr txBox="1"/>
          <p:nvPr/>
        </p:nvSpPr>
        <p:spPr>
          <a:xfrm>
            <a:off x="1282292" y="2773458"/>
            <a:ext cx="256961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검색 증강 생성</a:t>
            </a:r>
            <a:r>
              <a:rPr lang="en-US" sz="1050" dirty="0">
                <a:solidFill>
                  <a:srgbClr val="4B5563"/>
                </a:solidFill>
                <a:latin typeface="Pretendard"/>
                <a:ea typeface="Pretendard"/>
              </a:rPr>
              <a:t>(RAG) </a:t>
            </a:r>
            <a:r>
              <a:rPr lang="ko-KR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활용</a:t>
            </a: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 최신 정보 반</a:t>
            </a:r>
            <a:r>
              <a:rPr lang="ko-KR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영</a:t>
            </a:r>
            <a:endParaRPr lang="en-US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73" name="그림 472">
            <a:extLst>
              <a:ext uri="{FF2B5EF4-FFF2-40B4-BE49-F238E27FC236}">
                <a16:creationId xmlns:a16="http://schemas.microsoft.com/office/drawing/2014/main" id="{61B37FF0-400F-4EAF-BB09-5F5216AD8D5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098332" y="3056982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자유형 690">
            <a:extLst>
              <a:ext uri="{FF2B5EF4-FFF2-40B4-BE49-F238E27FC236}">
                <a16:creationId xmlns:a16="http://schemas.microsoft.com/office/drawing/2014/main" id="{BAF19EF5-257A-4129-8CE5-005AFFC99F83}"/>
              </a:ext>
            </a:extLst>
          </p:cNvPr>
          <p:cNvSpPr/>
          <p:nvPr/>
        </p:nvSpPr>
        <p:spPr>
          <a:xfrm>
            <a:off x="8974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" name="자유형 691">
            <a:extLst>
              <a:ext uri="{FF2B5EF4-FFF2-40B4-BE49-F238E27FC236}">
                <a16:creationId xmlns:a16="http://schemas.microsoft.com/office/drawing/2014/main" id="{3D7E17B5-B739-4538-A5FF-FCD412E61BED}"/>
              </a:ext>
            </a:extLst>
          </p:cNvPr>
          <p:cNvSpPr/>
          <p:nvPr/>
        </p:nvSpPr>
        <p:spPr>
          <a:xfrm>
            <a:off x="9230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1E3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6" name="자유형 692">
            <a:extLst>
              <a:ext uri="{FF2B5EF4-FFF2-40B4-BE49-F238E27FC236}">
                <a16:creationId xmlns:a16="http://schemas.microsoft.com/office/drawing/2014/main" id="{B02100BC-999B-4A52-ACF2-C3188FC20B05}"/>
              </a:ext>
            </a:extLst>
          </p:cNvPr>
          <p:cNvSpPr/>
          <p:nvPr/>
        </p:nvSpPr>
        <p:spPr>
          <a:xfrm>
            <a:off x="948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1F3B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7" name="자유형 693">
            <a:extLst>
              <a:ext uri="{FF2B5EF4-FFF2-40B4-BE49-F238E27FC236}">
                <a16:creationId xmlns:a16="http://schemas.microsoft.com/office/drawing/2014/main" id="{201D6CCF-1A05-4909-9F45-EDFF0C04F1AC}"/>
              </a:ext>
            </a:extLst>
          </p:cNvPr>
          <p:cNvSpPr/>
          <p:nvPr/>
        </p:nvSpPr>
        <p:spPr>
          <a:xfrm>
            <a:off x="973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1F3C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8" name="자유형 694">
            <a:extLst>
              <a:ext uri="{FF2B5EF4-FFF2-40B4-BE49-F238E27FC236}">
                <a16:creationId xmlns:a16="http://schemas.microsoft.com/office/drawing/2014/main" id="{0A44649A-554B-4183-9346-3A691CCDD91B}"/>
              </a:ext>
            </a:extLst>
          </p:cNvPr>
          <p:cNvSpPr/>
          <p:nvPr/>
        </p:nvSpPr>
        <p:spPr>
          <a:xfrm>
            <a:off x="9993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1F3C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9" name="자유형 695">
            <a:extLst>
              <a:ext uri="{FF2B5EF4-FFF2-40B4-BE49-F238E27FC236}">
                <a16:creationId xmlns:a16="http://schemas.microsoft.com/office/drawing/2014/main" id="{ECD7B2F2-6AFF-4C9D-8AA8-F45152F12FA3}"/>
              </a:ext>
            </a:extLst>
          </p:cNvPr>
          <p:cNvSpPr/>
          <p:nvPr/>
        </p:nvSpPr>
        <p:spPr>
          <a:xfrm>
            <a:off x="1024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1F3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0" name="자유형 696">
            <a:extLst>
              <a:ext uri="{FF2B5EF4-FFF2-40B4-BE49-F238E27FC236}">
                <a16:creationId xmlns:a16="http://schemas.microsoft.com/office/drawing/2014/main" id="{D56B54ED-391C-479B-AC24-46A1ABFCDE59}"/>
              </a:ext>
            </a:extLst>
          </p:cNvPr>
          <p:cNvSpPr/>
          <p:nvPr/>
        </p:nvSpPr>
        <p:spPr>
          <a:xfrm>
            <a:off x="10500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03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1" name="자유형 697">
            <a:extLst>
              <a:ext uri="{FF2B5EF4-FFF2-40B4-BE49-F238E27FC236}">
                <a16:creationId xmlns:a16="http://schemas.microsoft.com/office/drawing/2014/main" id="{645BAAF2-40C4-4585-A8B8-2CF6A88A2FD5}"/>
              </a:ext>
            </a:extLst>
          </p:cNvPr>
          <p:cNvSpPr/>
          <p:nvPr/>
        </p:nvSpPr>
        <p:spPr>
          <a:xfrm>
            <a:off x="1075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03E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2" name="자유형 698">
            <a:extLst>
              <a:ext uri="{FF2B5EF4-FFF2-40B4-BE49-F238E27FC236}">
                <a16:creationId xmlns:a16="http://schemas.microsoft.com/office/drawing/2014/main" id="{F99635D4-084C-42E4-9042-27AD3FD760CF}"/>
              </a:ext>
            </a:extLst>
          </p:cNvPr>
          <p:cNvSpPr/>
          <p:nvPr/>
        </p:nvSpPr>
        <p:spPr>
          <a:xfrm>
            <a:off x="11008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03F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3" name="자유형 699">
            <a:extLst>
              <a:ext uri="{FF2B5EF4-FFF2-40B4-BE49-F238E27FC236}">
                <a16:creationId xmlns:a16="http://schemas.microsoft.com/office/drawing/2014/main" id="{DA532CBA-2410-4DAC-836F-F0F3AFC368BC}"/>
              </a:ext>
            </a:extLst>
          </p:cNvPr>
          <p:cNvSpPr/>
          <p:nvPr/>
        </p:nvSpPr>
        <p:spPr>
          <a:xfrm>
            <a:off x="1126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03F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4" name="자유형 700">
            <a:extLst>
              <a:ext uri="{FF2B5EF4-FFF2-40B4-BE49-F238E27FC236}">
                <a16:creationId xmlns:a16="http://schemas.microsoft.com/office/drawing/2014/main" id="{BD0D4331-86BA-43D8-863B-9AE45CD55933}"/>
              </a:ext>
            </a:extLst>
          </p:cNvPr>
          <p:cNvSpPr/>
          <p:nvPr/>
        </p:nvSpPr>
        <p:spPr>
          <a:xfrm>
            <a:off x="11516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040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5" name="자유형 701">
            <a:extLst>
              <a:ext uri="{FF2B5EF4-FFF2-40B4-BE49-F238E27FC236}">
                <a16:creationId xmlns:a16="http://schemas.microsoft.com/office/drawing/2014/main" id="{E4A81A5E-1B62-4F8D-B5FE-9A10EAE32C26}"/>
              </a:ext>
            </a:extLst>
          </p:cNvPr>
          <p:cNvSpPr/>
          <p:nvPr/>
        </p:nvSpPr>
        <p:spPr>
          <a:xfrm>
            <a:off x="1176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1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6" name="자유형 702">
            <a:extLst>
              <a:ext uri="{FF2B5EF4-FFF2-40B4-BE49-F238E27FC236}">
                <a16:creationId xmlns:a16="http://schemas.microsoft.com/office/drawing/2014/main" id="{24E1A965-B4ED-4D85-8F1D-EFE3FB28F165}"/>
              </a:ext>
            </a:extLst>
          </p:cNvPr>
          <p:cNvSpPr/>
          <p:nvPr/>
        </p:nvSpPr>
        <p:spPr>
          <a:xfrm>
            <a:off x="12023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1419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7" name="자유형 703">
            <a:extLst>
              <a:ext uri="{FF2B5EF4-FFF2-40B4-BE49-F238E27FC236}">
                <a16:creationId xmlns:a16="http://schemas.microsoft.com/office/drawing/2014/main" id="{EF2D56FB-5E27-40FD-8BBB-B20D983064E1}"/>
              </a:ext>
            </a:extLst>
          </p:cNvPr>
          <p:cNvSpPr/>
          <p:nvPr/>
        </p:nvSpPr>
        <p:spPr>
          <a:xfrm>
            <a:off x="1227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1419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8" name="자유형 704">
            <a:extLst>
              <a:ext uri="{FF2B5EF4-FFF2-40B4-BE49-F238E27FC236}">
                <a16:creationId xmlns:a16="http://schemas.microsoft.com/office/drawing/2014/main" id="{D045D9CF-2058-4721-ADBC-E40145AF1945}"/>
              </a:ext>
            </a:extLst>
          </p:cNvPr>
          <p:cNvSpPr/>
          <p:nvPr/>
        </p:nvSpPr>
        <p:spPr>
          <a:xfrm>
            <a:off x="12531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142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9" name="자유형 705">
            <a:extLst>
              <a:ext uri="{FF2B5EF4-FFF2-40B4-BE49-F238E27FC236}">
                <a16:creationId xmlns:a16="http://schemas.microsoft.com/office/drawing/2014/main" id="{0276722C-A81C-498D-95DD-64320ED58917}"/>
              </a:ext>
            </a:extLst>
          </p:cNvPr>
          <p:cNvSpPr/>
          <p:nvPr/>
        </p:nvSpPr>
        <p:spPr>
          <a:xfrm>
            <a:off x="12786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243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0" name="자유형 706">
            <a:extLst>
              <a:ext uri="{FF2B5EF4-FFF2-40B4-BE49-F238E27FC236}">
                <a16:creationId xmlns:a16="http://schemas.microsoft.com/office/drawing/2014/main" id="{AE8F9DFC-9B5F-4A02-9758-4ED6B1DE76AC}"/>
              </a:ext>
            </a:extLst>
          </p:cNvPr>
          <p:cNvSpPr/>
          <p:nvPr/>
        </p:nvSpPr>
        <p:spPr>
          <a:xfrm>
            <a:off x="1303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2439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1" name="자유형 707">
            <a:extLst>
              <a:ext uri="{FF2B5EF4-FFF2-40B4-BE49-F238E27FC236}">
                <a16:creationId xmlns:a16="http://schemas.microsoft.com/office/drawing/2014/main" id="{2DF2E095-C23D-4163-9C8E-679758D93F1E}"/>
              </a:ext>
            </a:extLst>
          </p:cNvPr>
          <p:cNvSpPr/>
          <p:nvPr/>
        </p:nvSpPr>
        <p:spPr>
          <a:xfrm>
            <a:off x="13294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2449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2" name="자유형 708">
            <a:extLst>
              <a:ext uri="{FF2B5EF4-FFF2-40B4-BE49-F238E27FC236}">
                <a16:creationId xmlns:a16="http://schemas.microsoft.com/office/drawing/2014/main" id="{9613A46E-3B75-41C0-A51E-1AF680F9E8D5}"/>
              </a:ext>
            </a:extLst>
          </p:cNvPr>
          <p:cNvSpPr/>
          <p:nvPr/>
        </p:nvSpPr>
        <p:spPr>
          <a:xfrm>
            <a:off x="1354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2449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3" name="자유형 709">
            <a:extLst>
              <a:ext uri="{FF2B5EF4-FFF2-40B4-BE49-F238E27FC236}">
                <a16:creationId xmlns:a16="http://schemas.microsoft.com/office/drawing/2014/main" id="{DEF686CF-D6E8-478D-A19D-A86ABD693581}"/>
              </a:ext>
            </a:extLst>
          </p:cNvPr>
          <p:cNvSpPr/>
          <p:nvPr/>
        </p:nvSpPr>
        <p:spPr>
          <a:xfrm>
            <a:off x="13802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2459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4" name="자유형 710">
            <a:extLst>
              <a:ext uri="{FF2B5EF4-FFF2-40B4-BE49-F238E27FC236}">
                <a16:creationId xmlns:a16="http://schemas.microsoft.com/office/drawing/2014/main" id="{64459DBC-E829-43BF-9DD3-E78C8C5615D6}"/>
              </a:ext>
            </a:extLst>
          </p:cNvPr>
          <p:cNvSpPr/>
          <p:nvPr/>
        </p:nvSpPr>
        <p:spPr>
          <a:xfrm>
            <a:off x="1405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3459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5" name="자유형 711">
            <a:extLst>
              <a:ext uri="{FF2B5EF4-FFF2-40B4-BE49-F238E27FC236}">
                <a16:creationId xmlns:a16="http://schemas.microsoft.com/office/drawing/2014/main" id="{1180C028-FC47-451B-8626-3781C34E32D4}"/>
              </a:ext>
            </a:extLst>
          </p:cNvPr>
          <p:cNvSpPr/>
          <p:nvPr/>
        </p:nvSpPr>
        <p:spPr>
          <a:xfrm>
            <a:off x="14309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3469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6" name="자유형 712">
            <a:extLst>
              <a:ext uri="{FF2B5EF4-FFF2-40B4-BE49-F238E27FC236}">
                <a16:creationId xmlns:a16="http://schemas.microsoft.com/office/drawing/2014/main" id="{953DC7EA-73F5-41DD-A52A-36DDEEE24F43}"/>
              </a:ext>
            </a:extLst>
          </p:cNvPr>
          <p:cNvSpPr/>
          <p:nvPr/>
        </p:nvSpPr>
        <p:spPr>
          <a:xfrm>
            <a:off x="14561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3479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7" name="자유형 713">
            <a:extLst>
              <a:ext uri="{FF2B5EF4-FFF2-40B4-BE49-F238E27FC236}">
                <a16:creationId xmlns:a16="http://schemas.microsoft.com/office/drawing/2014/main" id="{02586F27-AF59-43DA-8B0F-EA0295053137}"/>
              </a:ext>
            </a:extLst>
          </p:cNvPr>
          <p:cNvSpPr/>
          <p:nvPr/>
        </p:nvSpPr>
        <p:spPr>
          <a:xfrm>
            <a:off x="14817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3479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8" name="자유형 714">
            <a:extLst>
              <a:ext uri="{FF2B5EF4-FFF2-40B4-BE49-F238E27FC236}">
                <a16:creationId xmlns:a16="http://schemas.microsoft.com/office/drawing/2014/main" id="{D5D92852-7894-4968-9D0B-A783D0C12C1F}"/>
              </a:ext>
            </a:extLst>
          </p:cNvPr>
          <p:cNvSpPr/>
          <p:nvPr/>
        </p:nvSpPr>
        <p:spPr>
          <a:xfrm>
            <a:off x="15069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4489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9" name="자유형 715">
            <a:extLst>
              <a:ext uri="{FF2B5EF4-FFF2-40B4-BE49-F238E27FC236}">
                <a16:creationId xmlns:a16="http://schemas.microsoft.com/office/drawing/2014/main" id="{48EDBEE3-8677-452C-BF01-19A5F8E37321}"/>
              </a:ext>
            </a:extLst>
          </p:cNvPr>
          <p:cNvSpPr/>
          <p:nvPr/>
        </p:nvSpPr>
        <p:spPr>
          <a:xfrm>
            <a:off x="15324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4489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" name="자유형 716">
            <a:extLst>
              <a:ext uri="{FF2B5EF4-FFF2-40B4-BE49-F238E27FC236}">
                <a16:creationId xmlns:a16="http://schemas.microsoft.com/office/drawing/2014/main" id="{7B140FAB-099D-498F-9F33-4C653286ED13}"/>
              </a:ext>
            </a:extLst>
          </p:cNvPr>
          <p:cNvSpPr/>
          <p:nvPr/>
        </p:nvSpPr>
        <p:spPr>
          <a:xfrm>
            <a:off x="15580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449A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" name="자유형 717">
            <a:extLst>
              <a:ext uri="{FF2B5EF4-FFF2-40B4-BE49-F238E27FC236}">
                <a16:creationId xmlns:a16="http://schemas.microsoft.com/office/drawing/2014/main" id="{A3C6CC14-6591-424E-9814-CE742CE314BF}"/>
              </a:ext>
            </a:extLst>
          </p:cNvPr>
          <p:cNvSpPr/>
          <p:nvPr/>
        </p:nvSpPr>
        <p:spPr>
          <a:xfrm>
            <a:off x="15832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449A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" name="자유형 718">
            <a:extLst>
              <a:ext uri="{FF2B5EF4-FFF2-40B4-BE49-F238E27FC236}">
                <a16:creationId xmlns:a16="http://schemas.microsoft.com/office/drawing/2014/main" id="{2FC8337A-C8AF-45AF-A989-B56462B93231}"/>
              </a:ext>
            </a:extLst>
          </p:cNvPr>
          <p:cNvSpPr/>
          <p:nvPr/>
        </p:nvSpPr>
        <p:spPr>
          <a:xfrm>
            <a:off x="16088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54AA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3" name="자유형 719">
            <a:extLst>
              <a:ext uri="{FF2B5EF4-FFF2-40B4-BE49-F238E27FC236}">
                <a16:creationId xmlns:a16="http://schemas.microsoft.com/office/drawing/2014/main" id="{65878278-4CBC-4E00-8D68-48D4A3A80D27}"/>
              </a:ext>
            </a:extLst>
          </p:cNvPr>
          <p:cNvSpPr/>
          <p:nvPr/>
        </p:nvSpPr>
        <p:spPr>
          <a:xfrm>
            <a:off x="16340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54BA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4" name="자유형 720">
            <a:extLst>
              <a:ext uri="{FF2B5EF4-FFF2-40B4-BE49-F238E27FC236}">
                <a16:creationId xmlns:a16="http://schemas.microsoft.com/office/drawing/2014/main" id="{941B1935-5283-433F-90B8-687CE2E2F397}"/>
              </a:ext>
            </a:extLst>
          </p:cNvPr>
          <p:cNvSpPr/>
          <p:nvPr/>
        </p:nvSpPr>
        <p:spPr>
          <a:xfrm>
            <a:off x="16595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54BA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5" name="자유형 721">
            <a:extLst>
              <a:ext uri="{FF2B5EF4-FFF2-40B4-BE49-F238E27FC236}">
                <a16:creationId xmlns:a16="http://schemas.microsoft.com/office/drawing/2014/main" id="{719E8927-442E-4085-8E0B-CFFA2505AB32}"/>
              </a:ext>
            </a:extLst>
          </p:cNvPr>
          <p:cNvSpPr/>
          <p:nvPr/>
        </p:nvSpPr>
        <p:spPr>
          <a:xfrm>
            <a:off x="1684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54C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" name="자유형 722">
            <a:extLst>
              <a:ext uri="{FF2B5EF4-FFF2-40B4-BE49-F238E27FC236}">
                <a16:creationId xmlns:a16="http://schemas.microsoft.com/office/drawing/2014/main" id="{117D4F4F-CB85-41EB-9B6B-6F5F9A39CB84}"/>
              </a:ext>
            </a:extLst>
          </p:cNvPr>
          <p:cNvSpPr/>
          <p:nvPr/>
        </p:nvSpPr>
        <p:spPr>
          <a:xfrm>
            <a:off x="17103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54C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" name="자유형 723">
            <a:extLst>
              <a:ext uri="{FF2B5EF4-FFF2-40B4-BE49-F238E27FC236}">
                <a16:creationId xmlns:a16="http://schemas.microsoft.com/office/drawing/2014/main" id="{A6FD04D2-4AA0-40ED-9BEE-EAAEC629A4A7}"/>
              </a:ext>
            </a:extLst>
          </p:cNvPr>
          <p:cNvSpPr/>
          <p:nvPr/>
        </p:nvSpPr>
        <p:spPr>
          <a:xfrm>
            <a:off x="1735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64D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8" name="자유형 724">
            <a:extLst>
              <a:ext uri="{FF2B5EF4-FFF2-40B4-BE49-F238E27FC236}">
                <a16:creationId xmlns:a16="http://schemas.microsoft.com/office/drawing/2014/main" id="{226D3CE7-855A-4130-AA2F-EE71CD77BF4E}"/>
              </a:ext>
            </a:extLst>
          </p:cNvPr>
          <p:cNvSpPr/>
          <p:nvPr/>
        </p:nvSpPr>
        <p:spPr>
          <a:xfrm>
            <a:off x="17610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64D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9" name="자유형 725">
            <a:extLst>
              <a:ext uri="{FF2B5EF4-FFF2-40B4-BE49-F238E27FC236}">
                <a16:creationId xmlns:a16="http://schemas.microsoft.com/office/drawing/2014/main" id="{AB04DB56-AB76-4E88-BE73-B280436564C6}"/>
              </a:ext>
            </a:extLst>
          </p:cNvPr>
          <p:cNvSpPr/>
          <p:nvPr/>
        </p:nvSpPr>
        <p:spPr>
          <a:xfrm>
            <a:off x="1786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64EA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0" name="자유형 726">
            <a:extLst>
              <a:ext uri="{FF2B5EF4-FFF2-40B4-BE49-F238E27FC236}">
                <a16:creationId xmlns:a16="http://schemas.microsoft.com/office/drawing/2014/main" id="{51026F8D-035F-4ED6-BBE2-D13BE34CF76E}"/>
              </a:ext>
            </a:extLst>
          </p:cNvPr>
          <p:cNvSpPr/>
          <p:nvPr/>
        </p:nvSpPr>
        <p:spPr>
          <a:xfrm>
            <a:off x="18118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64EA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1" name="자유형 727">
            <a:extLst>
              <a:ext uri="{FF2B5EF4-FFF2-40B4-BE49-F238E27FC236}">
                <a16:creationId xmlns:a16="http://schemas.microsoft.com/office/drawing/2014/main" id="{093C761B-EAAF-4CC5-AAB4-4BE72C412AED}"/>
              </a:ext>
            </a:extLst>
          </p:cNvPr>
          <p:cNvSpPr/>
          <p:nvPr/>
        </p:nvSpPr>
        <p:spPr>
          <a:xfrm>
            <a:off x="18374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74FA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2" name="자유형 728">
            <a:extLst>
              <a:ext uri="{FF2B5EF4-FFF2-40B4-BE49-F238E27FC236}">
                <a16:creationId xmlns:a16="http://schemas.microsoft.com/office/drawing/2014/main" id="{7452DA50-7366-4CC6-82D0-B509320B137B}"/>
              </a:ext>
            </a:extLst>
          </p:cNvPr>
          <p:cNvSpPr/>
          <p:nvPr/>
        </p:nvSpPr>
        <p:spPr>
          <a:xfrm>
            <a:off x="18626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750A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3" name="자유형 729">
            <a:extLst>
              <a:ext uri="{FF2B5EF4-FFF2-40B4-BE49-F238E27FC236}">
                <a16:creationId xmlns:a16="http://schemas.microsoft.com/office/drawing/2014/main" id="{DECD535B-6A4C-4B35-9587-0336B33D4D0A}"/>
              </a:ext>
            </a:extLst>
          </p:cNvPr>
          <p:cNvSpPr/>
          <p:nvPr/>
        </p:nvSpPr>
        <p:spPr>
          <a:xfrm>
            <a:off x="18881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750A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4" name="자유형 730">
            <a:extLst>
              <a:ext uri="{FF2B5EF4-FFF2-40B4-BE49-F238E27FC236}">
                <a16:creationId xmlns:a16="http://schemas.microsoft.com/office/drawing/2014/main" id="{89896017-5F8D-40A8-9DBF-E0CBA0BEB98F}"/>
              </a:ext>
            </a:extLst>
          </p:cNvPr>
          <p:cNvSpPr/>
          <p:nvPr/>
        </p:nvSpPr>
        <p:spPr>
          <a:xfrm>
            <a:off x="19133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751A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5" name="자유형 731">
            <a:extLst>
              <a:ext uri="{FF2B5EF4-FFF2-40B4-BE49-F238E27FC236}">
                <a16:creationId xmlns:a16="http://schemas.microsoft.com/office/drawing/2014/main" id="{B90614CD-8F03-4D8D-A4F4-ED26D2F367C3}"/>
              </a:ext>
            </a:extLst>
          </p:cNvPr>
          <p:cNvSpPr/>
          <p:nvPr/>
        </p:nvSpPr>
        <p:spPr>
          <a:xfrm>
            <a:off x="19389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751A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6" name="자유형 732">
            <a:extLst>
              <a:ext uri="{FF2B5EF4-FFF2-40B4-BE49-F238E27FC236}">
                <a16:creationId xmlns:a16="http://schemas.microsoft.com/office/drawing/2014/main" id="{8E974261-D8EC-4933-B808-44E817A959FA}"/>
              </a:ext>
            </a:extLst>
          </p:cNvPr>
          <p:cNvSpPr/>
          <p:nvPr/>
        </p:nvSpPr>
        <p:spPr>
          <a:xfrm>
            <a:off x="19641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852A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7" name="자유형 733">
            <a:extLst>
              <a:ext uri="{FF2B5EF4-FFF2-40B4-BE49-F238E27FC236}">
                <a16:creationId xmlns:a16="http://schemas.microsoft.com/office/drawing/2014/main" id="{D44D3DDF-F974-47CE-A6D8-F4E68B292E4F}"/>
              </a:ext>
            </a:extLst>
          </p:cNvPr>
          <p:cNvSpPr/>
          <p:nvPr/>
        </p:nvSpPr>
        <p:spPr>
          <a:xfrm>
            <a:off x="19896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852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8" name="자유형 734">
            <a:extLst>
              <a:ext uri="{FF2B5EF4-FFF2-40B4-BE49-F238E27FC236}">
                <a16:creationId xmlns:a16="http://schemas.microsoft.com/office/drawing/2014/main" id="{D9DDE187-65A5-4D88-9D42-7FD3AEA8548C}"/>
              </a:ext>
            </a:extLst>
          </p:cNvPr>
          <p:cNvSpPr/>
          <p:nvPr/>
        </p:nvSpPr>
        <p:spPr>
          <a:xfrm>
            <a:off x="2014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853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9" name="자유형 735">
            <a:extLst>
              <a:ext uri="{FF2B5EF4-FFF2-40B4-BE49-F238E27FC236}">
                <a16:creationId xmlns:a16="http://schemas.microsoft.com/office/drawing/2014/main" id="{047DC984-7E6D-4D05-86A4-45A1049721BB}"/>
              </a:ext>
            </a:extLst>
          </p:cNvPr>
          <p:cNvSpPr/>
          <p:nvPr/>
        </p:nvSpPr>
        <p:spPr>
          <a:xfrm>
            <a:off x="20404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854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0" name="자유형 736">
            <a:extLst>
              <a:ext uri="{FF2B5EF4-FFF2-40B4-BE49-F238E27FC236}">
                <a16:creationId xmlns:a16="http://schemas.microsoft.com/office/drawing/2014/main" id="{7C5012BC-2EC5-464E-8E29-78C6C45F3CAB}"/>
              </a:ext>
            </a:extLst>
          </p:cNvPr>
          <p:cNvSpPr/>
          <p:nvPr/>
        </p:nvSpPr>
        <p:spPr>
          <a:xfrm>
            <a:off x="2065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954B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1" name="자유형 737">
            <a:extLst>
              <a:ext uri="{FF2B5EF4-FFF2-40B4-BE49-F238E27FC236}">
                <a16:creationId xmlns:a16="http://schemas.microsoft.com/office/drawing/2014/main" id="{46E6BBE0-32EB-4947-A02B-38E690CBB6BA}"/>
              </a:ext>
            </a:extLst>
          </p:cNvPr>
          <p:cNvSpPr/>
          <p:nvPr/>
        </p:nvSpPr>
        <p:spPr>
          <a:xfrm>
            <a:off x="2091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955B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" name="자유형 738">
            <a:extLst>
              <a:ext uri="{FF2B5EF4-FFF2-40B4-BE49-F238E27FC236}">
                <a16:creationId xmlns:a16="http://schemas.microsoft.com/office/drawing/2014/main" id="{471212CB-93C3-4FA0-AA1A-BC6512C7B298}"/>
              </a:ext>
            </a:extLst>
          </p:cNvPr>
          <p:cNvSpPr/>
          <p:nvPr/>
        </p:nvSpPr>
        <p:spPr>
          <a:xfrm>
            <a:off x="21167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955B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" name="자유형 739">
            <a:extLst>
              <a:ext uri="{FF2B5EF4-FFF2-40B4-BE49-F238E27FC236}">
                <a16:creationId xmlns:a16="http://schemas.microsoft.com/office/drawing/2014/main" id="{2B1C789D-E48E-4CAA-AF53-230BBF770FF5}"/>
              </a:ext>
            </a:extLst>
          </p:cNvPr>
          <p:cNvSpPr/>
          <p:nvPr/>
        </p:nvSpPr>
        <p:spPr>
          <a:xfrm>
            <a:off x="21419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956B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" name="자유형 740">
            <a:extLst>
              <a:ext uri="{FF2B5EF4-FFF2-40B4-BE49-F238E27FC236}">
                <a16:creationId xmlns:a16="http://schemas.microsoft.com/office/drawing/2014/main" id="{2357DB4B-3AF2-4208-8692-5E1323ED201B}"/>
              </a:ext>
            </a:extLst>
          </p:cNvPr>
          <p:cNvSpPr/>
          <p:nvPr/>
        </p:nvSpPr>
        <p:spPr>
          <a:xfrm>
            <a:off x="21675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956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" name="자유형 741">
            <a:extLst>
              <a:ext uri="{FF2B5EF4-FFF2-40B4-BE49-F238E27FC236}">
                <a16:creationId xmlns:a16="http://schemas.microsoft.com/office/drawing/2014/main" id="{D83E43B5-5683-4526-9B79-5DE52F117C6B}"/>
              </a:ext>
            </a:extLst>
          </p:cNvPr>
          <p:cNvSpPr/>
          <p:nvPr/>
        </p:nvSpPr>
        <p:spPr>
          <a:xfrm>
            <a:off x="21927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A57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" name="자유형 742">
            <a:extLst>
              <a:ext uri="{FF2B5EF4-FFF2-40B4-BE49-F238E27FC236}">
                <a16:creationId xmlns:a16="http://schemas.microsoft.com/office/drawing/2014/main" id="{236B8906-8DCE-4A4A-A7D9-4FFC5B9664D7}"/>
              </a:ext>
            </a:extLst>
          </p:cNvPr>
          <p:cNvSpPr/>
          <p:nvPr/>
        </p:nvSpPr>
        <p:spPr>
          <a:xfrm>
            <a:off x="22182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A57B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" name="자유형 743">
            <a:extLst>
              <a:ext uri="{FF2B5EF4-FFF2-40B4-BE49-F238E27FC236}">
                <a16:creationId xmlns:a16="http://schemas.microsoft.com/office/drawing/2014/main" id="{523903FF-E180-47FC-B2C5-8C94B7C47364}"/>
              </a:ext>
            </a:extLst>
          </p:cNvPr>
          <p:cNvSpPr/>
          <p:nvPr/>
        </p:nvSpPr>
        <p:spPr>
          <a:xfrm>
            <a:off x="22434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A58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" name="자유형 744">
            <a:extLst>
              <a:ext uri="{FF2B5EF4-FFF2-40B4-BE49-F238E27FC236}">
                <a16:creationId xmlns:a16="http://schemas.microsoft.com/office/drawing/2014/main" id="{71858076-D962-4165-95D0-AC815E48B9A1}"/>
              </a:ext>
            </a:extLst>
          </p:cNvPr>
          <p:cNvSpPr/>
          <p:nvPr/>
        </p:nvSpPr>
        <p:spPr>
          <a:xfrm>
            <a:off x="22690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A59B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" name="자유형 745">
            <a:extLst>
              <a:ext uri="{FF2B5EF4-FFF2-40B4-BE49-F238E27FC236}">
                <a16:creationId xmlns:a16="http://schemas.microsoft.com/office/drawing/2014/main" id="{DD702A97-17DF-40C8-8673-A0F6B4A7C535}"/>
              </a:ext>
            </a:extLst>
          </p:cNvPr>
          <p:cNvSpPr/>
          <p:nvPr/>
        </p:nvSpPr>
        <p:spPr>
          <a:xfrm>
            <a:off x="22942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B59B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" name="자유형 746">
            <a:extLst>
              <a:ext uri="{FF2B5EF4-FFF2-40B4-BE49-F238E27FC236}">
                <a16:creationId xmlns:a16="http://schemas.microsoft.com/office/drawing/2014/main" id="{BB6C8494-2AA7-4174-84E8-FAE210797FF2}"/>
              </a:ext>
            </a:extLst>
          </p:cNvPr>
          <p:cNvSpPr/>
          <p:nvPr/>
        </p:nvSpPr>
        <p:spPr>
          <a:xfrm>
            <a:off x="23198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B5AB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" name="자유형 747">
            <a:extLst>
              <a:ext uri="{FF2B5EF4-FFF2-40B4-BE49-F238E27FC236}">
                <a16:creationId xmlns:a16="http://schemas.microsoft.com/office/drawing/2014/main" id="{F54EDF4A-D818-4E26-B9E3-FCF4D8C15200}"/>
              </a:ext>
            </a:extLst>
          </p:cNvPr>
          <p:cNvSpPr/>
          <p:nvPr/>
        </p:nvSpPr>
        <p:spPr>
          <a:xfrm>
            <a:off x="23450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B5AB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" name="자유형 748">
            <a:extLst>
              <a:ext uri="{FF2B5EF4-FFF2-40B4-BE49-F238E27FC236}">
                <a16:creationId xmlns:a16="http://schemas.microsoft.com/office/drawing/2014/main" id="{2FC05984-AAB7-4989-835F-94841C915328}"/>
              </a:ext>
            </a:extLst>
          </p:cNvPr>
          <p:cNvSpPr/>
          <p:nvPr/>
        </p:nvSpPr>
        <p:spPr>
          <a:xfrm>
            <a:off x="2370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B5BB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" name="자유형 749">
            <a:extLst>
              <a:ext uri="{FF2B5EF4-FFF2-40B4-BE49-F238E27FC236}">
                <a16:creationId xmlns:a16="http://schemas.microsoft.com/office/drawing/2014/main" id="{9837C204-5F5A-4EEC-9054-DA8B414A520E}"/>
              </a:ext>
            </a:extLst>
          </p:cNvPr>
          <p:cNvSpPr/>
          <p:nvPr/>
        </p:nvSpPr>
        <p:spPr>
          <a:xfrm>
            <a:off x="23961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B5BB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4" name="자유형 750">
            <a:extLst>
              <a:ext uri="{FF2B5EF4-FFF2-40B4-BE49-F238E27FC236}">
                <a16:creationId xmlns:a16="http://schemas.microsoft.com/office/drawing/2014/main" id="{23FFF46A-83C5-46CC-9C74-F603D3EEFDAC}"/>
              </a:ext>
            </a:extLst>
          </p:cNvPr>
          <p:cNvSpPr/>
          <p:nvPr/>
        </p:nvSpPr>
        <p:spPr>
          <a:xfrm>
            <a:off x="2421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C5CB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5" name="자유형 751">
            <a:extLst>
              <a:ext uri="{FF2B5EF4-FFF2-40B4-BE49-F238E27FC236}">
                <a16:creationId xmlns:a16="http://schemas.microsoft.com/office/drawing/2014/main" id="{8CE36CBD-511E-4F18-8A59-1D9BD6D1D743}"/>
              </a:ext>
            </a:extLst>
          </p:cNvPr>
          <p:cNvSpPr/>
          <p:nvPr/>
        </p:nvSpPr>
        <p:spPr>
          <a:xfrm>
            <a:off x="24468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C5D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" name="자유형 752">
            <a:extLst>
              <a:ext uri="{FF2B5EF4-FFF2-40B4-BE49-F238E27FC236}">
                <a16:creationId xmlns:a16="http://schemas.microsoft.com/office/drawing/2014/main" id="{25E01B15-0E13-4E13-8187-4BE140971F5A}"/>
              </a:ext>
            </a:extLst>
          </p:cNvPr>
          <p:cNvSpPr/>
          <p:nvPr/>
        </p:nvSpPr>
        <p:spPr>
          <a:xfrm>
            <a:off x="24720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C5DB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" name="자유형 753">
            <a:extLst>
              <a:ext uri="{FF2B5EF4-FFF2-40B4-BE49-F238E27FC236}">
                <a16:creationId xmlns:a16="http://schemas.microsoft.com/office/drawing/2014/main" id="{5F02943D-F9F2-43B2-B0E2-5EE7F17DDE0B}"/>
              </a:ext>
            </a:extLst>
          </p:cNvPr>
          <p:cNvSpPr/>
          <p:nvPr/>
        </p:nvSpPr>
        <p:spPr>
          <a:xfrm>
            <a:off x="24976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C5EC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" name="자유형 754">
            <a:extLst>
              <a:ext uri="{FF2B5EF4-FFF2-40B4-BE49-F238E27FC236}">
                <a16:creationId xmlns:a16="http://schemas.microsoft.com/office/drawing/2014/main" id="{DC9B26D8-D361-4A91-8CC2-D924B8BF9AA2}"/>
              </a:ext>
            </a:extLst>
          </p:cNvPr>
          <p:cNvSpPr/>
          <p:nvPr/>
        </p:nvSpPr>
        <p:spPr>
          <a:xfrm>
            <a:off x="25228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D5EC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" name="자유형 755">
            <a:extLst>
              <a:ext uri="{FF2B5EF4-FFF2-40B4-BE49-F238E27FC236}">
                <a16:creationId xmlns:a16="http://schemas.microsoft.com/office/drawing/2014/main" id="{09584107-1547-4788-B149-3766666EE4B3}"/>
              </a:ext>
            </a:extLst>
          </p:cNvPr>
          <p:cNvSpPr/>
          <p:nvPr/>
        </p:nvSpPr>
        <p:spPr>
          <a:xfrm>
            <a:off x="25484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D5FC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0" name="자유형 756">
            <a:extLst>
              <a:ext uri="{FF2B5EF4-FFF2-40B4-BE49-F238E27FC236}">
                <a16:creationId xmlns:a16="http://schemas.microsoft.com/office/drawing/2014/main" id="{68E53B40-D178-440C-81A7-865BBAAD0138}"/>
              </a:ext>
            </a:extLst>
          </p:cNvPr>
          <p:cNvSpPr/>
          <p:nvPr/>
        </p:nvSpPr>
        <p:spPr>
          <a:xfrm>
            <a:off x="25736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D5F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1" name="자유형 757">
            <a:extLst>
              <a:ext uri="{FF2B5EF4-FFF2-40B4-BE49-F238E27FC236}">
                <a16:creationId xmlns:a16="http://schemas.microsoft.com/office/drawing/2014/main" id="{E170098A-BD15-4735-BBC4-F4D80FE74150}"/>
              </a:ext>
            </a:extLst>
          </p:cNvPr>
          <p:cNvSpPr/>
          <p:nvPr/>
        </p:nvSpPr>
        <p:spPr>
          <a:xfrm>
            <a:off x="25991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D60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" name="자유형 758">
            <a:extLst>
              <a:ext uri="{FF2B5EF4-FFF2-40B4-BE49-F238E27FC236}">
                <a16:creationId xmlns:a16="http://schemas.microsoft.com/office/drawing/2014/main" id="{216CD8BC-9ADF-4030-9DAC-3E3AECE8BE85}"/>
              </a:ext>
            </a:extLst>
          </p:cNvPr>
          <p:cNvSpPr/>
          <p:nvPr/>
        </p:nvSpPr>
        <p:spPr>
          <a:xfrm>
            <a:off x="26243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E61C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" name="자유형 759">
            <a:extLst>
              <a:ext uri="{FF2B5EF4-FFF2-40B4-BE49-F238E27FC236}">
                <a16:creationId xmlns:a16="http://schemas.microsoft.com/office/drawing/2014/main" id="{B8035FC2-3831-4CC6-8787-CC571358E936}"/>
              </a:ext>
            </a:extLst>
          </p:cNvPr>
          <p:cNvSpPr/>
          <p:nvPr/>
        </p:nvSpPr>
        <p:spPr>
          <a:xfrm>
            <a:off x="26499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E61C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" name="자유형 760">
            <a:extLst>
              <a:ext uri="{FF2B5EF4-FFF2-40B4-BE49-F238E27FC236}">
                <a16:creationId xmlns:a16="http://schemas.microsoft.com/office/drawing/2014/main" id="{F174A986-09E9-418E-A87B-0CBC96999C12}"/>
              </a:ext>
            </a:extLst>
          </p:cNvPr>
          <p:cNvSpPr/>
          <p:nvPr/>
        </p:nvSpPr>
        <p:spPr>
          <a:xfrm>
            <a:off x="26754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E62C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" name="자유형 761">
            <a:extLst>
              <a:ext uri="{FF2B5EF4-FFF2-40B4-BE49-F238E27FC236}">
                <a16:creationId xmlns:a16="http://schemas.microsoft.com/office/drawing/2014/main" id="{AC7163C9-2D2E-442B-AECA-A269567E9F49}"/>
              </a:ext>
            </a:extLst>
          </p:cNvPr>
          <p:cNvSpPr/>
          <p:nvPr/>
        </p:nvSpPr>
        <p:spPr>
          <a:xfrm>
            <a:off x="27006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E62C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6" name="자유형 762">
            <a:extLst>
              <a:ext uri="{FF2B5EF4-FFF2-40B4-BE49-F238E27FC236}">
                <a16:creationId xmlns:a16="http://schemas.microsoft.com/office/drawing/2014/main" id="{54441934-C144-4ABC-A9BA-F46D053853BD}"/>
              </a:ext>
            </a:extLst>
          </p:cNvPr>
          <p:cNvSpPr/>
          <p:nvPr/>
        </p:nvSpPr>
        <p:spPr>
          <a:xfrm>
            <a:off x="27262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E63C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자유형 763">
            <a:extLst>
              <a:ext uri="{FF2B5EF4-FFF2-40B4-BE49-F238E27FC236}">
                <a16:creationId xmlns:a16="http://schemas.microsoft.com/office/drawing/2014/main" id="{C3C9C3F5-0B7C-4B6E-934F-EFA69F44AB18}"/>
              </a:ext>
            </a:extLst>
          </p:cNvPr>
          <p:cNvSpPr/>
          <p:nvPr/>
        </p:nvSpPr>
        <p:spPr>
          <a:xfrm>
            <a:off x="27514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F63C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8" name="자유형 764">
            <a:extLst>
              <a:ext uri="{FF2B5EF4-FFF2-40B4-BE49-F238E27FC236}">
                <a16:creationId xmlns:a16="http://schemas.microsoft.com/office/drawing/2014/main" id="{03366CE1-C39D-4618-855B-D0585E24AABE}"/>
              </a:ext>
            </a:extLst>
          </p:cNvPr>
          <p:cNvSpPr/>
          <p:nvPr/>
        </p:nvSpPr>
        <p:spPr>
          <a:xfrm>
            <a:off x="27770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F64C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자유형 765">
            <a:extLst>
              <a:ext uri="{FF2B5EF4-FFF2-40B4-BE49-F238E27FC236}">
                <a16:creationId xmlns:a16="http://schemas.microsoft.com/office/drawing/2014/main" id="{1A6175FF-5581-4CB8-BEAD-B8A20C4DBDBF}"/>
              </a:ext>
            </a:extLst>
          </p:cNvPr>
          <p:cNvSpPr/>
          <p:nvPr/>
        </p:nvSpPr>
        <p:spPr>
          <a:xfrm>
            <a:off x="2802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F64C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0" name="자유형 766">
            <a:extLst>
              <a:ext uri="{FF2B5EF4-FFF2-40B4-BE49-F238E27FC236}">
                <a16:creationId xmlns:a16="http://schemas.microsoft.com/office/drawing/2014/main" id="{96B007F5-FF36-456C-AB40-958136A1BBEE}"/>
              </a:ext>
            </a:extLst>
          </p:cNvPr>
          <p:cNvSpPr/>
          <p:nvPr/>
        </p:nvSpPr>
        <p:spPr>
          <a:xfrm>
            <a:off x="28277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2F65C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1" name="자유형 767">
            <a:extLst>
              <a:ext uri="{FF2B5EF4-FFF2-40B4-BE49-F238E27FC236}">
                <a16:creationId xmlns:a16="http://schemas.microsoft.com/office/drawing/2014/main" id="{EFA4A3FB-6618-4F11-8FF3-AB7E202B3D34}"/>
              </a:ext>
            </a:extLst>
          </p:cNvPr>
          <p:cNvSpPr/>
          <p:nvPr/>
        </p:nvSpPr>
        <p:spPr>
          <a:xfrm>
            <a:off x="28529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066C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2" name="자유형 768">
            <a:extLst>
              <a:ext uri="{FF2B5EF4-FFF2-40B4-BE49-F238E27FC236}">
                <a16:creationId xmlns:a16="http://schemas.microsoft.com/office/drawing/2014/main" id="{817EB3AA-8F58-4D47-B3F5-231F2C0C99EE}"/>
              </a:ext>
            </a:extLst>
          </p:cNvPr>
          <p:cNvSpPr/>
          <p:nvPr/>
        </p:nvSpPr>
        <p:spPr>
          <a:xfrm>
            <a:off x="28785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0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3" name="자유형 769">
            <a:extLst>
              <a:ext uri="{FF2B5EF4-FFF2-40B4-BE49-F238E27FC236}">
                <a16:creationId xmlns:a16="http://schemas.microsoft.com/office/drawing/2014/main" id="{47FDEBA7-9BE4-4D98-B3B1-8CB99FBEB82B}"/>
              </a:ext>
            </a:extLst>
          </p:cNvPr>
          <p:cNvSpPr/>
          <p:nvPr/>
        </p:nvSpPr>
        <p:spPr>
          <a:xfrm>
            <a:off x="29037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067C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4" name="자유형 770">
            <a:extLst>
              <a:ext uri="{FF2B5EF4-FFF2-40B4-BE49-F238E27FC236}">
                <a16:creationId xmlns:a16="http://schemas.microsoft.com/office/drawing/2014/main" id="{D9D65DF2-9634-489B-8272-FC7B9BDF3836}"/>
              </a:ext>
            </a:extLst>
          </p:cNvPr>
          <p:cNvSpPr/>
          <p:nvPr/>
        </p:nvSpPr>
        <p:spPr>
          <a:xfrm>
            <a:off x="2929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067C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5" name="자유형 771">
            <a:extLst>
              <a:ext uri="{FF2B5EF4-FFF2-40B4-BE49-F238E27FC236}">
                <a16:creationId xmlns:a16="http://schemas.microsoft.com/office/drawing/2014/main" id="{DB815739-8547-4841-BE4B-832EBBF106DD}"/>
              </a:ext>
            </a:extLst>
          </p:cNvPr>
          <p:cNvSpPr/>
          <p:nvPr/>
        </p:nvSpPr>
        <p:spPr>
          <a:xfrm>
            <a:off x="29548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068C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6" name="자유형 772">
            <a:extLst>
              <a:ext uri="{FF2B5EF4-FFF2-40B4-BE49-F238E27FC236}">
                <a16:creationId xmlns:a16="http://schemas.microsoft.com/office/drawing/2014/main" id="{2C08A8BB-1285-494F-80F6-2CE978A325A7}"/>
              </a:ext>
            </a:extLst>
          </p:cNvPr>
          <p:cNvSpPr/>
          <p:nvPr/>
        </p:nvSpPr>
        <p:spPr>
          <a:xfrm>
            <a:off x="2980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168D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7" name="자유형 773">
            <a:extLst>
              <a:ext uri="{FF2B5EF4-FFF2-40B4-BE49-F238E27FC236}">
                <a16:creationId xmlns:a16="http://schemas.microsoft.com/office/drawing/2014/main" id="{7A8944C9-7858-4B26-8D7F-DB7A8B0F39EA}"/>
              </a:ext>
            </a:extLst>
          </p:cNvPr>
          <p:cNvSpPr/>
          <p:nvPr/>
        </p:nvSpPr>
        <p:spPr>
          <a:xfrm>
            <a:off x="30056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169D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" name="자유형 774">
            <a:extLst>
              <a:ext uri="{FF2B5EF4-FFF2-40B4-BE49-F238E27FC236}">
                <a16:creationId xmlns:a16="http://schemas.microsoft.com/office/drawing/2014/main" id="{DDC325B6-6E85-40A5-8F2E-41FE87E1B18E}"/>
              </a:ext>
            </a:extLst>
          </p:cNvPr>
          <p:cNvSpPr/>
          <p:nvPr/>
        </p:nvSpPr>
        <p:spPr>
          <a:xfrm>
            <a:off x="3030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16AD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" name="자유형 775">
            <a:extLst>
              <a:ext uri="{FF2B5EF4-FFF2-40B4-BE49-F238E27FC236}">
                <a16:creationId xmlns:a16="http://schemas.microsoft.com/office/drawing/2014/main" id="{18445D67-524D-4DEB-8AC9-D94FE01AA02D}"/>
              </a:ext>
            </a:extLst>
          </p:cNvPr>
          <p:cNvSpPr/>
          <p:nvPr/>
        </p:nvSpPr>
        <p:spPr>
          <a:xfrm>
            <a:off x="30563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16AD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" name="자유형 776">
            <a:extLst>
              <a:ext uri="{FF2B5EF4-FFF2-40B4-BE49-F238E27FC236}">
                <a16:creationId xmlns:a16="http://schemas.microsoft.com/office/drawing/2014/main" id="{F2C18706-EAAA-4927-AB75-E0880792939A}"/>
              </a:ext>
            </a:extLst>
          </p:cNvPr>
          <p:cNvSpPr/>
          <p:nvPr/>
        </p:nvSpPr>
        <p:spPr>
          <a:xfrm>
            <a:off x="3081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26BD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" name="자유형 777">
            <a:extLst>
              <a:ext uri="{FF2B5EF4-FFF2-40B4-BE49-F238E27FC236}">
                <a16:creationId xmlns:a16="http://schemas.microsoft.com/office/drawing/2014/main" id="{A8DF1F42-A50D-4045-84F5-1F6B8E8747AD}"/>
              </a:ext>
            </a:extLst>
          </p:cNvPr>
          <p:cNvSpPr/>
          <p:nvPr/>
        </p:nvSpPr>
        <p:spPr>
          <a:xfrm>
            <a:off x="31071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26BD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" name="자유형 778">
            <a:extLst>
              <a:ext uri="{FF2B5EF4-FFF2-40B4-BE49-F238E27FC236}">
                <a16:creationId xmlns:a16="http://schemas.microsoft.com/office/drawing/2014/main" id="{C06E244B-2E1D-412B-B90E-4C655BAE865B}"/>
              </a:ext>
            </a:extLst>
          </p:cNvPr>
          <p:cNvSpPr/>
          <p:nvPr/>
        </p:nvSpPr>
        <p:spPr>
          <a:xfrm>
            <a:off x="3132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26C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3" name="자유형 779">
            <a:extLst>
              <a:ext uri="{FF2B5EF4-FFF2-40B4-BE49-F238E27FC236}">
                <a16:creationId xmlns:a16="http://schemas.microsoft.com/office/drawing/2014/main" id="{87145868-0714-442D-B62D-31CAABB1979C}"/>
              </a:ext>
            </a:extLst>
          </p:cNvPr>
          <p:cNvSpPr/>
          <p:nvPr/>
        </p:nvSpPr>
        <p:spPr>
          <a:xfrm>
            <a:off x="31578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26CD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" name="자유형 780">
            <a:extLst>
              <a:ext uri="{FF2B5EF4-FFF2-40B4-BE49-F238E27FC236}">
                <a16:creationId xmlns:a16="http://schemas.microsoft.com/office/drawing/2014/main" id="{523199C1-2D47-4456-B6C9-C6F0819F1F6C}"/>
              </a:ext>
            </a:extLst>
          </p:cNvPr>
          <p:cNvSpPr/>
          <p:nvPr/>
        </p:nvSpPr>
        <p:spPr>
          <a:xfrm>
            <a:off x="31830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26DD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" name="자유형 781">
            <a:extLst>
              <a:ext uri="{FF2B5EF4-FFF2-40B4-BE49-F238E27FC236}">
                <a16:creationId xmlns:a16="http://schemas.microsoft.com/office/drawing/2014/main" id="{475CA84D-311E-4743-809D-CC7CF03EA6C3}"/>
              </a:ext>
            </a:extLst>
          </p:cNvPr>
          <p:cNvSpPr/>
          <p:nvPr/>
        </p:nvSpPr>
        <p:spPr>
          <a:xfrm>
            <a:off x="3208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36DD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" name="자유형 782">
            <a:extLst>
              <a:ext uri="{FF2B5EF4-FFF2-40B4-BE49-F238E27FC236}">
                <a16:creationId xmlns:a16="http://schemas.microsoft.com/office/drawing/2014/main" id="{1C8A65EB-AED5-47E6-8DBB-BD2ADEFE241F}"/>
              </a:ext>
            </a:extLst>
          </p:cNvPr>
          <p:cNvSpPr/>
          <p:nvPr/>
        </p:nvSpPr>
        <p:spPr>
          <a:xfrm>
            <a:off x="32342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36ED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" name="자유형 783">
            <a:extLst>
              <a:ext uri="{FF2B5EF4-FFF2-40B4-BE49-F238E27FC236}">
                <a16:creationId xmlns:a16="http://schemas.microsoft.com/office/drawing/2014/main" id="{7B5C44DD-E5D2-4645-9B6B-E67ED5BFC1AE}"/>
              </a:ext>
            </a:extLst>
          </p:cNvPr>
          <p:cNvSpPr/>
          <p:nvPr/>
        </p:nvSpPr>
        <p:spPr>
          <a:xfrm>
            <a:off x="3259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36F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8" name="자유형 784">
            <a:extLst>
              <a:ext uri="{FF2B5EF4-FFF2-40B4-BE49-F238E27FC236}">
                <a16:creationId xmlns:a16="http://schemas.microsoft.com/office/drawing/2014/main" id="{8C070F57-DD0A-490C-9368-BF3F2E825553}"/>
              </a:ext>
            </a:extLst>
          </p:cNvPr>
          <p:cNvSpPr/>
          <p:nvPr/>
        </p:nvSpPr>
        <p:spPr>
          <a:xfrm>
            <a:off x="32849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36FD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9" name="자유형 785">
            <a:extLst>
              <a:ext uri="{FF2B5EF4-FFF2-40B4-BE49-F238E27FC236}">
                <a16:creationId xmlns:a16="http://schemas.microsoft.com/office/drawing/2014/main" id="{3E32E5EB-ABE2-413F-8B19-27BEA9CA6A01}"/>
              </a:ext>
            </a:extLst>
          </p:cNvPr>
          <p:cNvSpPr/>
          <p:nvPr/>
        </p:nvSpPr>
        <p:spPr>
          <a:xfrm>
            <a:off x="33101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470D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0" name="자유형 786">
            <a:extLst>
              <a:ext uri="{FF2B5EF4-FFF2-40B4-BE49-F238E27FC236}">
                <a16:creationId xmlns:a16="http://schemas.microsoft.com/office/drawing/2014/main" id="{4EB3B0F9-1DAE-4B89-A666-C274A63A642C}"/>
              </a:ext>
            </a:extLst>
          </p:cNvPr>
          <p:cNvSpPr/>
          <p:nvPr/>
        </p:nvSpPr>
        <p:spPr>
          <a:xfrm>
            <a:off x="33357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470D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1" name="자유형 787">
            <a:extLst>
              <a:ext uri="{FF2B5EF4-FFF2-40B4-BE49-F238E27FC236}">
                <a16:creationId xmlns:a16="http://schemas.microsoft.com/office/drawing/2014/main" id="{CFBEC803-7847-4435-9047-2D8BCC93CD0B}"/>
              </a:ext>
            </a:extLst>
          </p:cNvPr>
          <p:cNvSpPr/>
          <p:nvPr/>
        </p:nvSpPr>
        <p:spPr>
          <a:xfrm>
            <a:off x="33609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471D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2" name="자유형 788">
            <a:extLst>
              <a:ext uri="{FF2B5EF4-FFF2-40B4-BE49-F238E27FC236}">
                <a16:creationId xmlns:a16="http://schemas.microsoft.com/office/drawing/2014/main" id="{97B66D1D-F999-465D-860D-3EE1594E4E37}"/>
              </a:ext>
            </a:extLst>
          </p:cNvPr>
          <p:cNvSpPr/>
          <p:nvPr/>
        </p:nvSpPr>
        <p:spPr>
          <a:xfrm>
            <a:off x="33864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471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" name="자유형 789">
            <a:extLst>
              <a:ext uri="{FF2B5EF4-FFF2-40B4-BE49-F238E27FC236}">
                <a16:creationId xmlns:a16="http://schemas.microsoft.com/office/drawing/2014/main" id="{FF26022E-85DE-4BB9-96D4-67166D4CDFAB}"/>
              </a:ext>
            </a:extLst>
          </p:cNvPr>
          <p:cNvSpPr/>
          <p:nvPr/>
        </p:nvSpPr>
        <p:spPr>
          <a:xfrm>
            <a:off x="34116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472D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" name="자유형 790">
            <a:extLst>
              <a:ext uri="{FF2B5EF4-FFF2-40B4-BE49-F238E27FC236}">
                <a16:creationId xmlns:a16="http://schemas.microsoft.com/office/drawing/2014/main" id="{AD596AF7-922B-4378-94BE-F891C78CB0C3}"/>
              </a:ext>
            </a:extLst>
          </p:cNvPr>
          <p:cNvSpPr/>
          <p:nvPr/>
        </p:nvSpPr>
        <p:spPr>
          <a:xfrm>
            <a:off x="34372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573D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" name="자유형 791">
            <a:extLst>
              <a:ext uri="{FF2B5EF4-FFF2-40B4-BE49-F238E27FC236}">
                <a16:creationId xmlns:a16="http://schemas.microsoft.com/office/drawing/2014/main" id="{20AFBC1D-0ECE-4F44-AA2D-C8E80C2E25D0}"/>
              </a:ext>
            </a:extLst>
          </p:cNvPr>
          <p:cNvSpPr/>
          <p:nvPr/>
        </p:nvSpPr>
        <p:spPr>
          <a:xfrm>
            <a:off x="34624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573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" name="자유형 792">
            <a:extLst>
              <a:ext uri="{FF2B5EF4-FFF2-40B4-BE49-F238E27FC236}">
                <a16:creationId xmlns:a16="http://schemas.microsoft.com/office/drawing/2014/main" id="{8046B1E4-AE1B-4562-936C-D7AE029934E1}"/>
              </a:ext>
            </a:extLst>
          </p:cNvPr>
          <p:cNvSpPr/>
          <p:nvPr/>
        </p:nvSpPr>
        <p:spPr>
          <a:xfrm>
            <a:off x="34880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574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7" name="자유형 793">
            <a:extLst>
              <a:ext uri="{FF2B5EF4-FFF2-40B4-BE49-F238E27FC236}">
                <a16:creationId xmlns:a16="http://schemas.microsoft.com/office/drawing/2014/main" id="{7B960102-ACF7-4DA2-9CA7-47D4C0C70D91}"/>
              </a:ext>
            </a:extLst>
          </p:cNvPr>
          <p:cNvSpPr/>
          <p:nvPr/>
        </p:nvSpPr>
        <p:spPr>
          <a:xfrm>
            <a:off x="35135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574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8" name="자유형 794">
            <a:extLst>
              <a:ext uri="{FF2B5EF4-FFF2-40B4-BE49-F238E27FC236}">
                <a16:creationId xmlns:a16="http://schemas.microsoft.com/office/drawing/2014/main" id="{DEB5F29B-C826-4BD1-9FC7-C8FB55B2234F}"/>
              </a:ext>
            </a:extLst>
          </p:cNvPr>
          <p:cNvSpPr/>
          <p:nvPr/>
        </p:nvSpPr>
        <p:spPr>
          <a:xfrm>
            <a:off x="3538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675E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" name="자유형 795">
            <a:extLst>
              <a:ext uri="{FF2B5EF4-FFF2-40B4-BE49-F238E27FC236}">
                <a16:creationId xmlns:a16="http://schemas.microsoft.com/office/drawing/2014/main" id="{6A03D12F-CC1B-4C2B-A79D-EB7786D94FA4}"/>
              </a:ext>
            </a:extLst>
          </p:cNvPr>
          <p:cNvSpPr/>
          <p:nvPr/>
        </p:nvSpPr>
        <p:spPr>
          <a:xfrm>
            <a:off x="35643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675E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" name="자유형 796">
            <a:extLst>
              <a:ext uri="{FF2B5EF4-FFF2-40B4-BE49-F238E27FC236}">
                <a16:creationId xmlns:a16="http://schemas.microsoft.com/office/drawing/2014/main" id="{D96C60F5-5F7B-4F04-81EA-3639EEDCF05B}"/>
              </a:ext>
            </a:extLst>
          </p:cNvPr>
          <p:cNvSpPr/>
          <p:nvPr/>
        </p:nvSpPr>
        <p:spPr>
          <a:xfrm>
            <a:off x="3589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676E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" name="자유형 797">
            <a:extLst>
              <a:ext uri="{FF2B5EF4-FFF2-40B4-BE49-F238E27FC236}">
                <a16:creationId xmlns:a16="http://schemas.microsoft.com/office/drawing/2014/main" id="{42849E7F-4E54-4B33-8F8B-5579A388AB64}"/>
              </a:ext>
            </a:extLst>
          </p:cNvPr>
          <p:cNvSpPr/>
          <p:nvPr/>
        </p:nvSpPr>
        <p:spPr>
          <a:xfrm>
            <a:off x="36150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676E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2" name="자유형 798">
            <a:extLst>
              <a:ext uri="{FF2B5EF4-FFF2-40B4-BE49-F238E27FC236}">
                <a16:creationId xmlns:a16="http://schemas.microsoft.com/office/drawing/2014/main" id="{63676F92-CA36-4FF8-8100-306241BB480A}"/>
              </a:ext>
            </a:extLst>
          </p:cNvPr>
          <p:cNvSpPr/>
          <p:nvPr/>
        </p:nvSpPr>
        <p:spPr>
          <a:xfrm>
            <a:off x="3640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777E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3" name="자유형 799">
            <a:extLst>
              <a:ext uri="{FF2B5EF4-FFF2-40B4-BE49-F238E27FC236}">
                <a16:creationId xmlns:a16="http://schemas.microsoft.com/office/drawing/2014/main" id="{A347171B-3D48-47E5-833C-B014F5D75417}"/>
              </a:ext>
            </a:extLst>
          </p:cNvPr>
          <p:cNvSpPr/>
          <p:nvPr/>
        </p:nvSpPr>
        <p:spPr>
          <a:xfrm>
            <a:off x="36658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778E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4" name="자유형 800">
            <a:extLst>
              <a:ext uri="{FF2B5EF4-FFF2-40B4-BE49-F238E27FC236}">
                <a16:creationId xmlns:a16="http://schemas.microsoft.com/office/drawing/2014/main" id="{CCE32CCA-644F-4EC8-9A3A-E0B1F7A80486}"/>
              </a:ext>
            </a:extLst>
          </p:cNvPr>
          <p:cNvSpPr/>
          <p:nvPr/>
        </p:nvSpPr>
        <p:spPr>
          <a:xfrm>
            <a:off x="3691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778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5" name="자유형 801">
            <a:extLst>
              <a:ext uri="{FF2B5EF4-FFF2-40B4-BE49-F238E27FC236}">
                <a16:creationId xmlns:a16="http://schemas.microsoft.com/office/drawing/2014/main" id="{C837704F-E641-4898-814A-DC871FA58D4F}"/>
              </a:ext>
            </a:extLst>
          </p:cNvPr>
          <p:cNvSpPr/>
          <p:nvPr/>
        </p:nvSpPr>
        <p:spPr>
          <a:xfrm>
            <a:off x="37166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779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6" name="자유형 802">
            <a:extLst>
              <a:ext uri="{FF2B5EF4-FFF2-40B4-BE49-F238E27FC236}">
                <a16:creationId xmlns:a16="http://schemas.microsoft.com/office/drawing/2014/main" id="{D3885EEF-CB9E-4079-8662-BE33A87F89C8}"/>
              </a:ext>
            </a:extLst>
          </p:cNvPr>
          <p:cNvSpPr/>
          <p:nvPr/>
        </p:nvSpPr>
        <p:spPr>
          <a:xfrm>
            <a:off x="3741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779E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7" name="자유형 803">
            <a:extLst>
              <a:ext uri="{FF2B5EF4-FFF2-40B4-BE49-F238E27FC236}">
                <a16:creationId xmlns:a16="http://schemas.microsoft.com/office/drawing/2014/main" id="{5AB2BAAB-A9D3-4222-893D-0D03DD21B256}"/>
              </a:ext>
            </a:extLst>
          </p:cNvPr>
          <p:cNvSpPr/>
          <p:nvPr/>
        </p:nvSpPr>
        <p:spPr>
          <a:xfrm>
            <a:off x="3767372" y="1518745"/>
            <a:ext cx="26280" cy="33480"/>
          </a:xfrm>
          <a:custGeom>
            <a:avLst/>
            <a:gdLst/>
            <a:ahLst/>
            <a:cxnLst/>
            <a:rect l="0" t="0" r="r" b="b"/>
            <a:pathLst>
              <a:path w="73" h="93">
                <a:moveTo>
                  <a:pt x="0" y="0"/>
                </a:moveTo>
                <a:lnTo>
                  <a:pt x="73" y="0"/>
                </a:lnTo>
                <a:lnTo>
                  <a:pt x="73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87AE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8" name="자유형 804">
            <a:extLst>
              <a:ext uri="{FF2B5EF4-FFF2-40B4-BE49-F238E27FC236}">
                <a16:creationId xmlns:a16="http://schemas.microsoft.com/office/drawing/2014/main" id="{9CDB89B4-EEC8-4598-99C1-CC38A7723FCF}"/>
              </a:ext>
            </a:extLst>
          </p:cNvPr>
          <p:cNvSpPr/>
          <p:nvPr/>
        </p:nvSpPr>
        <p:spPr>
          <a:xfrm>
            <a:off x="37929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87A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9" name="자유형 805">
            <a:extLst>
              <a:ext uri="{FF2B5EF4-FFF2-40B4-BE49-F238E27FC236}">
                <a16:creationId xmlns:a16="http://schemas.microsoft.com/office/drawing/2014/main" id="{1902401A-E619-4D77-8768-314815AE284E}"/>
              </a:ext>
            </a:extLst>
          </p:cNvPr>
          <p:cNvSpPr/>
          <p:nvPr/>
        </p:nvSpPr>
        <p:spPr>
          <a:xfrm>
            <a:off x="38181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87B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0" name="자유형 806">
            <a:extLst>
              <a:ext uri="{FF2B5EF4-FFF2-40B4-BE49-F238E27FC236}">
                <a16:creationId xmlns:a16="http://schemas.microsoft.com/office/drawing/2014/main" id="{8121CD23-6F23-4E75-9E0C-205530C22E2C}"/>
              </a:ext>
            </a:extLst>
          </p:cNvPr>
          <p:cNvSpPr/>
          <p:nvPr/>
        </p:nvSpPr>
        <p:spPr>
          <a:xfrm>
            <a:off x="38436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87C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1" name="자유형 807">
            <a:extLst>
              <a:ext uri="{FF2B5EF4-FFF2-40B4-BE49-F238E27FC236}">
                <a16:creationId xmlns:a16="http://schemas.microsoft.com/office/drawing/2014/main" id="{E68D93E9-DCD9-480F-8980-6A54D40C54C9}"/>
              </a:ext>
            </a:extLst>
          </p:cNvPr>
          <p:cNvSpPr/>
          <p:nvPr/>
        </p:nvSpPr>
        <p:spPr>
          <a:xfrm>
            <a:off x="3868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97C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2" name="자유형 808">
            <a:extLst>
              <a:ext uri="{FF2B5EF4-FFF2-40B4-BE49-F238E27FC236}">
                <a16:creationId xmlns:a16="http://schemas.microsoft.com/office/drawing/2014/main" id="{8F165E70-1A05-4EE9-9DB6-1CD306C35369}"/>
              </a:ext>
            </a:extLst>
          </p:cNvPr>
          <p:cNvSpPr/>
          <p:nvPr/>
        </p:nvSpPr>
        <p:spPr>
          <a:xfrm>
            <a:off x="38944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97D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3" name="자유형 809">
            <a:extLst>
              <a:ext uri="{FF2B5EF4-FFF2-40B4-BE49-F238E27FC236}">
                <a16:creationId xmlns:a16="http://schemas.microsoft.com/office/drawing/2014/main" id="{717AA9E4-ACF4-4642-A433-ADC72C19BCD3}"/>
              </a:ext>
            </a:extLst>
          </p:cNvPr>
          <p:cNvSpPr/>
          <p:nvPr/>
        </p:nvSpPr>
        <p:spPr>
          <a:xfrm>
            <a:off x="3919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97DE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4" name="자유형 810">
            <a:extLst>
              <a:ext uri="{FF2B5EF4-FFF2-40B4-BE49-F238E27FC236}">
                <a16:creationId xmlns:a16="http://schemas.microsoft.com/office/drawing/2014/main" id="{808B55DB-6296-40B8-8A9D-4A3DD8B39D5D}"/>
              </a:ext>
            </a:extLst>
          </p:cNvPr>
          <p:cNvSpPr/>
          <p:nvPr/>
        </p:nvSpPr>
        <p:spPr>
          <a:xfrm>
            <a:off x="39452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97E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" name="자유형 811">
            <a:extLst>
              <a:ext uri="{FF2B5EF4-FFF2-40B4-BE49-F238E27FC236}">
                <a16:creationId xmlns:a16="http://schemas.microsoft.com/office/drawing/2014/main" id="{0C9408D3-9BDC-4720-8E1A-7BAF042A06D7}"/>
              </a:ext>
            </a:extLst>
          </p:cNvPr>
          <p:cNvSpPr/>
          <p:nvPr/>
        </p:nvSpPr>
        <p:spPr>
          <a:xfrm>
            <a:off x="3970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97E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6" name="자유형 812">
            <a:extLst>
              <a:ext uri="{FF2B5EF4-FFF2-40B4-BE49-F238E27FC236}">
                <a16:creationId xmlns:a16="http://schemas.microsoft.com/office/drawing/2014/main" id="{394D9D75-2AAE-476B-877B-B730FFBF4E8C}"/>
              </a:ext>
            </a:extLst>
          </p:cNvPr>
          <p:cNvSpPr/>
          <p:nvPr/>
        </p:nvSpPr>
        <p:spPr>
          <a:xfrm>
            <a:off x="39959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A7F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7" name="자유형 813">
            <a:extLst>
              <a:ext uri="{FF2B5EF4-FFF2-40B4-BE49-F238E27FC236}">
                <a16:creationId xmlns:a16="http://schemas.microsoft.com/office/drawing/2014/main" id="{F26C04C6-7FFF-4B5A-8507-68DA40FF2AA0}"/>
              </a:ext>
            </a:extLst>
          </p:cNvPr>
          <p:cNvSpPr/>
          <p:nvPr/>
        </p:nvSpPr>
        <p:spPr>
          <a:xfrm>
            <a:off x="40211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A80F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8" name="자유형 814">
            <a:extLst>
              <a:ext uri="{FF2B5EF4-FFF2-40B4-BE49-F238E27FC236}">
                <a16:creationId xmlns:a16="http://schemas.microsoft.com/office/drawing/2014/main" id="{22B13725-3EF0-4DFA-87BC-44246447E7AB}"/>
              </a:ext>
            </a:extLst>
          </p:cNvPr>
          <p:cNvSpPr/>
          <p:nvPr/>
        </p:nvSpPr>
        <p:spPr>
          <a:xfrm>
            <a:off x="40467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A80F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9" name="자유형 815">
            <a:extLst>
              <a:ext uri="{FF2B5EF4-FFF2-40B4-BE49-F238E27FC236}">
                <a16:creationId xmlns:a16="http://schemas.microsoft.com/office/drawing/2014/main" id="{FF47565B-D829-4EF0-A716-47E5E327C8C4}"/>
              </a:ext>
            </a:extLst>
          </p:cNvPr>
          <p:cNvSpPr/>
          <p:nvPr/>
        </p:nvSpPr>
        <p:spPr>
          <a:xfrm>
            <a:off x="40722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A81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0" name="자유형 816">
            <a:extLst>
              <a:ext uri="{FF2B5EF4-FFF2-40B4-BE49-F238E27FC236}">
                <a16:creationId xmlns:a16="http://schemas.microsoft.com/office/drawing/2014/main" id="{815B7FF6-E4AC-4A79-9805-26D392F83C74}"/>
              </a:ext>
            </a:extLst>
          </p:cNvPr>
          <p:cNvSpPr/>
          <p:nvPr/>
        </p:nvSpPr>
        <p:spPr>
          <a:xfrm>
            <a:off x="40974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B81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1" name="자유형 817">
            <a:extLst>
              <a:ext uri="{FF2B5EF4-FFF2-40B4-BE49-F238E27FC236}">
                <a16:creationId xmlns:a16="http://schemas.microsoft.com/office/drawing/2014/main" id="{C391A0B6-54B1-49FB-9777-93099238962A}"/>
              </a:ext>
            </a:extLst>
          </p:cNvPr>
          <p:cNvSpPr/>
          <p:nvPr/>
        </p:nvSpPr>
        <p:spPr>
          <a:xfrm>
            <a:off x="41230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2" name="자유형 818">
            <a:extLst>
              <a:ext uri="{FF2B5EF4-FFF2-40B4-BE49-F238E27FC236}">
                <a16:creationId xmlns:a16="http://schemas.microsoft.com/office/drawing/2014/main" id="{2E0F957A-7659-446C-90DB-79099CFC9CAD}"/>
              </a:ext>
            </a:extLst>
          </p:cNvPr>
          <p:cNvSpPr/>
          <p:nvPr/>
        </p:nvSpPr>
        <p:spPr>
          <a:xfrm>
            <a:off x="4348772" y="1518745"/>
            <a:ext cx="3259440" cy="1904629"/>
          </a:xfrm>
          <a:custGeom>
            <a:avLst/>
            <a:gdLst/>
            <a:ahLst/>
            <a:cxnLst/>
            <a:rect l="0" t="0" r="r" b="b"/>
            <a:pathLst>
              <a:path w="9054" h="7289">
                <a:moveTo>
                  <a:pt x="0" y="7011"/>
                </a:moveTo>
                <a:lnTo>
                  <a:pt x="0" y="278"/>
                </a:ln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5" y="188"/>
                  <a:pt x="22" y="172"/>
                </a:cubicBezTo>
                <a:cubicBezTo>
                  <a:pt x="29" y="155"/>
                  <a:pt x="37" y="139"/>
                  <a:pt x="47" y="123"/>
                </a:cubicBezTo>
                <a:cubicBezTo>
                  <a:pt x="57" y="108"/>
                  <a:pt x="69" y="94"/>
                  <a:pt x="82" y="81"/>
                </a:cubicBezTo>
                <a:cubicBezTo>
                  <a:pt x="95" y="68"/>
                  <a:pt x="109" y="57"/>
                  <a:pt x="124" y="47"/>
                </a:cubicBezTo>
                <a:cubicBezTo>
                  <a:pt x="139" y="36"/>
                  <a:pt x="155" y="28"/>
                  <a:pt x="172" y="21"/>
                </a:cubicBezTo>
                <a:cubicBezTo>
                  <a:pt x="189" y="14"/>
                  <a:pt x="207" y="9"/>
                  <a:pt x="225" y="5"/>
                </a:cubicBezTo>
                <a:cubicBezTo>
                  <a:pt x="242" y="1"/>
                  <a:pt x="261" y="0"/>
                  <a:pt x="279" y="0"/>
                </a:cubicBezTo>
                <a:lnTo>
                  <a:pt x="8776" y="0"/>
                </a:lnTo>
                <a:cubicBezTo>
                  <a:pt x="8794" y="0"/>
                  <a:pt x="8812" y="1"/>
                  <a:pt x="8830" y="5"/>
                </a:cubicBezTo>
                <a:cubicBezTo>
                  <a:pt x="8848" y="9"/>
                  <a:pt x="8866" y="14"/>
                  <a:pt x="8882" y="21"/>
                </a:cubicBezTo>
                <a:cubicBezTo>
                  <a:pt x="8899" y="28"/>
                  <a:pt x="8915" y="36"/>
                  <a:pt x="8931" y="47"/>
                </a:cubicBezTo>
                <a:cubicBezTo>
                  <a:pt x="8946" y="57"/>
                  <a:pt x="8960" y="68"/>
                  <a:pt x="8973" y="81"/>
                </a:cubicBezTo>
                <a:cubicBezTo>
                  <a:pt x="8986" y="94"/>
                  <a:pt x="8997" y="108"/>
                  <a:pt x="9007" y="123"/>
                </a:cubicBezTo>
                <a:cubicBezTo>
                  <a:pt x="9018" y="139"/>
                  <a:pt x="9026" y="155"/>
                  <a:pt x="9033" y="172"/>
                </a:cubicBezTo>
                <a:cubicBezTo>
                  <a:pt x="9040" y="188"/>
                  <a:pt x="9045" y="206"/>
                  <a:pt x="9049" y="224"/>
                </a:cubicBezTo>
                <a:cubicBezTo>
                  <a:pt x="9053" y="242"/>
                  <a:pt x="9054" y="260"/>
                  <a:pt x="9054" y="278"/>
                </a:cubicBezTo>
                <a:lnTo>
                  <a:pt x="9054" y="7011"/>
                </a:lnTo>
                <a:cubicBezTo>
                  <a:pt x="9054" y="7029"/>
                  <a:pt x="9053" y="7047"/>
                  <a:pt x="9049" y="7065"/>
                </a:cubicBezTo>
                <a:cubicBezTo>
                  <a:pt x="9045" y="7083"/>
                  <a:pt x="9040" y="7101"/>
                  <a:pt x="9033" y="7118"/>
                </a:cubicBezTo>
                <a:cubicBezTo>
                  <a:pt x="9026" y="7134"/>
                  <a:pt x="9018" y="7150"/>
                  <a:pt x="9007" y="7166"/>
                </a:cubicBezTo>
                <a:cubicBezTo>
                  <a:pt x="8997" y="7181"/>
                  <a:pt x="8986" y="7195"/>
                  <a:pt x="8973" y="7208"/>
                </a:cubicBezTo>
                <a:cubicBezTo>
                  <a:pt x="8960" y="7221"/>
                  <a:pt x="8946" y="7232"/>
                  <a:pt x="8931" y="7243"/>
                </a:cubicBezTo>
                <a:cubicBezTo>
                  <a:pt x="8915" y="7253"/>
                  <a:pt x="8899" y="7261"/>
                  <a:pt x="8882" y="7268"/>
                </a:cubicBezTo>
                <a:cubicBezTo>
                  <a:pt x="8866" y="7275"/>
                  <a:pt x="8848" y="7281"/>
                  <a:pt x="8830" y="7284"/>
                </a:cubicBezTo>
                <a:cubicBezTo>
                  <a:pt x="8812" y="7288"/>
                  <a:pt x="8794" y="7289"/>
                  <a:pt x="8776" y="7289"/>
                </a:cubicBezTo>
                <a:lnTo>
                  <a:pt x="279" y="7289"/>
                </a:lnTo>
                <a:cubicBezTo>
                  <a:pt x="261" y="7289"/>
                  <a:pt x="242" y="7288"/>
                  <a:pt x="225" y="7284"/>
                </a:cubicBezTo>
                <a:cubicBezTo>
                  <a:pt x="207" y="7281"/>
                  <a:pt x="189" y="7275"/>
                  <a:pt x="172" y="7268"/>
                </a:cubicBezTo>
                <a:cubicBezTo>
                  <a:pt x="155" y="7261"/>
                  <a:pt x="139" y="7253"/>
                  <a:pt x="124" y="7243"/>
                </a:cubicBezTo>
                <a:cubicBezTo>
                  <a:pt x="109" y="7232"/>
                  <a:pt x="95" y="7221"/>
                  <a:pt x="82" y="7208"/>
                </a:cubicBezTo>
                <a:cubicBezTo>
                  <a:pt x="69" y="7195"/>
                  <a:pt x="57" y="7181"/>
                  <a:pt x="47" y="7166"/>
                </a:cubicBezTo>
                <a:cubicBezTo>
                  <a:pt x="37" y="7150"/>
                  <a:pt x="29" y="7134"/>
                  <a:pt x="22" y="7118"/>
                </a:cubicBezTo>
                <a:cubicBezTo>
                  <a:pt x="15" y="7101"/>
                  <a:pt x="9" y="7083"/>
                  <a:pt x="6" y="7065"/>
                </a:cubicBezTo>
                <a:cubicBezTo>
                  <a:pt x="2" y="7047"/>
                  <a:pt x="0" y="7029"/>
                  <a:pt x="0" y="701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03" name="그림 602">
            <a:extLst>
              <a:ext uri="{FF2B5EF4-FFF2-40B4-BE49-F238E27FC236}">
                <a16:creationId xmlns:a16="http://schemas.microsoft.com/office/drawing/2014/main" id="{54D25502-E514-4E8E-A673-0CB77E270458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4549652" y="1719265"/>
            <a:ext cx="584640" cy="58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4" name="그림 603">
            <a:extLst>
              <a:ext uri="{FF2B5EF4-FFF2-40B4-BE49-F238E27FC236}">
                <a16:creationId xmlns:a16="http://schemas.microsoft.com/office/drawing/2014/main" id="{8880E089-15B9-45D5-A59F-D3C0037AB819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4700132" y="1894945"/>
            <a:ext cx="29196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TextBox 604">
            <a:extLst>
              <a:ext uri="{FF2B5EF4-FFF2-40B4-BE49-F238E27FC236}">
                <a16:creationId xmlns:a16="http://schemas.microsoft.com/office/drawing/2014/main" id="{2C769B6F-9B84-4694-83C0-403E524F5C05}"/>
              </a:ext>
            </a:extLst>
          </p:cNvPr>
          <p:cNvSpPr txBox="1"/>
          <p:nvPr/>
        </p:nvSpPr>
        <p:spPr>
          <a:xfrm>
            <a:off x="1282292" y="3041502"/>
            <a:ext cx="1815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통합 </a:t>
            </a:r>
            <a:r>
              <a:rPr lang="en-US" sz="1050" dirty="0">
                <a:solidFill>
                  <a:srgbClr val="4B5563"/>
                </a:solidFill>
                <a:latin typeface="Pretendard"/>
                <a:ea typeface="Pretendard"/>
              </a:rPr>
              <a:t>AI </a:t>
            </a: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애플리케이션 관리 기능</a:t>
            </a:r>
            <a:endParaRPr lang="en-US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06" name="그림 605">
            <a:extLst>
              <a:ext uri="{FF2B5EF4-FFF2-40B4-BE49-F238E27FC236}">
                <a16:creationId xmlns:a16="http://schemas.microsoft.com/office/drawing/2014/main" id="{A41627FF-A6A8-4128-BF97-4A9170B9099B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4549652" y="2519392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TextBox 606">
            <a:extLst>
              <a:ext uri="{FF2B5EF4-FFF2-40B4-BE49-F238E27FC236}">
                <a16:creationId xmlns:a16="http://schemas.microsoft.com/office/drawing/2014/main" id="{D9B8AC84-3F67-4361-9373-B94D6C59DF16}"/>
              </a:ext>
            </a:extLst>
          </p:cNvPr>
          <p:cNvSpPr txBox="1"/>
          <p:nvPr/>
        </p:nvSpPr>
        <p:spPr>
          <a:xfrm>
            <a:off x="5282107" y="1884685"/>
            <a:ext cx="198291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400" b="1" dirty="0">
                <a:solidFill>
                  <a:srgbClr val="1F2937"/>
                </a:solidFill>
                <a:latin typeface="Pretendard"/>
                <a:ea typeface="Pretendard"/>
              </a:rPr>
              <a:t>가상화 및 컨테이너 기술</a:t>
            </a: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08" name="그림 607">
            <a:extLst>
              <a:ext uri="{FF2B5EF4-FFF2-40B4-BE49-F238E27FC236}">
                <a16:creationId xmlns:a16="http://schemas.microsoft.com/office/drawing/2014/main" id="{527A3FB5-9BCD-4024-B9CA-11F8DE531871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4549652" y="2786872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9" name="TextBox 608">
            <a:extLst>
              <a:ext uri="{FF2B5EF4-FFF2-40B4-BE49-F238E27FC236}">
                <a16:creationId xmlns:a16="http://schemas.microsoft.com/office/drawing/2014/main" id="{B8813B51-919B-4120-BC11-13150EC655E0}"/>
              </a:ext>
            </a:extLst>
          </p:cNvPr>
          <p:cNvSpPr txBox="1"/>
          <p:nvPr/>
        </p:nvSpPr>
        <p:spPr>
          <a:xfrm>
            <a:off x="4736132" y="2503912"/>
            <a:ext cx="2539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4B5563"/>
                </a:solidFill>
                <a:latin typeface="Pretendard"/>
                <a:ea typeface="Pretendard"/>
              </a:rPr>
              <a:t>도커</a:t>
            </a:r>
            <a:r>
              <a:rPr lang="en-US" sz="1050">
                <a:solidFill>
                  <a:srgbClr val="4B5563"/>
                </a:solidFill>
                <a:latin typeface="Pretendard"/>
                <a:ea typeface="Pretendard"/>
              </a:rPr>
              <a:t>(Docker) </a:t>
            </a:r>
            <a:r>
              <a:rPr lang="zh-CN" altLang="en-US" sz="1050">
                <a:solidFill>
                  <a:srgbClr val="4B5563"/>
                </a:solidFill>
                <a:latin typeface="Pretendard"/>
                <a:ea typeface="Pretendard"/>
              </a:rPr>
              <a:t>기반의 신속한 배포 및 확장성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10" name="그림 609">
            <a:extLst>
              <a:ext uri="{FF2B5EF4-FFF2-40B4-BE49-F238E27FC236}">
                <a16:creationId xmlns:a16="http://schemas.microsoft.com/office/drawing/2014/main" id="{0C16A00E-CE80-4590-98AB-215BBA879949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4549652" y="3053992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1" name="TextBox 610">
            <a:extLst>
              <a:ext uri="{FF2B5EF4-FFF2-40B4-BE49-F238E27FC236}">
                <a16:creationId xmlns:a16="http://schemas.microsoft.com/office/drawing/2014/main" id="{FE19751B-7A65-4E86-A4E9-0D509A87D30E}"/>
              </a:ext>
            </a:extLst>
          </p:cNvPr>
          <p:cNvSpPr txBox="1"/>
          <p:nvPr/>
        </p:nvSpPr>
        <p:spPr>
          <a:xfrm>
            <a:off x="4736132" y="2771392"/>
            <a:ext cx="2125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4B5563"/>
                </a:solidFill>
                <a:latin typeface="Pretendard"/>
                <a:ea typeface="Pretendard"/>
              </a:rPr>
              <a:t>고객 환경에 구애받지 않는 환경 독립성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자유형 828">
            <a:extLst>
              <a:ext uri="{FF2B5EF4-FFF2-40B4-BE49-F238E27FC236}">
                <a16:creationId xmlns:a16="http://schemas.microsoft.com/office/drawing/2014/main" id="{4694545F-5B0E-4DA1-BF47-0D6AD176C65E}"/>
              </a:ext>
            </a:extLst>
          </p:cNvPr>
          <p:cNvSpPr/>
          <p:nvPr/>
        </p:nvSpPr>
        <p:spPr>
          <a:xfrm>
            <a:off x="4348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E74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" name="자유형 829">
            <a:extLst>
              <a:ext uri="{FF2B5EF4-FFF2-40B4-BE49-F238E27FC236}">
                <a16:creationId xmlns:a16="http://schemas.microsoft.com/office/drawing/2014/main" id="{A62D1AF1-A380-4845-B2BE-44456EF446A0}"/>
              </a:ext>
            </a:extLst>
          </p:cNvPr>
          <p:cNvSpPr/>
          <p:nvPr/>
        </p:nvSpPr>
        <p:spPr>
          <a:xfrm>
            <a:off x="4374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E75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" name="자유형 830">
            <a:extLst>
              <a:ext uri="{FF2B5EF4-FFF2-40B4-BE49-F238E27FC236}">
                <a16:creationId xmlns:a16="http://schemas.microsoft.com/office/drawing/2014/main" id="{6D94A98A-32D8-4C46-AEFB-CBC8183746C8}"/>
              </a:ext>
            </a:extLst>
          </p:cNvPr>
          <p:cNvSpPr/>
          <p:nvPr/>
        </p:nvSpPr>
        <p:spPr>
          <a:xfrm>
            <a:off x="43998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E75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5" name="자유형 831">
            <a:extLst>
              <a:ext uri="{FF2B5EF4-FFF2-40B4-BE49-F238E27FC236}">
                <a16:creationId xmlns:a16="http://schemas.microsoft.com/office/drawing/2014/main" id="{2A7AFACA-99F5-459B-94CB-CE6F5DE9D3DD}"/>
              </a:ext>
            </a:extLst>
          </p:cNvPr>
          <p:cNvSpPr/>
          <p:nvPr/>
        </p:nvSpPr>
        <p:spPr>
          <a:xfrm>
            <a:off x="44250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E7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6" name="자유형 832">
            <a:extLst>
              <a:ext uri="{FF2B5EF4-FFF2-40B4-BE49-F238E27FC236}">
                <a16:creationId xmlns:a16="http://schemas.microsoft.com/office/drawing/2014/main" id="{41FA8D50-0885-44EA-B4F2-CC85F613ED44}"/>
              </a:ext>
            </a:extLst>
          </p:cNvPr>
          <p:cNvSpPr/>
          <p:nvPr/>
        </p:nvSpPr>
        <p:spPr>
          <a:xfrm>
            <a:off x="4450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E7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7" name="자유형 833">
            <a:extLst>
              <a:ext uri="{FF2B5EF4-FFF2-40B4-BE49-F238E27FC236}">
                <a16:creationId xmlns:a16="http://schemas.microsoft.com/office/drawing/2014/main" id="{FF4F304E-C8FB-455F-988E-F7BCF5B48308}"/>
              </a:ext>
            </a:extLst>
          </p:cNvPr>
          <p:cNvSpPr/>
          <p:nvPr/>
        </p:nvSpPr>
        <p:spPr>
          <a:xfrm>
            <a:off x="4476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E77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8" name="자유형 834">
            <a:extLst>
              <a:ext uri="{FF2B5EF4-FFF2-40B4-BE49-F238E27FC236}">
                <a16:creationId xmlns:a16="http://schemas.microsoft.com/office/drawing/2014/main" id="{47083574-D583-4DDE-B606-BD3492DC5E49}"/>
              </a:ext>
            </a:extLst>
          </p:cNvPr>
          <p:cNvSpPr/>
          <p:nvPr/>
        </p:nvSpPr>
        <p:spPr>
          <a:xfrm>
            <a:off x="45017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E77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9" name="자유형 835">
            <a:extLst>
              <a:ext uri="{FF2B5EF4-FFF2-40B4-BE49-F238E27FC236}">
                <a16:creationId xmlns:a16="http://schemas.microsoft.com/office/drawing/2014/main" id="{4C14407D-820D-4978-B2FA-C46672FE8AAD}"/>
              </a:ext>
            </a:extLst>
          </p:cNvPr>
          <p:cNvSpPr/>
          <p:nvPr/>
        </p:nvSpPr>
        <p:spPr>
          <a:xfrm>
            <a:off x="45269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E78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0" name="자유형 836">
            <a:extLst>
              <a:ext uri="{FF2B5EF4-FFF2-40B4-BE49-F238E27FC236}">
                <a16:creationId xmlns:a16="http://schemas.microsoft.com/office/drawing/2014/main" id="{C709DEC8-1594-4EA8-A2D8-3C489A215677}"/>
              </a:ext>
            </a:extLst>
          </p:cNvPr>
          <p:cNvSpPr/>
          <p:nvPr/>
        </p:nvSpPr>
        <p:spPr>
          <a:xfrm>
            <a:off x="4552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89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1" name="자유형 837">
            <a:extLst>
              <a:ext uri="{FF2B5EF4-FFF2-40B4-BE49-F238E27FC236}">
                <a16:creationId xmlns:a16="http://schemas.microsoft.com/office/drawing/2014/main" id="{F939008E-8A65-4308-A901-C8EAA732757F}"/>
              </a:ext>
            </a:extLst>
          </p:cNvPr>
          <p:cNvSpPr/>
          <p:nvPr/>
        </p:nvSpPr>
        <p:spPr>
          <a:xfrm>
            <a:off x="45780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99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2" name="자유형 838">
            <a:extLst>
              <a:ext uri="{FF2B5EF4-FFF2-40B4-BE49-F238E27FC236}">
                <a16:creationId xmlns:a16="http://schemas.microsoft.com/office/drawing/2014/main" id="{125D37B4-23C0-4349-B188-5FBCCA84286C}"/>
              </a:ext>
            </a:extLst>
          </p:cNvPr>
          <p:cNvSpPr/>
          <p:nvPr/>
        </p:nvSpPr>
        <p:spPr>
          <a:xfrm>
            <a:off x="46036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9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3" name="자유형 839">
            <a:extLst>
              <a:ext uri="{FF2B5EF4-FFF2-40B4-BE49-F238E27FC236}">
                <a16:creationId xmlns:a16="http://schemas.microsoft.com/office/drawing/2014/main" id="{4EE0F44F-6F98-4DCE-938C-65D7AEE625FA}"/>
              </a:ext>
            </a:extLst>
          </p:cNvPr>
          <p:cNvSpPr/>
          <p:nvPr/>
        </p:nvSpPr>
        <p:spPr>
          <a:xfrm>
            <a:off x="46288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4" name="자유형 840">
            <a:extLst>
              <a:ext uri="{FF2B5EF4-FFF2-40B4-BE49-F238E27FC236}">
                <a16:creationId xmlns:a16="http://schemas.microsoft.com/office/drawing/2014/main" id="{044E5521-9E48-4A89-A926-EDB404D53943}"/>
              </a:ext>
            </a:extLst>
          </p:cNvPr>
          <p:cNvSpPr/>
          <p:nvPr/>
        </p:nvSpPr>
        <p:spPr>
          <a:xfrm>
            <a:off x="4654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A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5" name="자유형 841">
            <a:extLst>
              <a:ext uri="{FF2B5EF4-FFF2-40B4-BE49-F238E27FC236}">
                <a16:creationId xmlns:a16="http://schemas.microsoft.com/office/drawing/2014/main" id="{232CFBBF-DC13-4576-B768-F5C1DCAF8DEE}"/>
              </a:ext>
            </a:extLst>
          </p:cNvPr>
          <p:cNvSpPr/>
          <p:nvPr/>
        </p:nvSpPr>
        <p:spPr>
          <a:xfrm>
            <a:off x="46799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B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6" name="자유형 842">
            <a:extLst>
              <a:ext uri="{FF2B5EF4-FFF2-40B4-BE49-F238E27FC236}">
                <a16:creationId xmlns:a16="http://schemas.microsoft.com/office/drawing/2014/main" id="{8E963199-0C88-4985-B024-75675C08AFC2}"/>
              </a:ext>
            </a:extLst>
          </p:cNvPr>
          <p:cNvSpPr/>
          <p:nvPr/>
        </p:nvSpPr>
        <p:spPr>
          <a:xfrm>
            <a:off x="47051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C9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7" name="자유형 843">
            <a:extLst>
              <a:ext uri="{FF2B5EF4-FFF2-40B4-BE49-F238E27FC236}">
                <a16:creationId xmlns:a16="http://schemas.microsoft.com/office/drawing/2014/main" id="{1CBCA49B-0338-4D4B-B9BB-19B1A83F1DFC}"/>
              </a:ext>
            </a:extLst>
          </p:cNvPr>
          <p:cNvSpPr/>
          <p:nvPr/>
        </p:nvSpPr>
        <p:spPr>
          <a:xfrm>
            <a:off x="47307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C9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8" name="자유형 844">
            <a:extLst>
              <a:ext uri="{FF2B5EF4-FFF2-40B4-BE49-F238E27FC236}">
                <a16:creationId xmlns:a16="http://schemas.microsoft.com/office/drawing/2014/main" id="{93E8C0DD-3F27-431F-A168-6F7689934539}"/>
              </a:ext>
            </a:extLst>
          </p:cNvPr>
          <p:cNvSpPr/>
          <p:nvPr/>
        </p:nvSpPr>
        <p:spPr>
          <a:xfrm>
            <a:off x="4756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D9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9" name="자유형 845">
            <a:extLst>
              <a:ext uri="{FF2B5EF4-FFF2-40B4-BE49-F238E27FC236}">
                <a16:creationId xmlns:a16="http://schemas.microsoft.com/office/drawing/2014/main" id="{3CC25A01-C402-469B-A728-66530813FE52}"/>
              </a:ext>
            </a:extLst>
          </p:cNvPr>
          <p:cNvSpPr/>
          <p:nvPr/>
        </p:nvSpPr>
        <p:spPr>
          <a:xfrm>
            <a:off x="47818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D9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0" name="자유형 846">
            <a:extLst>
              <a:ext uri="{FF2B5EF4-FFF2-40B4-BE49-F238E27FC236}">
                <a16:creationId xmlns:a16="http://schemas.microsoft.com/office/drawing/2014/main" id="{AA066DC9-967C-4280-A02D-B5E71A7B8820}"/>
              </a:ext>
            </a:extLst>
          </p:cNvPr>
          <p:cNvSpPr/>
          <p:nvPr/>
        </p:nvSpPr>
        <p:spPr>
          <a:xfrm>
            <a:off x="4807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E9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1" name="자유형 847">
            <a:extLst>
              <a:ext uri="{FF2B5EF4-FFF2-40B4-BE49-F238E27FC236}">
                <a16:creationId xmlns:a16="http://schemas.microsoft.com/office/drawing/2014/main" id="{19239004-090B-4D6B-8D74-97CA560BAA2D}"/>
              </a:ext>
            </a:extLst>
          </p:cNvPr>
          <p:cNvSpPr/>
          <p:nvPr/>
        </p:nvSpPr>
        <p:spPr>
          <a:xfrm>
            <a:off x="48326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E9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2" name="자유형 848">
            <a:extLst>
              <a:ext uri="{FF2B5EF4-FFF2-40B4-BE49-F238E27FC236}">
                <a16:creationId xmlns:a16="http://schemas.microsoft.com/office/drawing/2014/main" id="{B91B5863-C440-44C8-986C-DDF8AFCCBE0C}"/>
              </a:ext>
            </a:extLst>
          </p:cNvPr>
          <p:cNvSpPr/>
          <p:nvPr/>
        </p:nvSpPr>
        <p:spPr>
          <a:xfrm>
            <a:off x="48581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F9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3" name="자유형 849">
            <a:extLst>
              <a:ext uri="{FF2B5EF4-FFF2-40B4-BE49-F238E27FC236}">
                <a16:creationId xmlns:a16="http://schemas.microsoft.com/office/drawing/2014/main" id="{11A8604D-4BAE-4601-B2F9-E5BE3B528C0B}"/>
              </a:ext>
            </a:extLst>
          </p:cNvPr>
          <p:cNvSpPr/>
          <p:nvPr/>
        </p:nvSpPr>
        <p:spPr>
          <a:xfrm>
            <a:off x="48837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7F9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4" name="자유형 850">
            <a:extLst>
              <a:ext uri="{FF2B5EF4-FFF2-40B4-BE49-F238E27FC236}">
                <a16:creationId xmlns:a16="http://schemas.microsoft.com/office/drawing/2014/main" id="{6F9C0C58-22A1-48B5-B2DA-1DF398B6CEB6}"/>
              </a:ext>
            </a:extLst>
          </p:cNvPr>
          <p:cNvSpPr/>
          <p:nvPr/>
        </p:nvSpPr>
        <p:spPr>
          <a:xfrm>
            <a:off x="49089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809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5" name="자유형 851">
            <a:extLst>
              <a:ext uri="{FF2B5EF4-FFF2-40B4-BE49-F238E27FC236}">
                <a16:creationId xmlns:a16="http://schemas.microsoft.com/office/drawing/2014/main" id="{D3F07438-CA23-471D-B903-C3C8D891C03E}"/>
              </a:ext>
            </a:extLst>
          </p:cNvPr>
          <p:cNvSpPr/>
          <p:nvPr/>
        </p:nvSpPr>
        <p:spPr>
          <a:xfrm>
            <a:off x="49344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809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" name="자유형 852">
            <a:extLst>
              <a:ext uri="{FF2B5EF4-FFF2-40B4-BE49-F238E27FC236}">
                <a16:creationId xmlns:a16="http://schemas.microsoft.com/office/drawing/2014/main" id="{A39CA667-E742-4A82-8604-F8BF54B2A2C2}"/>
              </a:ext>
            </a:extLst>
          </p:cNvPr>
          <p:cNvSpPr/>
          <p:nvPr/>
        </p:nvSpPr>
        <p:spPr>
          <a:xfrm>
            <a:off x="49600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D819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" name="자유형 853">
            <a:extLst>
              <a:ext uri="{FF2B5EF4-FFF2-40B4-BE49-F238E27FC236}">
                <a16:creationId xmlns:a16="http://schemas.microsoft.com/office/drawing/2014/main" id="{2262ADB2-41B3-4B4C-A67A-F7B7816BB071}"/>
              </a:ext>
            </a:extLst>
          </p:cNvPr>
          <p:cNvSpPr/>
          <p:nvPr/>
        </p:nvSpPr>
        <p:spPr>
          <a:xfrm>
            <a:off x="49852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19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" name="자유형 854">
            <a:extLst>
              <a:ext uri="{FF2B5EF4-FFF2-40B4-BE49-F238E27FC236}">
                <a16:creationId xmlns:a16="http://schemas.microsoft.com/office/drawing/2014/main" id="{01A3A463-0C4D-4108-B871-2C4F4B277D73}"/>
              </a:ext>
            </a:extLst>
          </p:cNvPr>
          <p:cNvSpPr/>
          <p:nvPr/>
        </p:nvSpPr>
        <p:spPr>
          <a:xfrm>
            <a:off x="5010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29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" name="자유형 855">
            <a:extLst>
              <a:ext uri="{FF2B5EF4-FFF2-40B4-BE49-F238E27FC236}">
                <a16:creationId xmlns:a16="http://schemas.microsoft.com/office/drawing/2014/main" id="{7B61A071-AA4A-4D3B-9119-6B2933264E4D}"/>
              </a:ext>
            </a:extLst>
          </p:cNvPr>
          <p:cNvSpPr/>
          <p:nvPr/>
        </p:nvSpPr>
        <p:spPr>
          <a:xfrm>
            <a:off x="50363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29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0" name="자유형 856">
            <a:extLst>
              <a:ext uri="{FF2B5EF4-FFF2-40B4-BE49-F238E27FC236}">
                <a16:creationId xmlns:a16="http://schemas.microsoft.com/office/drawing/2014/main" id="{3C311FC7-0E52-495A-9533-740F43F62EA5}"/>
              </a:ext>
            </a:extLst>
          </p:cNvPr>
          <p:cNvSpPr/>
          <p:nvPr/>
        </p:nvSpPr>
        <p:spPr>
          <a:xfrm>
            <a:off x="50619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39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1" name="자유형 857">
            <a:extLst>
              <a:ext uri="{FF2B5EF4-FFF2-40B4-BE49-F238E27FC236}">
                <a16:creationId xmlns:a16="http://schemas.microsoft.com/office/drawing/2014/main" id="{E9BC9AFE-1A66-49C6-B330-900195742E85}"/>
              </a:ext>
            </a:extLst>
          </p:cNvPr>
          <p:cNvSpPr/>
          <p:nvPr/>
        </p:nvSpPr>
        <p:spPr>
          <a:xfrm>
            <a:off x="50871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3A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" name="자유형 858">
            <a:extLst>
              <a:ext uri="{FF2B5EF4-FFF2-40B4-BE49-F238E27FC236}">
                <a16:creationId xmlns:a16="http://schemas.microsoft.com/office/drawing/2014/main" id="{946CBD19-FA90-4167-87CF-A3F1FF88197A}"/>
              </a:ext>
            </a:extLst>
          </p:cNvPr>
          <p:cNvSpPr/>
          <p:nvPr/>
        </p:nvSpPr>
        <p:spPr>
          <a:xfrm>
            <a:off x="51126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4A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" name="자유형 859">
            <a:extLst>
              <a:ext uri="{FF2B5EF4-FFF2-40B4-BE49-F238E27FC236}">
                <a16:creationId xmlns:a16="http://schemas.microsoft.com/office/drawing/2014/main" id="{90C4269F-FAC3-4B80-9EFF-A636727847D1}"/>
              </a:ext>
            </a:extLst>
          </p:cNvPr>
          <p:cNvSpPr/>
          <p:nvPr/>
        </p:nvSpPr>
        <p:spPr>
          <a:xfrm>
            <a:off x="51382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4A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" name="자유형 860">
            <a:extLst>
              <a:ext uri="{FF2B5EF4-FFF2-40B4-BE49-F238E27FC236}">
                <a16:creationId xmlns:a16="http://schemas.microsoft.com/office/drawing/2014/main" id="{2E622428-CB0A-4ADD-ABBF-93BBF55BAEE0}"/>
              </a:ext>
            </a:extLst>
          </p:cNvPr>
          <p:cNvSpPr/>
          <p:nvPr/>
        </p:nvSpPr>
        <p:spPr>
          <a:xfrm>
            <a:off x="51638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5A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" name="자유형 861">
            <a:extLst>
              <a:ext uri="{FF2B5EF4-FFF2-40B4-BE49-F238E27FC236}">
                <a16:creationId xmlns:a16="http://schemas.microsoft.com/office/drawing/2014/main" id="{7C0FFF10-6D36-4A30-B302-0D3FAC78BB06}"/>
              </a:ext>
            </a:extLst>
          </p:cNvPr>
          <p:cNvSpPr/>
          <p:nvPr/>
        </p:nvSpPr>
        <p:spPr>
          <a:xfrm>
            <a:off x="51890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5A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6" name="자유형 862">
            <a:extLst>
              <a:ext uri="{FF2B5EF4-FFF2-40B4-BE49-F238E27FC236}">
                <a16:creationId xmlns:a16="http://schemas.microsoft.com/office/drawing/2014/main" id="{1CDA7680-2F28-47B2-9BF6-EE903A5BE616}"/>
              </a:ext>
            </a:extLst>
          </p:cNvPr>
          <p:cNvSpPr/>
          <p:nvPr/>
        </p:nvSpPr>
        <p:spPr>
          <a:xfrm>
            <a:off x="5214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6A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7" name="자유형 863">
            <a:extLst>
              <a:ext uri="{FF2B5EF4-FFF2-40B4-BE49-F238E27FC236}">
                <a16:creationId xmlns:a16="http://schemas.microsoft.com/office/drawing/2014/main" id="{817965F2-4485-4861-A8DA-537DD5D66DC2}"/>
              </a:ext>
            </a:extLst>
          </p:cNvPr>
          <p:cNvSpPr/>
          <p:nvPr/>
        </p:nvSpPr>
        <p:spPr>
          <a:xfrm>
            <a:off x="52401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6A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8" name="자유형 864">
            <a:extLst>
              <a:ext uri="{FF2B5EF4-FFF2-40B4-BE49-F238E27FC236}">
                <a16:creationId xmlns:a16="http://schemas.microsoft.com/office/drawing/2014/main" id="{35361A12-4A2B-4C55-A035-FD123845295D}"/>
              </a:ext>
            </a:extLst>
          </p:cNvPr>
          <p:cNvSpPr/>
          <p:nvPr/>
        </p:nvSpPr>
        <p:spPr>
          <a:xfrm>
            <a:off x="5265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7A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9" name="자유형 865">
            <a:extLst>
              <a:ext uri="{FF2B5EF4-FFF2-40B4-BE49-F238E27FC236}">
                <a16:creationId xmlns:a16="http://schemas.microsoft.com/office/drawing/2014/main" id="{78179EFC-8EDE-4C61-93F7-0D599C1B9010}"/>
              </a:ext>
            </a:extLst>
          </p:cNvPr>
          <p:cNvSpPr/>
          <p:nvPr/>
        </p:nvSpPr>
        <p:spPr>
          <a:xfrm>
            <a:off x="5290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7A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0" name="자유형 866">
            <a:extLst>
              <a:ext uri="{FF2B5EF4-FFF2-40B4-BE49-F238E27FC236}">
                <a16:creationId xmlns:a16="http://schemas.microsoft.com/office/drawing/2014/main" id="{4AE8417B-263F-4986-BFC3-138EAD69B4D6}"/>
              </a:ext>
            </a:extLst>
          </p:cNvPr>
          <p:cNvSpPr/>
          <p:nvPr/>
        </p:nvSpPr>
        <p:spPr>
          <a:xfrm>
            <a:off x="53164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8A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1" name="자유형 867">
            <a:extLst>
              <a:ext uri="{FF2B5EF4-FFF2-40B4-BE49-F238E27FC236}">
                <a16:creationId xmlns:a16="http://schemas.microsoft.com/office/drawing/2014/main" id="{6547B63F-EEC9-489D-B7EB-CF6E8481E4FB}"/>
              </a:ext>
            </a:extLst>
          </p:cNvPr>
          <p:cNvSpPr/>
          <p:nvPr/>
        </p:nvSpPr>
        <p:spPr>
          <a:xfrm>
            <a:off x="53420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8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2" name="자유형 868">
            <a:extLst>
              <a:ext uri="{FF2B5EF4-FFF2-40B4-BE49-F238E27FC236}">
                <a16:creationId xmlns:a16="http://schemas.microsoft.com/office/drawing/2014/main" id="{C1EB9239-7122-4CAF-A6FD-C73F6FD77007}"/>
              </a:ext>
            </a:extLst>
          </p:cNvPr>
          <p:cNvSpPr/>
          <p:nvPr/>
        </p:nvSpPr>
        <p:spPr>
          <a:xfrm>
            <a:off x="5367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C8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3" name="자유형 869">
            <a:extLst>
              <a:ext uri="{FF2B5EF4-FFF2-40B4-BE49-F238E27FC236}">
                <a16:creationId xmlns:a16="http://schemas.microsoft.com/office/drawing/2014/main" id="{4E981DC8-4346-4C8A-B567-D56520CB09C1}"/>
              </a:ext>
            </a:extLst>
          </p:cNvPr>
          <p:cNvSpPr/>
          <p:nvPr/>
        </p:nvSpPr>
        <p:spPr>
          <a:xfrm>
            <a:off x="5392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4" name="자유형 870">
            <a:extLst>
              <a:ext uri="{FF2B5EF4-FFF2-40B4-BE49-F238E27FC236}">
                <a16:creationId xmlns:a16="http://schemas.microsoft.com/office/drawing/2014/main" id="{6D7B9E48-5167-46A4-97F8-BBB39B98F5C8}"/>
              </a:ext>
            </a:extLst>
          </p:cNvPr>
          <p:cNvSpPr/>
          <p:nvPr/>
        </p:nvSpPr>
        <p:spPr>
          <a:xfrm>
            <a:off x="5418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A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5" name="자유형 871">
            <a:extLst>
              <a:ext uri="{FF2B5EF4-FFF2-40B4-BE49-F238E27FC236}">
                <a16:creationId xmlns:a16="http://schemas.microsoft.com/office/drawing/2014/main" id="{3D7D9D98-6053-4697-867D-24E3A091A0CA}"/>
              </a:ext>
            </a:extLst>
          </p:cNvPr>
          <p:cNvSpPr/>
          <p:nvPr/>
        </p:nvSpPr>
        <p:spPr>
          <a:xfrm>
            <a:off x="54438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A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6" name="자유형 872">
            <a:extLst>
              <a:ext uri="{FF2B5EF4-FFF2-40B4-BE49-F238E27FC236}">
                <a16:creationId xmlns:a16="http://schemas.microsoft.com/office/drawing/2014/main" id="{CFED053E-EB95-4999-BF84-0BCEB23B0EBB}"/>
              </a:ext>
            </a:extLst>
          </p:cNvPr>
          <p:cNvSpPr/>
          <p:nvPr/>
        </p:nvSpPr>
        <p:spPr>
          <a:xfrm>
            <a:off x="54690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BA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7" name="자유형 873">
            <a:extLst>
              <a:ext uri="{FF2B5EF4-FFF2-40B4-BE49-F238E27FC236}">
                <a16:creationId xmlns:a16="http://schemas.microsoft.com/office/drawing/2014/main" id="{ED403488-E3F9-4EA1-B9B6-9D8A5684D1D4}"/>
              </a:ext>
            </a:extLst>
          </p:cNvPr>
          <p:cNvSpPr/>
          <p:nvPr/>
        </p:nvSpPr>
        <p:spPr>
          <a:xfrm>
            <a:off x="5494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BA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8" name="자유형 874">
            <a:extLst>
              <a:ext uri="{FF2B5EF4-FFF2-40B4-BE49-F238E27FC236}">
                <a16:creationId xmlns:a16="http://schemas.microsoft.com/office/drawing/2014/main" id="{FBF0052F-2DDC-4DE5-B009-3F79EE9C53AF}"/>
              </a:ext>
            </a:extLst>
          </p:cNvPr>
          <p:cNvSpPr/>
          <p:nvPr/>
        </p:nvSpPr>
        <p:spPr>
          <a:xfrm>
            <a:off x="55202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CA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9" name="자유형 875">
            <a:extLst>
              <a:ext uri="{FF2B5EF4-FFF2-40B4-BE49-F238E27FC236}">
                <a16:creationId xmlns:a16="http://schemas.microsoft.com/office/drawing/2014/main" id="{7ED4283B-3180-4620-932A-8644674EE5F2}"/>
              </a:ext>
            </a:extLst>
          </p:cNvPr>
          <p:cNvSpPr/>
          <p:nvPr/>
        </p:nvSpPr>
        <p:spPr>
          <a:xfrm>
            <a:off x="5545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DA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0" name="자유형 876">
            <a:extLst>
              <a:ext uri="{FF2B5EF4-FFF2-40B4-BE49-F238E27FC236}">
                <a16:creationId xmlns:a16="http://schemas.microsoft.com/office/drawing/2014/main" id="{8F27D830-1A17-4A93-BB8E-7616716ED699}"/>
              </a:ext>
            </a:extLst>
          </p:cNvPr>
          <p:cNvSpPr/>
          <p:nvPr/>
        </p:nvSpPr>
        <p:spPr>
          <a:xfrm>
            <a:off x="55709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DA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1" name="자유형 877">
            <a:extLst>
              <a:ext uri="{FF2B5EF4-FFF2-40B4-BE49-F238E27FC236}">
                <a16:creationId xmlns:a16="http://schemas.microsoft.com/office/drawing/2014/main" id="{65C7030F-20AC-4C0C-9F6D-F12BCBA2355D}"/>
              </a:ext>
            </a:extLst>
          </p:cNvPr>
          <p:cNvSpPr/>
          <p:nvPr/>
        </p:nvSpPr>
        <p:spPr>
          <a:xfrm>
            <a:off x="5596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EA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2" name="자유형 878">
            <a:extLst>
              <a:ext uri="{FF2B5EF4-FFF2-40B4-BE49-F238E27FC236}">
                <a16:creationId xmlns:a16="http://schemas.microsoft.com/office/drawing/2014/main" id="{FC84BC1F-630A-48DC-80AC-D0068B43D916}"/>
              </a:ext>
            </a:extLst>
          </p:cNvPr>
          <p:cNvSpPr/>
          <p:nvPr/>
        </p:nvSpPr>
        <p:spPr>
          <a:xfrm>
            <a:off x="56220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EA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3" name="자유형 879">
            <a:extLst>
              <a:ext uri="{FF2B5EF4-FFF2-40B4-BE49-F238E27FC236}">
                <a16:creationId xmlns:a16="http://schemas.microsoft.com/office/drawing/2014/main" id="{7D3B73DE-C66B-41B9-B5D0-9F72AA7339F3}"/>
              </a:ext>
            </a:extLst>
          </p:cNvPr>
          <p:cNvSpPr/>
          <p:nvPr/>
        </p:nvSpPr>
        <p:spPr>
          <a:xfrm>
            <a:off x="5647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FA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4" name="자유형 880">
            <a:extLst>
              <a:ext uri="{FF2B5EF4-FFF2-40B4-BE49-F238E27FC236}">
                <a16:creationId xmlns:a16="http://schemas.microsoft.com/office/drawing/2014/main" id="{EBA1CCA1-2686-4EB5-902A-BB0FE173C925}"/>
              </a:ext>
            </a:extLst>
          </p:cNvPr>
          <p:cNvSpPr/>
          <p:nvPr/>
        </p:nvSpPr>
        <p:spPr>
          <a:xfrm>
            <a:off x="56728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8FA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5" name="자유형 881">
            <a:extLst>
              <a:ext uri="{FF2B5EF4-FFF2-40B4-BE49-F238E27FC236}">
                <a16:creationId xmlns:a16="http://schemas.microsoft.com/office/drawing/2014/main" id="{0F03EA4F-FCBB-4A26-BBC5-1BC54044DE79}"/>
              </a:ext>
            </a:extLst>
          </p:cNvPr>
          <p:cNvSpPr/>
          <p:nvPr/>
        </p:nvSpPr>
        <p:spPr>
          <a:xfrm>
            <a:off x="5698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90A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6" name="자유형 882">
            <a:extLst>
              <a:ext uri="{FF2B5EF4-FFF2-40B4-BE49-F238E27FC236}">
                <a16:creationId xmlns:a16="http://schemas.microsoft.com/office/drawing/2014/main" id="{429CD62A-DA91-4A82-8104-CA52CAEF4920}"/>
              </a:ext>
            </a:extLst>
          </p:cNvPr>
          <p:cNvSpPr/>
          <p:nvPr/>
        </p:nvSpPr>
        <p:spPr>
          <a:xfrm>
            <a:off x="57239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90A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7" name="자유형 883">
            <a:extLst>
              <a:ext uri="{FF2B5EF4-FFF2-40B4-BE49-F238E27FC236}">
                <a16:creationId xmlns:a16="http://schemas.microsoft.com/office/drawing/2014/main" id="{5297FE0C-3DF7-4C7B-94DA-5765B6F7979B}"/>
              </a:ext>
            </a:extLst>
          </p:cNvPr>
          <p:cNvSpPr/>
          <p:nvPr/>
        </p:nvSpPr>
        <p:spPr>
          <a:xfrm>
            <a:off x="57491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91A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8" name="자유형 884">
            <a:extLst>
              <a:ext uri="{FF2B5EF4-FFF2-40B4-BE49-F238E27FC236}">
                <a16:creationId xmlns:a16="http://schemas.microsoft.com/office/drawing/2014/main" id="{8AC89130-1820-4D26-9739-6CC7859ABAB5}"/>
              </a:ext>
            </a:extLst>
          </p:cNvPr>
          <p:cNvSpPr/>
          <p:nvPr/>
        </p:nvSpPr>
        <p:spPr>
          <a:xfrm>
            <a:off x="57747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B91A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9" name="자유형 885">
            <a:extLst>
              <a:ext uri="{FF2B5EF4-FFF2-40B4-BE49-F238E27FC236}">
                <a16:creationId xmlns:a16="http://schemas.microsoft.com/office/drawing/2014/main" id="{14D507F4-E2E2-40FA-8505-B31FFE166D0B}"/>
              </a:ext>
            </a:extLst>
          </p:cNvPr>
          <p:cNvSpPr/>
          <p:nvPr/>
        </p:nvSpPr>
        <p:spPr>
          <a:xfrm>
            <a:off x="58002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2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0" name="자유형 886">
            <a:extLst>
              <a:ext uri="{FF2B5EF4-FFF2-40B4-BE49-F238E27FC236}">
                <a16:creationId xmlns:a16="http://schemas.microsoft.com/office/drawing/2014/main" id="{A402B284-2784-43F1-90FA-BD351D73EF61}"/>
              </a:ext>
            </a:extLst>
          </p:cNvPr>
          <p:cNvSpPr/>
          <p:nvPr/>
        </p:nvSpPr>
        <p:spPr>
          <a:xfrm>
            <a:off x="58254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2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1" name="자유형 887">
            <a:extLst>
              <a:ext uri="{FF2B5EF4-FFF2-40B4-BE49-F238E27FC236}">
                <a16:creationId xmlns:a16="http://schemas.microsoft.com/office/drawing/2014/main" id="{C23699DF-ED38-4CF7-91EB-4FE8438F2888}"/>
              </a:ext>
            </a:extLst>
          </p:cNvPr>
          <p:cNvSpPr/>
          <p:nvPr/>
        </p:nvSpPr>
        <p:spPr>
          <a:xfrm>
            <a:off x="5851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3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" name="자유형 888">
            <a:extLst>
              <a:ext uri="{FF2B5EF4-FFF2-40B4-BE49-F238E27FC236}">
                <a16:creationId xmlns:a16="http://schemas.microsoft.com/office/drawing/2014/main" id="{048CB600-DFC3-4A82-BA61-7EF90E4A334C}"/>
              </a:ext>
            </a:extLst>
          </p:cNvPr>
          <p:cNvSpPr/>
          <p:nvPr/>
        </p:nvSpPr>
        <p:spPr>
          <a:xfrm>
            <a:off x="58766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3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" name="자유형 889">
            <a:extLst>
              <a:ext uri="{FF2B5EF4-FFF2-40B4-BE49-F238E27FC236}">
                <a16:creationId xmlns:a16="http://schemas.microsoft.com/office/drawing/2014/main" id="{6F5F63D1-8528-4D19-8E5B-AD6797780418}"/>
              </a:ext>
            </a:extLst>
          </p:cNvPr>
          <p:cNvSpPr/>
          <p:nvPr/>
        </p:nvSpPr>
        <p:spPr>
          <a:xfrm>
            <a:off x="59021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4B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" name="자유형 890">
            <a:extLst>
              <a:ext uri="{FF2B5EF4-FFF2-40B4-BE49-F238E27FC236}">
                <a16:creationId xmlns:a16="http://schemas.microsoft.com/office/drawing/2014/main" id="{43C962A5-0024-4AB4-8E91-88CEC22F465C}"/>
              </a:ext>
            </a:extLst>
          </p:cNvPr>
          <p:cNvSpPr/>
          <p:nvPr/>
        </p:nvSpPr>
        <p:spPr>
          <a:xfrm>
            <a:off x="59273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4B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5" name="자유형 891">
            <a:extLst>
              <a:ext uri="{FF2B5EF4-FFF2-40B4-BE49-F238E27FC236}">
                <a16:creationId xmlns:a16="http://schemas.microsoft.com/office/drawing/2014/main" id="{B8F972B8-487D-4B4D-8C50-D865933766F1}"/>
              </a:ext>
            </a:extLst>
          </p:cNvPr>
          <p:cNvSpPr/>
          <p:nvPr/>
        </p:nvSpPr>
        <p:spPr>
          <a:xfrm>
            <a:off x="59529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5B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6" name="자유형 892">
            <a:extLst>
              <a:ext uri="{FF2B5EF4-FFF2-40B4-BE49-F238E27FC236}">
                <a16:creationId xmlns:a16="http://schemas.microsoft.com/office/drawing/2014/main" id="{797CAC39-5B6F-4B73-8A58-52D8044564D8}"/>
              </a:ext>
            </a:extLst>
          </p:cNvPr>
          <p:cNvSpPr/>
          <p:nvPr/>
        </p:nvSpPr>
        <p:spPr>
          <a:xfrm>
            <a:off x="59784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5B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7" name="자유형 893">
            <a:extLst>
              <a:ext uri="{FF2B5EF4-FFF2-40B4-BE49-F238E27FC236}">
                <a16:creationId xmlns:a16="http://schemas.microsoft.com/office/drawing/2014/main" id="{3ACFACD7-0643-4E13-AFE1-74C8E0A4CDD3}"/>
              </a:ext>
            </a:extLst>
          </p:cNvPr>
          <p:cNvSpPr/>
          <p:nvPr/>
        </p:nvSpPr>
        <p:spPr>
          <a:xfrm>
            <a:off x="60040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6B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" name="자유형 894">
            <a:extLst>
              <a:ext uri="{FF2B5EF4-FFF2-40B4-BE49-F238E27FC236}">
                <a16:creationId xmlns:a16="http://schemas.microsoft.com/office/drawing/2014/main" id="{C44FEC41-DC1C-43A0-8C52-E634E3BDB36E}"/>
              </a:ext>
            </a:extLst>
          </p:cNvPr>
          <p:cNvSpPr/>
          <p:nvPr/>
        </p:nvSpPr>
        <p:spPr>
          <a:xfrm>
            <a:off x="60292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6B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" name="자유형 895">
            <a:extLst>
              <a:ext uri="{FF2B5EF4-FFF2-40B4-BE49-F238E27FC236}">
                <a16:creationId xmlns:a16="http://schemas.microsoft.com/office/drawing/2014/main" id="{3F7C4039-6E06-4EC1-847D-826329DBE21B}"/>
              </a:ext>
            </a:extLst>
          </p:cNvPr>
          <p:cNvSpPr/>
          <p:nvPr/>
        </p:nvSpPr>
        <p:spPr>
          <a:xfrm>
            <a:off x="6054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7B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" name="자유형 896">
            <a:extLst>
              <a:ext uri="{FF2B5EF4-FFF2-40B4-BE49-F238E27FC236}">
                <a16:creationId xmlns:a16="http://schemas.microsoft.com/office/drawing/2014/main" id="{64EF3702-68B4-49E0-9285-479987B2995B}"/>
              </a:ext>
            </a:extLst>
          </p:cNvPr>
          <p:cNvSpPr/>
          <p:nvPr/>
        </p:nvSpPr>
        <p:spPr>
          <a:xfrm>
            <a:off x="60803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7B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1" name="자유형 897">
            <a:extLst>
              <a:ext uri="{FF2B5EF4-FFF2-40B4-BE49-F238E27FC236}">
                <a16:creationId xmlns:a16="http://schemas.microsoft.com/office/drawing/2014/main" id="{F70C1D99-788B-4221-9CB6-454B68CE5CF3}"/>
              </a:ext>
            </a:extLst>
          </p:cNvPr>
          <p:cNvSpPr/>
          <p:nvPr/>
        </p:nvSpPr>
        <p:spPr>
          <a:xfrm>
            <a:off x="6105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8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2" name="자유형 898">
            <a:extLst>
              <a:ext uri="{FF2B5EF4-FFF2-40B4-BE49-F238E27FC236}">
                <a16:creationId xmlns:a16="http://schemas.microsoft.com/office/drawing/2014/main" id="{63337B00-3C5C-47FB-9A24-DB0D4BDFD8B8}"/>
              </a:ext>
            </a:extLst>
          </p:cNvPr>
          <p:cNvSpPr/>
          <p:nvPr/>
        </p:nvSpPr>
        <p:spPr>
          <a:xfrm>
            <a:off x="61311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8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3" name="자유형 899">
            <a:extLst>
              <a:ext uri="{FF2B5EF4-FFF2-40B4-BE49-F238E27FC236}">
                <a16:creationId xmlns:a16="http://schemas.microsoft.com/office/drawing/2014/main" id="{A394BB8C-BC13-40EF-9ECE-D73E8C627EF2}"/>
              </a:ext>
            </a:extLst>
          </p:cNvPr>
          <p:cNvSpPr/>
          <p:nvPr/>
        </p:nvSpPr>
        <p:spPr>
          <a:xfrm>
            <a:off x="61566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9B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4" name="자유형 900">
            <a:extLst>
              <a:ext uri="{FF2B5EF4-FFF2-40B4-BE49-F238E27FC236}">
                <a16:creationId xmlns:a16="http://schemas.microsoft.com/office/drawing/2014/main" id="{B0D5B696-C2BC-45BE-A17B-25C4DFBF2851}"/>
              </a:ext>
            </a:extLst>
          </p:cNvPr>
          <p:cNvSpPr/>
          <p:nvPr/>
        </p:nvSpPr>
        <p:spPr>
          <a:xfrm>
            <a:off x="61822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A99B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5" name="자유형 901">
            <a:extLst>
              <a:ext uri="{FF2B5EF4-FFF2-40B4-BE49-F238E27FC236}">
                <a16:creationId xmlns:a16="http://schemas.microsoft.com/office/drawing/2014/main" id="{84377F3F-B79A-482E-8D71-5FFBF936552F}"/>
              </a:ext>
            </a:extLst>
          </p:cNvPr>
          <p:cNvSpPr/>
          <p:nvPr/>
        </p:nvSpPr>
        <p:spPr>
          <a:xfrm>
            <a:off x="62074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A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6" name="자유형 902">
            <a:extLst>
              <a:ext uri="{FF2B5EF4-FFF2-40B4-BE49-F238E27FC236}">
                <a16:creationId xmlns:a16="http://schemas.microsoft.com/office/drawing/2014/main" id="{0917B2F2-6E40-4F04-A8BF-238C06899291}"/>
              </a:ext>
            </a:extLst>
          </p:cNvPr>
          <p:cNvSpPr/>
          <p:nvPr/>
        </p:nvSpPr>
        <p:spPr>
          <a:xfrm>
            <a:off x="62330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AB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7" name="자유형 903">
            <a:extLst>
              <a:ext uri="{FF2B5EF4-FFF2-40B4-BE49-F238E27FC236}">
                <a16:creationId xmlns:a16="http://schemas.microsoft.com/office/drawing/2014/main" id="{9B079B89-7215-404F-9971-0DCF4BD2BCAB}"/>
              </a:ext>
            </a:extLst>
          </p:cNvPr>
          <p:cNvSpPr/>
          <p:nvPr/>
        </p:nvSpPr>
        <p:spPr>
          <a:xfrm>
            <a:off x="6258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BB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8" name="자유형 904">
            <a:extLst>
              <a:ext uri="{FF2B5EF4-FFF2-40B4-BE49-F238E27FC236}">
                <a16:creationId xmlns:a16="http://schemas.microsoft.com/office/drawing/2014/main" id="{BBC27F5B-3323-433A-8F4D-660AF19A4973}"/>
              </a:ext>
            </a:extLst>
          </p:cNvPr>
          <p:cNvSpPr/>
          <p:nvPr/>
        </p:nvSpPr>
        <p:spPr>
          <a:xfrm>
            <a:off x="62841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BB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9" name="자유형 905">
            <a:extLst>
              <a:ext uri="{FF2B5EF4-FFF2-40B4-BE49-F238E27FC236}">
                <a16:creationId xmlns:a16="http://schemas.microsoft.com/office/drawing/2014/main" id="{7D60A332-6274-4592-94C9-A6E1C228D88D}"/>
              </a:ext>
            </a:extLst>
          </p:cNvPr>
          <p:cNvSpPr/>
          <p:nvPr/>
        </p:nvSpPr>
        <p:spPr>
          <a:xfrm>
            <a:off x="6309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CB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0" name="자유형 906">
            <a:extLst>
              <a:ext uri="{FF2B5EF4-FFF2-40B4-BE49-F238E27FC236}">
                <a16:creationId xmlns:a16="http://schemas.microsoft.com/office/drawing/2014/main" id="{A03C6BBC-41B6-4352-9946-B84E9BBC7C17}"/>
              </a:ext>
            </a:extLst>
          </p:cNvPr>
          <p:cNvSpPr/>
          <p:nvPr/>
        </p:nvSpPr>
        <p:spPr>
          <a:xfrm>
            <a:off x="6334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DB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1" name="자유형 907">
            <a:extLst>
              <a:ext uri="{FF2B5EF4-FFF2-40B4-BE49-F238E27FC236}">
                <a16:creationId xmlns:a16="http://schemas.microsoft.com/office/drawing/2014/main" id="{FE9F054C-446C-48C3-B5B2-0DC86AC526CB}"/>
              </a:ext>
            </a:extLst>
          </p:cNvPr>
          <p:cNvSpPr/>
          <p:nvPr/>
        </p:nvSpPr>
        <p:spPr>
          <a:xfrm>
            <a:off x="63604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DB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2" name="자유형 908">
            <a:extLst>
              <a:ext uri="{FF2B5EF4-FFF2-40B4-BE49-F238E27FC236}">
                <a16:creationId xmlns:a16="http://schemas.microsoft.com/office/drawing/2014/main" id="{6418A877-7D86-496A-ABEF-26A14390000A}"/>
              </a:ext>
            </a:extLst>
          </p:cNvPr>
          <p:cNvSpPr/>
          <p:nvPr/>
        </p:nvSpPr>
        <p:spPr>
          <a:xfrm>
            <a:off x="6385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EB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3" name="자유형 909">
            <a:extLst>
              <a:ext uri="{FF2B5EF4-FFF2-40B4-BE49-F238E27FC236}">
                <a16:creationId xmlns:a16="http://schemas.microsoft.com/office/drawing/2014/main" id="{6F8B0626-8441-43AF-B906-0081A733B065}"/>
              </a:ext>
            </a:extLst>
          </p:cNvPr>
          <p:cNvSpPr/>
          <p:nvPr/>
        </p:nvSpPr>
        <p:spPr>
          <a:xfrm>
            <a:off x="6411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EB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4" name="자유형 910">
            <a:extLst>
              <a:ext uri="{FF2B5EF4-FFF2-40B4-BE49-F238E27FC236}">
                <a16:creationId xmlns:a16="http://schemas.microsoft.com/office/drawing/2014/main" id="{B863608C-5EDB-4294-9769-BAC19D9812F8}"/>
              </a:ext>
            </a:extLst>
          </p:cNvPr>
          <p:cNvSpPr/>
          <p:nvPr/>
        </p:nvSpPr>
        <p:spPr>
          <a:xfrm>
            <a:off x="6436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FB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5" name="자유형 911">
            <a:extLst>
              <a:ext uri="{FF2B5EF4-FFF2-40B4-BE49-F238E27FC236}">
                <a16:creationId xmlns:a16="http://schemas.microsoft.com/office/drawing/2014/main" id="{DA2DBC8D-ECFF-424C-845F-9D9F6B756CB7}"/>
              </a:ext>
            </a:extLst>
          </p:cNvPr>
          <p:cNvSpPr/>
          <p:nvPr/>
        </p:nvSpPr>
        <p:spPr>
          <a:xfrm>
            <a:off x="64623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9FB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6" name="자유형 912">
            <a:extLst>
              <a:ext uri="{FF2B5EF4-FFF2-40B4-BE49-F238E27FC236}">
                <a16:creationId xmlns:a16="http://schemas.microsoft.com/office/drawing/2014/main" id="{EBFA4F6F-60F7-40B0-A8BE-4D4C114140FD}"/>
              </a:ext>
            </a:extLst>
          </p:cNvPr>
          <p:cNvSpPr/>
          <p:nvPr/>
        </p:nvSpPr>
        <p:spPr>
          <a:xfrm>
            <a:off x="6487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A0B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7" name="자유형 913">
            <a:extLst>
              <a:ext uri="{FF2B5EF4-FFF2-40B4-BE49-F238E27FC236}">
                <a16:creationId xmlns:a16="http://schemas.microsoft.com/office/drawing/2014/main" id="{21AF114F-CDD0-4EFB-80D1-DCA70DF7CF93}"/>
              </a:ext>
            </a:extLst>
          </p:cNvPr>
          <p:cNvSpPr/>
          <p:nvPr/>
        </p:nvSpPr>
        <p:spPr>
          <a:xfrm>
            <a:off x="65130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A0B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8" name="자유형 914">
            <a:extLst>
              <a:ext uri="{FF2B5EF4-FFF2-40B4-BE49-F238E27FC236}">
                <a16:creationId xmlns:a16="http://schemas.microsoft.com/office/drawing/2014/main" id="{888836F2-EB95-4574-B50C-526E1BE6F963}"/>
              </a:ext>
            </a:extLst>
          </p:cNvPr>
          <p:cNvSpPr/>
          <p:nvPr/>
        </p:nvSpPr>
        <p:spPr>
          <a:xfrm>
            <a:off x="6538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A1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9" name="자유형 915">
            <a:extLst>
              <a:ext uri="{FF2B5EF4-FFF2-40B4-BE49-F238E27FC236}">
                <a16:creationId xmlns:a16="http://schemas.microsoft.com/office/drawing/2014/main" id="{47876D9B-06F3-463F-B32C-8F41F3C7683D}"/>
              </a:ext>
            </a:extLst>
          </p:cNvPr>
          <p:cNvSpPr/>
          <p:nvPr/>
        </p:nvSpPr>
        <p:spPr>
          <a:xfrm>
            <a:off x="65642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A1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0" name="자유형 916">
            <a:extLst>
              <a:ext uri="{FF2B5EF4-FFF2-40B4-BE49-F238E27FC236}">
                <a16:creationId xmlns:a16="http://schemas.microsoft.com/office/drawing/2014/main" id="{0D26525F-86AD-4B65-B651-583F735157CA}"/>
              </a:ext>
            </a:extLst>
          </p:cNvPr>
          <p:cNvSpPr/>
          <p:nvPr/>
        </p:nvSpPr>
        <p:spPr>
          <a:xfrm>
            <a:off x="6589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9A2B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1" name="자유형 917">
            <a:extLst>
              <a:ext uri="{FF2B5EF4-FFF2-40B4-BE49-F238E27FC236}">
                <a16:creationId xmlns:a16="http://schemas.microsoft.com/office/drawing/2014/main" id="{A8625BF5-3FF4-4DDF-A681-D530B0D824E2}"/>
              </a:ext>
            </a:extLst>
          </p:cNvPr>
          <p:cNvSpPr/>
          <p:nvPr/>
        </p:nvSpPr>
        <p:spPr>
          <a:xfrm>
            <a:off x="6614972" y="1518745"/>
            <a:ext cx="26280" cy="33480"/>
          </a:xfrm>
          <a:custGeom>
            <a:avLst/>
            <a:gdLst/>
            <a:ahLst/>
            <a:cxnLst/>
            <a:rect l="0" t="0" r="r" b="b"/>
            <a:pathLst>
              <a:path w="73" h="93">
                <a:moveTo>
                  <a:pt x="0" y="0"/>
                </a:moveTo>
                <a:lnTo>
                  <a:pt x="73" y="0"/>
                </a:lnTo>
                <a:lnTo>
                  <a:pt x="73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2B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2" name="자유형 918">
            <a:extLst>
              <a:ext uri="{FF2B5EF4-FFF2-40B4-BE49-F238E27FC236}">
                <a16:creationId xmlns:a16="http://schemas.microsoft.com/office/drawing/2014/main" id="{E3E2CE85-2B10-494E-9050-97673169612D}"/>
              </a:ext>
            </a:extLst>
          </p:cNvPr>
          <p:cNvSpPr/>
          <p:nvPr/>
        </p:nvSpPr>
        <p:spPr>
          <a:xfrm>
            <a:off x="66405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3C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3" name="자유형 919">
            <a:extLst>
              <a:ext uri="{FF2B5EF4-FFF2-40B4-BE49-F238E27FC236}">
                <a16:creationId xmlns:a16="http://schemas.microsoft.com/office/drawing/2014/main" id="{7D5E3B33-CE54-4830-B520-7A1F8C0E3ABC}"/>
              </a:ext>
            </a:extLst>
          </p:cNvPr>
          <p:cNvSpPr/>
          <p:nvPr/>
        </p:nvSpPr>
        <p:spPr>
          <a:xfrm>
            <a:off x="66657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3C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4" name="자유형 920">
            <a:extLst>
              <a:ext uri="{FF2B5EF4-FFF2-40B4-BE49-F238E27FC236}">
                <a16:creationId xmlns:a16="http://schemas.microsoft.com/office/drawing/2014/main" id="{B3F94EF0-A1DE-465F-97AF-40A762EC2E8C}"/>
              </a:ext>
            </a:extLst>
          </p:cNvPr>
          <p:cNvSpPr/>
          <p:nvPr/>
        </p:nvSpPr>
        <p:spPr>
          <a:xfrm>
            <a:off x="6691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4C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5" name="자유형 921">
            <a:extLst>
              <a:ext uri="{FF2B5EF4-FFF2-40B4-BE49-F238E27FC236}">
                <a16:creationId xmlns:a16="http://schemas.microsoft.com/office/drawing/2014/main" id="{765CC006-57FC-4F81-B098-B653891AE9A8}"/>
              </a:ext>
            </a:extLst>
          </p:cNvPr>
          <p:cNvSpPr/>
          <p:nvPr/>
        </p:nvSpPr>
        <p:spPr>
          <a:xfrm>
            <a:off x="67168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4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6" name="자유형 922">
            <a:extLst>
              <a:ext uri="{FF2B5EF4-FFF2-40B4-BE49-F238E27FC236}">
                <a16:creationId xmlns:a16="http://schemas.microsoft.com/office/drawing/2014/main" id="{A9A55550-6C6E-4C4E-8A49-E7685365DF59}"/>
              </a:ext>
            </a:extLst>
          </p:cNvPr>
          <p:cNvSpPr/>
          <p:nvPr/>
        </p:nvSpPr>
        <p:spPr>
          <a:xfrm>
            <a:off x="67424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5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7" name="자유형 923">
            <a:extLst>
              <a:ext uri="{FF2B5EF4-FFF2-40B4-BE49-F238E27FC236}">
                <a16:creationId xmlns:a16="http://schemas.microsoft.com/office/drawing/2014/main" id="{C50CDD9D-BD24-420E-B75C-29B0038D1E0F}"/>
              </a:ext>
            </a:extLst>
          </p:cNvPr>
          <p:cNvSpPr/>
          <p:nvPr/>
        </p:nvSpPr>
        <p:spPr>
          <a:xfrm>
            <a:off x="67676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5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8" name="자유형 924">
            <a:extLst>
              <a:ext uri="{FF2B5EF4-FFF2-40B4-BE49-F238E27FC236}">
                <a16:creationId xmlns:a16="http://schemas.microsoft.com/office/drawing/2014/main" id="{89E6D5DA-1F3E-47F7-9FF1-E939D7BE97BB}"/>
              </a:ext>
            </a:extLst>
          </p:cNvPr>
          <p:cNvSpPr/>
          <p:nvPr/>
        </p:nvSpPr>
        <p:spPr>
          <a:xfrm>
            <a:off x="67931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6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9" name="자유형 925">
            <a:extLst>
              <a:ext uri="{FF2B5EF4-FFF2-40B4-BE49-F238E27FC236}">
                <a16:creationId xmlns:a16="http://schemas.microsoft.com/office/drawing/2014/main" id="{6A0FC340-F547-47DC-BAC0-AA7A89AA4160}"/>
              </a:ext>
            </a:extLst>
          </p:cNvPr>
          <p:cNvSpPr/>
          <p:nvPr/>
        </p:nvSpPr>
        <p:spPr>
          <a:xfrm>
            <a:off x="68187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6C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0" name="자유형 926">
            <a:extLst>
              <a:ext uri="{FF2B5EF4-FFF2-40B4-BE49-F238E27FC236}">
                <a16:creationId xmlns:a16="http://schemas.microsoft.com/office/drawing/2014/main" id="{3052A097-349D-48DF-B3D5-37BB57AA43D2}"/>
              </a:ext>
            </a:extLst>
          </p:cNvPr>
          <p:cNvSpPr/>
          <p:nvPr/>
        </p:nvSpPr>
        <p:spPr>
          <a:xfrm>
            <a:off x="68442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7C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1" name="자유형 927">
            <a:extLst>
              <a:ext uri="{FF2B5EF4-FFF2-40B4-BE49-F238E27FC236}">
                <a16:creationId xmlns:a16="http://schemas.microsoft.com/office/drawing/2014/main" id="{192DDCDE-89D5-4312-82D1-EE3C7DFF4BC3}"/>
              </a:ext>
            </a:extLst>
          </p:cNvPr>
          <p:cNvSpPr/>
          <p:nvPr/>
        </p:nvSpPr>
        <p:spPr>
          <a:xfrm>
            <a:off x="68694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7C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2" name="자유형 928">
            <a:extLst>
              <a:ext uri="{FF2B5EF4-FFF2-40B4-BE49-F238E27FC236}">
                <a16:creationId xmlns:a16="http://schemas.microsoft.com/office/drawing/2014/main" id="{0741529C-8B2D-44E8-9768-EC1F9D07EC09}"/>
              </a:ext>
            </a:extLst>
          </p:cNvPr>
          <p:cNvSpPr/>
          <p:nvPr/>
        </p:nvSpPr>
        <p:spPr>
          <a:xfrm>
            <a:off x="6895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8C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자유형 929">
            <a:extLst>
              <a:ext uri="{FF2B5EF4-FFF2-40B4-BE49-F238E27FC236}">
                <a16:creationId xmlns:a16="http://schemas.microsoft.com/office/drawing/2014/main" id="{01A6F404-6C91-40DC-93E0-7B9502A55932}"/>
              </a:ext>
            </a:extLst>
          </p:cNvPr>
          <p:cNvSpPr/>
          <p:nvPr/>
        </p:nvSpPr>
        <p:spPr>
          <a:xfrm>
            <a:off x="69206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8C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4" name="자유형 930">
            <a:extLst>
              <a:ext uri="{FF2B5EF4-FFF2-40B4-BE49-F238E27FC236}">
                <a16:creationId xmlns:a16="http://schemas.microsoft.com/office/drawing/2014/main" id="{F8C15B13-6165-4664-90BA-68A4C3966C4E}"/>
              </a:ext>
            </a:extLst>
          </p:cNvPr>
          <p:cNvSpPr/>
          <p:nvPr/>
        </p:nvSpPr>
        <p:spPr>
          <a:xfrm>
            <a:off x="6945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9C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5" name="자유형 931">
            <a:extLst>
              <a:ext uri="{FF2B5EF4-FFF2-40B4-BE49-F238E27FC236}">
                <a16:creationId xmlns:a16="http://schemas.microsoft.com/office/drawing/2014/main" id="{B0327072-069D-41D7-B067-0A4B450A5C25}"/>
              </a:ext>
            </a:extLst>
          </p:cNvPr>
          <p:cNvSpPr/>
          <p:nvPr/>
        </p:nvSpPr>
        <p:spPr>
          <a:xfrm>
            <a:off x="69713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9C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6" name="자유형 932">
            <a:extLst>
              <a:ext uri="{FF2B5EF4-FFF2-40B4-BE49-F238E27FC236}">
                <a16:creationId xmlns:a16="http://schemas.microsoft.com/office/drawing/2014/main" id="{EE2F7B5E-F556-41A5-968D-D5E563157A67}"/>
              </a:ext>
            </a:extLst>
          </p:cNvPr>
          <p:cNvSpPr/>
          <p:nvPr/>
        </p:nvSpPr>
        <p:spPr>
          <a:xfrm>
            <a:off x="69969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AC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자유형 933">
            <a:extLst>
              <a:ext uri="{FF2B5EF4-FFF2-40B4-BE49-F238E27FC236}">
                <a16:creationId xmlns:a16="http://schemas.microsoft.com/office/drawing/2014/main" id="{5DA8792C-B182-46F1-A7B6-284FBD205933}"/>
              </a:ext>
            </a:extLst>
          </p:cNvPr>
          <p:cNvSpPr/>
          <p:nvPr/>
        </p:nvSpPr>
        <p:spPr>
          <a:xfrm>
            <a:off x="70224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8AAC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8" name="자유형 934">
            <a:extLst>
              <a:ext uri="{FF2B5EF4-FFF2-40B4-BE49-F238E27FC236}">
                <a16:creationId xmlns:a16="http://schemas.microsoft.com/office/drawing/2014/main" id="{53C8E0ED-B815-45E8-A10E-A6F6EC23BB68}"/>
              </a:ext>
            </a:extLst>
          </p:cNvPr>
          <p:cNvSpPr/>
          <p:nvPr/>
        </p:nvSpPr>
        <p:spPr>
          <a:xfrm>
            <a:off x="70476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ABC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9" name="자유형 935">
            <a:extLst>
              <a:ext uri="{FF2B5EF4-FFF2-40B4-BE49-F238E27FC236}">
                <a16:creationId xmlns:a16="http://schemas.microsoft.com/office/drawing/2014/main" id="{FE0EDD12-EEAF-4315-963D-7E25B05FCBF4}"/>
              </a:ext>
            </a:extLst>
          </p:cNvPr>
          <p:cNvSpPr/>
          <p:nvPr/>
        </p:nvSpPr>
        <p:spPr>
          <a:xfrm>
            <a:off x="70732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ABC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0" name="자유형 936">
            <a:extLst>
              <a:ext uri="{FF2B5EF4-FFF2-40B4-BE49-F238E27FC236}">
                <a16:creationId xmlns:a16="http://schemas.microsoft.com/office/drawing/2014/main" id="{79410BCE-FC88-4D56-861E-D1BF1E52C367}"/>
              </a:ext>
            </a:extLst>
          </p:cNvPr>
          <p:cNvSpPr/>
          <p:nvPr/>
        </p:nvSpPr>
        <p:spPr>
          <a:xfrm>
            <a:off x="7098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ACC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1" name="자유형 937">
            <a:extLst>
              <a:ext uri="{FF2B5EF4-FFF2-40B4-BE49-F238E27FC236}">
                <a16:creationId xmlns:a16="http://schemas.microsoft.com/office/drawing/2014/main" id="{D806ABAE-320E-4C36-92EC-4A8D8E987049}"/>
              </a:ext>
            </a:extLst>
          </p:cNvPr>
          <p:cNvSpPr/>
          <p:nvPr/>
        </p:nvSpPr>
        <p:spPr>
          <a:xfrm>
            <a:off x="71243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ADC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2" name="자유형 938">
            <a:extLst>
              <a:ext uri="{FF2B5EF4-FFF2-40B4-BE49-F238E27FC236}">
                <a16:creationId xmlns:a16="http://schemas.microsoft.com/office/drawing/2014/main" id="{CE1F8C39-BB27-4DB2-B0CA-CB5E64D42B4D}"/>
              </a:ext>
            </a:extLst>
          </p:cNvPr>
          <p:cNvSpPr/>
          <p:nvPr/>
        </p:nvSpPr>
        <p:spPr>
          <a:xfrm>
            <a:off x="7149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ADC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3" name="자유형 939">
            <a:extLst>
              <a:ext uri="{FF2B5EF4-FFF2-40B4-BE49-F238E27FC236}">
                <a16:creationId xmlns:a16="http://schemas.microsoft.com/office/drawing/2014/main" id="{1A743C0D-95AC-41F9-8B79-68BD70054975}"/>
              </a:ext>
            </a:extLst>
          </p:cNvPr>
          <p:cNvSpPr/>
          <p:nvPr/>
        </p:nvSpPr>
        <p:spPr>
          <a:xfrm>
            <a:off x="71751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AEC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자유형 940">
            <a:extLst>
              <a:ext uri="{FF2B5EF4-FFF2-40B4-BE49-F238E27FC236}">
                <a16:creationId xmlns:a16="http://schemas.microsoft.com/office/drawing/2014/main" id="{12DA0E31-9685-464C-87A4-0A6294CBE876}"/>
              </a:ext>
            </a:extLst>
          </p:cNvPr>
          <p:cNvSpPr/>
          <p:nvPr/>
        </p:nvSpPr>
        <p:spPr>
          <a:xfrm>
            <a:off x="72006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AE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자유형 941">
            <a:extLst>
              <a:ext uri="{FF2B5EF4-FFF2-40B4-BE49-F238E27FC236}">
                <a16:creationId xmlns:a16="http://schemas.microsoft.com/office/drawing/2014/main" id="{CEB67F75-0A11-4851-9471-585CD660E390}"/>
              </a:ext>
            </a:extLst>
          </p:cNvPr>
          <p:cNvSpPr/>
          <p:nvPr/>
        </p:nvSpPr>
        <p:spPr>
          <a:xfrm>
            <a:off x="7225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AF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자유형 942">
            <a:extLst>
              <a:ext uri="{FF2B5EF4-FFF2-40B4-BE49-F238E27FC236}">
                <a16:creationId xmlns:a16="http://schemas.microsoft.com/office/drawing/2014/main" id="{9D56F86B-C02E-4177-A1DC-D6395510B570}"/>
              </a:ext>
            </a:extLst>
          </p:cNvPr>
          <p:cNvSpPr/>
          <p:nvPr/>
        </p:nvSpPr>
        <p:spPr>
          <a:xfrm>
            <a:off x="72514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AFC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자유형 943">
            <a:extLst>
              <a:ext uri="{FF2B5EF4-FFF2-40B4-BE49-F238E27FC236}">
                <a16:creationId xmlns:a16="http://schemas.microsoft.com/office/drawing/2014/main" id="{135AE394-B4FF-421D-A446-AD653FEBA541}"/>
              </a:ext>
            </a:extLst>
          </p:cNvPr>
          <p:cNvSpPr/>
          <p:nvPr/>
        </p:nvSpPr>
        <p:spPr>
          <a:xfrm>
            <a:off x="72770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B0C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자유형 944">
            <a:extLst>
              <a:ext uri="{FF2B5EF4-FFF2-40B4-BE49-F238E27FC236}">
                <a16:creationId xmlns:a16="http://schemas.microsoft.com/office/drawing/2014/main" id="{27960492-A645-4C57-A95B-01793387EFB3}"/>
              </a:ext>
            </a:extLst>
          </p:cNvPr>
          <p:cNvSpPr/>
          <p:nvPr/>
        </p:nvSpPr>
        <p:spPr>
          <a:xfrm>
            <a:off x="73025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B0C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자유형 945">
            <a:extLst>
              <a:ext uri="{FF2B5EF4-FFF2-40B4-BE49-F238E27FC236}">
                <a16:creationId xmlns:a16="http://schemas.microsoft.com/office/drawing/2014/main" id="{D9E04AB2-FE70-4643-96F6-2C8ECB577275}"/>
              </a:ext>
            </a:extLst>
          </p:cNvPr>
          <p:cNvSpPr/>
          <p:nvPr/>
        </p:nvSpPr>
        <p:spPr>
          <a:xfrm>
            <a:off x="7327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B1C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자유형 946">
            <a:extLst>
              <a:ext uri="{FF2B5EF4-FFF2-40B4-BE49-F238E27FC236}">
                <a16:creationId xmlns:a16="http://schemas.microsoft.com/office/drawing/2014/main" id="{D6972FCE-9AA1-47DF-A26A-89611A480367}"/>
              </a:ext>
            </a:extLst>
          </p:cNvPr>
          <p:cNvSpPr/>
          <p:nvPr/>
        </p:nvSpPr>
        <p:spPr>
          <a:xfrm>
            <a:off x="7353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B1C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자유형 947">
            <a:extLst>
              <a:ext uri="{FF2B5EF4-FFF2-40B4-BE49-F238E27FC236}">
                <a16:creationId xmlns:a16="http://schemas.microsoft.com/office/drawing/2014/main" id="{36198506-A710-494B-A7AF-3DC07287BC8B}"/>
              </a:ext>
            </a:extLst>
          </p:cNvPr>
          <p:cNvSpPr/>
          <p:nvPr/>
        </p:nvSpPr>
        <p:spPr>
          <a:xfrm>
            <a:off x="7378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B2C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자유형 948">
            <a:extLst>
              <a:ext uri="{FF2B5EF4-FFF2-40B4-BE49-F238E27FC236}">
                <a16:creationId xmlns:a16="http://schemas.microsoft.com/office/drawing/2014/main" id="{3243952A-E913-4E93-B3FB-A09EAEAA0D8C}"/>
              </a:ext>
            </a:extLst>
          </p:cNvPr>
          <p:cNvSpPr/>
          <p:nvPr/>
        </p:nvSpPr>
        <p:spPr>
          <a:xfrm>
            <a:off x="74044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B2D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자유형 949">
            <a:extLst>
              <a:ext uri="{FF2B5EF4-FFF2-40B4-BE49-F238E27FC236}">
                <a16:creationId xmlns:a16="http://schemas.microsoft.com/office/drawing/2014/main" id="{4D0F3A13-18D5-4BE6-8372-3AB6F733AB33}"/>
              </a:ext>
            </a:extLst>
          </p:cNvPr>
          <p:cNvSpPr/>
          <p:nvPr/>
        </p:nvSpPr>
        <p:spPr>
          <a:xfrm>
            <a:off x="7429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7B3D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자유형 950">
            <a:extLst>
              <a:ext uri="{FF2B5EF4-FFF2-40B4-BE49-F238E27FC236}">
                <a16:creationId xmlns:a16="http://schemas.microsoft.com/office/drawing/2014/main" id="{D1C42FBA-4AC8-44EF-8363-CC977181E8C1}"/>
              </a:ext>
            </a:extLst>
          </p:cNvPr>
          <p:cNvSpPr/>
          <p:nvPr/>
        </p:nvSpPr>
        <p:spPr>
          <a:xfrm>
            <a:off x="7455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6B3D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자유형 951">
            <a:extLst>
              <a:ext uri="{FF2B5EF4-FFF2-40B4-BE49-F238E27FC236}">
                <a16:creationId xmlns:a16="http://schemas.microsoft.com/office/drawing/2014/main" id="{FDE904E6-438A-49F4-B23E-924767C5FC51}"/>
              </a:ext>
            </a:extLst>
          </p:cNvPr>
          <p:cNvSpPr/>
          <p:nvPr/>
        </p:nvSpPr>
        <p:spPr>
          <a:xfrm>
            <a:off x="74807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6B4D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자유형 952">
            <a:extLst>
              <a:ext uri="{FF2B5EF4-FFF2-40B4-BE49-F238E27FC236}">
                <a16:creationId xmlns:a16="http://schemas.microsoft.com/office/drawing/2014/main" id="{EC57DB0B-7ABF-4C6F-A92D-0C09BB1A1E1A}"/>
              </a:ext>
            </a:extLst>
          </p:cNvPr>
          <p:cNvSpPr/>
          <p:nvPr/>
        </p:nvSpPr>
        <p:spPr>
          <a:xfrm>
            <a:off x="75059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6B4D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자유형 953">
            <a:extLst>
              <a:ext uri="{FF2B5EF4-FFF2-40B4-BE49-F238E27FC236}">
                <a16:creationId xmlns:a16="http://schemas.microsoft.com/office/drawing/2014/main" id="{0FE7AEB0-14C7-47B6-8160-2D4F9C85C588}"/>
              </a:ext>
            </a:extLst>
          </p:cNvPr>
          <p:cNvSpPr/>
          <p:nvPr/>
        </p:nvSpPr>
        <p:spPr>
          <a:xfrm>
            <a:off x="7531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6B5D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자유형 954">
            <a:extLst>
              <a:ext uri="{FF2B5EF4-FFF2-40B4-BE49-F238E27FC236}">
                <a16:creationId xmlns:a16="http://schemas.microsoft.com/office/drawing/2014/main" id="{77118414-05D3-45FE-AEBF-8B5EABBEE4DB}"/>
              </a:ext>
            </a:extLst>
          </p:cNvPr>
          <p:cNvSpPr/>
          <p:nvPr/>
        </p:nvSpPr>
        <p:spPr>
          <a:xfrm>
            <a:off x="75570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6B5D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자유형 955">
            <a:extLst>
              <a:ext uri="{FF2B5EF4-FFF2-40B4-BE49-F238E27FC236}">
                <a16:creationId xmlns:a16="http://schemas.microsoft.com/office/drawing/2014/main" id="{8700DE25-3016-45E4-87C4-97C71D5889D6}"/>
              </a:ext>
            </a:extLst>
          </p:cNvPr>
          <p:cNvSpPr/>
          <p:nvPr/>
        </p:nvSpPr>
        <p:spPr>
          <a:xfrm>
            <a:off x="75826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자유형 956">
            <a:extLst>
              <a:ext uri="{FF2B5EF4-FFF2-40B4-BE49-F238E27FC236}">
                <a16:creationId xmlns:a16="http://schemas.microsoft.com/office/drawing/2014/main" id="{59F0FFED-7770-4C6A-B7DD-2535ED834AA8}"/>
              </a:ext>
            </a:extLst>
          </p:cNvPr>
          <p:cNvSpPr/>
          <p:nvPr/>
        </p:nvSpPr>
        <p:spPr>
          <a:xfrm>
            <a:off x="7808732" y="1518745"/>
            <a:ext cx="3485816" cy="1904629"/>
          </a:xfrm>
          <a:custGeom>
            <a:avLst/>
            <a:gdLst/>
            <a:ahLst/>
            <a:cxnLst/>
            <a:rect l="0" t="0" r="r" b="b"/>
            <a:pathLst>
              <a:path w="9030" h="7289">
                <a:moveTo>
                  <a:pt x="0" y="7011"/>
                </a:moveTo>
                <a:lnTo>
                  <a:pt x="0" y="278"/>
                </a:lnTo>
                <a:cubicBezTo>
                  <a:pt x="0" y="260"/>
                  <a:pt x="1" y="242"/>
                  <a:pt x="5" y="224"/>
                </a:cubicBezTo>
                <a:cubicBezTo>
                  <a:pt x="8" y="206"/>
                  <a:pt x="14" y="188"/>
                  <a:pt x="21" y="172"/>
                </a:cubicBezTo>
                <a:cubicBezTo>
                  <a:pt x="28" y="155"/>
                  <a:pt x="36" y="139"/>
                  <a:pt x="46" y="123"/>
                </a:cubicBezTo>
                <a:cubicBezTo>
                  <a:pt x="57" y="108"/>
                  <a:pt x="68" y="94"/>
                  <a:pt x="81" y="81"/>
                </a:cubicBezTo>
                <a:cubicBezTo>
                  <a:pt x="94" y="68"/>
                  <a:pt x="108" y="57"/>
                  <a:pt x="123" y="47"/>
                </a:cubicBezTo>
                <a:cubicBezTo>
                  <a:pt x="139" y="36"/>
                  <a:pt x="155" y="28"/>
                  <a:pt x="171" y="21"/>
                </a:cubicBezTo>
                <a:cubicBezTo>
                  <a:pt x="188" y="14"/>
                  <a:pt x="206" y="9"/>
                  <a:pt x="224" y="5"/>
                </a:cubicBezTo>
                <a:cubicBezTo>
                  <a:pt x="242" y="1"/>
                  <a:pt x="260" y="0"/>
                  <a:pt x="278" y="0"/>
                </a:cubicBezTo>
                <a:lnTo>
                  <a:pt x="8752" y="0"/>
                </a:lnTo>
                <a:cubicBezTo>
                  <a:pt x="8770" y="0"/>
                  <a:pt x="8788" y="1"/>
                  <a:pt x="8806" y="5"/>
                </a:cubicBezTo>
                <a:cubicBezTo>
                  <a:pt x="8824" y="9"/>
                  <a:pt x="8842" y="14"/>
                  <a:pt x="8858" y="21"/>
                </a:cubicBezTo>
                <a:cubicBezTo>
                  <a:pt x="8875" y="28"/>
                  <a:pt x="8891" y="36"/>
                  <a:pt x="8907" y="47"/>
                </a:cubicBezTo>
                <a:cubicBezTo>
                  <a:pt x="8922" y="57"/>
                  <a:pt x="8936" y="68"/>
                  <a:pt x="8949" y="81"/>
                </a:cubicBezTo>
                <a:cubicBezTo>
                  <a:pt x="8962" y="94"/>
                  <a:pt x="8973" y="108"/>
                  <a:pt x="8983" y="123"/>
                </a:cubicBezTo>
                <a:cubicBezTo>
                  <a:pt x="8994" y="139"/>
                  <a:pt x="9002" y="155"/>
                  <a:pt x="9009" y="172"/>
                </a:cubicBezTo>
                <a:cubicBezTo>
                  <a:pt x="9016" y="188"/>
                  <a:pt x="9021" y="206"/>
                  <a:pt x="9025" y="224"/>
                </a:cubicBezTo>
                <a:cubicBezTo>
                  <a:pt x="9029" y="242"/>
                  <a:pt x="9030" y="260"/>
                  <a:pt x="9030" y="278"/>
                </a:cubicBezTo>
                <a:lnTo>
                  <a:pt x="9030" y="7011"/>
                </a:lnTo>
                <a:cubicBezTo>
                  <a:pt x="9030" y="7029"/>
                  <a:pt x="9029" y="7047"/>
                  <a:pt x="9025" y="7065"/>
                </a:cubicBezTo>
                <a:cubicBezTo>
                  <a:pt x="9021" y="7083"/>
                  <a:pt x="9016" y="7101"/>
                  <a:pt x="9009" y="7118"/>
                </a:cubicBezTo>
                <a:cubicBezTo>
                  <a:pt x="9002" y="7134"/>
                  <a:pt x="8994" y="7150"/>
                  <a:pt x="8983" y="7166"/>
                </a:cubicBezTo>
                <a:cubicBezTo>
                  <a:pt x="8973" y="7181"/>
                  <a:pt x="8962" y="7195"/>
                  <a:pt x="8949" y="7208"/>
                </a:cubicBezTo>
                <a:cubicBezTo>
                  <a:pt x="8936" y="7221"/>
                  <a:pt x="8922" y="7232"/>
                  <a:pt x="8907" y="7243"/>
                </a:cubicBezTo>
                <a:cubicBezTo>
                  <a:pt x="8891" y="7253"/>
                  <a:pt x="8875" y="7261"/>
                  <a:pt x="8858" y="7268"/>
                </a:cubicBezTo>
                <a:cubicBezTo>
                  <a:pt x="8842" y="7275"/>
                  <a:pt x="8824" y="7281"/>
                  <a:pt x="8806" y="7284"/>
                </a:cubicBezTo>
                <a:cubicBezTo>
                  <a:pt x="8788" y="7288"/>
                  <a:pt x="8770" y="7289"/>
                  <a:pt x="8752" y="7289"/>
                </a:cubicBezTo>
                <a:lnTo>
                  <a:pt x="278" y="7289"/>
                </a:lnTo>
                <a:cubicBezTo>
                  <a:pt x="260" y="7289"/>
                  <a:pt x="242" y="7288"/>
                  <a:pt x="224" y="7284"/>
                </a:cubicBezTo>
                <a:cubicBezTo>
                  <a:pt x="206" y="7281"/>
                  <a:pt x="188" y="7275"/>
                  <a:pt x="171" y="7268"/>
                </a:cubicBezTo>
                <a:cubicBezTo>
                  <a:pt x="155" y="7261"/>
                  <a:pt x="139" y="7253"/>
                  <a:pt x="123" y="7243"/>
                </a:cubicBezTo>
                <a:cubicBezTo>
                  <a:pt x="108" y="7232"/>
                  <a:pt x="94" y="7221"/>
                  <a:pt x="81" y="7208"/>
                </a:cubicBezTo>
                <a:cubicBezTo>
                  <a:pt x="68" y="7195"/>
                  <a:pt x="57" y="7181"/>
                  <a:pt x="46" y="7166"/>
                </a:cubicBezTo>
                <a:cubicBezTo>
                  <a:pt x="36" y="7150"/>
                  <a:pt x="28" y="7134"/>
                  <a:pt x="21" y="7118"/>
                </a:cubicBezTo>
                <a:cubicBezTo>
                  <a:pt x="14" y="7101"/>
                  <a:pt x="8" y="7083"/>
                  <a:pt x="5" y="7065"/>
                </a:cubicBezTo>
                <a:cubicBezTo>
                  <a:pt x="1" y="7047"/>
                  <a:pt x="0" y="7029"/>
                  <a:pt x="0" y="701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1" name="그림 740">
            <a:extLst>
              <a:ext uri="{FF2B5EF4-FFF2-40B4-BE49-F238E27FC236}">
                <a16:creationId xmlns:a16="http://schemas.microsoft.com/office/drawing/2014/main" id="{413CF235-7085-436D-8D26-83782FB17916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8009252" y="1719265"/>
            <a:ext cx="584640" cy="58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2" name="그림 741">
            <a:extLst>
              <a:ext uri="{FF2B5EF4-FFF2-40B4-BE49-F238E27FC236}">
                <a16:creationId xmlns:a16="http://schemas.microsoft.com/office/drawing/2014/main" id="{52E3956F-FE61-432E-881D-43FEA49CD73F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8184932" y="1894945"/>
            <a:ext cx="23364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3" name="TextBox 742">
            <a:extLst>
              <a:ext uri="{FF2B5EF4-FFF2-40B4-BE49-F238E27FC236}">
                <a16:creationId xmlns:a16="http://schemas.microsoft.com/office/drawing/2014/main" id="{82031D9A-59B4-4B1B-AF70-2F59A3DA265C}"/>
              </a:ext>
            </a:extLst>
          </p:cNvPr>
          <p:cNvSpPr txBox="1"/>
          <p:nvPr/>
        </p:nvSpPr>
        <p:spPr>
          <a:xfrm>
            <a:off x="4736132" y="3038512"/>
            <a:ext cx="1908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자원 효율성 및 서비스 간 격리 보장</a:t>
            </a:r>
            <a:endParaRPr lang="en-US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4" name="그림 743">
            <a:extLst>
              <a:ext uri="{FF2B5EF4-FFF2-40B4-BE49-F238E27FC236}">
                <a16:creationId xmlns:a16="http://schemas.microsoft.com/office/drawing/2014/main" id="{D7903FDC-C800-44FD-902C-E96D3A063C71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8009252" y="2519392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TextBox 744">
            <a:extLst>
              <a:ext uri="{FF2B5EF4-FFF2-40B4-BE49-F238E27FC236}">
                <a16:creationId xmlns:a16="http://schemas.microsoft.com/office/drawing/2014/main" id="{5A916DCE-22FC-4D7A-8885-2CC57AA84F60}"/>
              </a:ext>
            </a:extLst>
          </p:cNvPr>
          <p:cNvSpPr txBox="1"/>
          <p:nvPr/>
        </p:nvSpPr>
        <p:spPr>
          <a:xfrm>
            <a:off x="8768908" y="1884685"/>
            <a:ext cx="1623842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400" b="1" dirty="0">
                <a:solidFill>
                  <a:srgbClr val="1F2937"/>
                </a:solidFill>
                <a:latin typeface="Pretendard"/>
                <a:ea typeface="Pretendard"/>
              </a:rPr>
              <a:t>보안 및 데이터 관리</a:t>
            </a: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6" name="그림 745">
            <a:extLst>
              <a:ext uri="{FF2B5EF4-FFF2-40B4-BE49-F238E27FC236}">
                <a16:creationId xmlns:a16="http://schemas.microsoft.com/office/drawing/2014/main" id="{F81CDEC9-5759-4324-9AF1-D979395C48E0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8009252" y="2786872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7" name="TextBox 746">
            <a:extLst>
              <a:ext uri="{FF2B5EF4-FFF2-40B4-BE49-F238E27FC236}">
                <a16:creationId xmlns:a16="http://schemas.microsoft.com/office/drawing/2014/main" id="{8B44BD3D-7EB2-49FA-AD3E-F467CBE26913}"/>
              </a:ext>
            </a:extLst>
          </p:cNvPr>
          <p:cNvSpPr txBox="1"/>
          <p:nvPr/>
        </p:nvSpPr>
        <p:spPr>
          <a:xfrm>
            <a:off x="8190332" y="2503912"/>
            <a:ext cx="284533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온프레미스 구축으로 완벽한 데이터 </a:t>
            </a:r>
            <a:r>
              <a:rPr lang="ko-KR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통제권</a:t>
            </a:r>
            <a:r>
              <a:rPr lang="zh-CN" altLang="en-US" sz="1050" dirty="0">
                <a:solidFill>
                  <a:srgbClr val="4B5563"/>
                </a:solidFill>
                <a:latin typeface="Pretendard"/>
                <a:ea typeface="Pretendard"/>
              </a:rPr>
              <a:t> 확보</a:t>
            </a:r>
            <a:endParaRPr lang="en-US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8" name="그림 747">
            <a:extLst>
              <a:ext uri="{FF2B5EF4-FFF2-40B4-BE49-F238E27FC236}">
                <a16:creationId xmlns:a16="http://schemas.microsoft.com/office/drawing/2014/main" id="{C74AF582-F8BA-4BC2-B3DD-323A0E9D41EA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8009252" y="3053992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9" name="TextBox 748">
            <a:extLst>
              <a:ext uri="{FF2B5EF4-FFF2-40B4-BE49-F238E27FC236}">
                <a16:creationId xmlns:a16="http://schemas.microsoft.com/office/drawing/2014/main" id="{D600990C-EB22-448D-85F2-58815745651B}"/>
              </a:ext>
            </a:extLst>
          </p:cNvPr>
          <p:cNvSpPr txBox="1"/>
          <p:nvPr/>
        </p:nvSpPr>
        <p:spPr>
          <a:xfrm>
            <a:off x="8190332" y="2771392"/>
            <a:ext cx="2678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4B5563"/>
                </a:solidFill>
                <a:latin typeface="Pretendard"/>
                <a:ea typeface="Pretendard"/>
              </a:rPr>
              <a:t>기업 내부 인증 시스템과 연동된 강화된 접근 제어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자유형 966">
            <a:extLst>
              <a:ext uri="{FF2B5EF4-FFF2-40B4-BE49-F238E27FC236}">
                <a16:creationId xmlns:a16="http://schemas.microsoft.com/office/drawing/2014/main" id="{A18CD094-43CF-4FB2-8BC2-9F4B120747AF}"/>
              </a:ext>
            </a:extLst>
          </p:cNvPr>
          <p:cNvSpPr/>
          <p:nvPr/>
        </p:nvSpPr>
        <p:spPr>
          <a:xfrm>
            <a:off x="78087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9A341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1" name="자유형 967">
            <a:extLst>
              <a:ext uri="{FF2B5EF4-FFF2-40B4-BE49-F238E27FC236}">
                <a16:creationId xmlns:a16="http://schemas.microsoft.com/office/drawing/2014/main" id="{968B438E-1DAE-4E44-8EC9-63F0BC871B53}"/>
              </a:ext>
            </a:extLst>
          </p:cNvPr>
          <p:cNvSpPr/>
          <p:nvPr/>
        </p:nvSpPr>
        <p:spPr>
          <a:xfrm>
            <a:off x="78339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9B351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2" name="자유형 968">
            <a:extLst>
              <a:ext uri="{FF2B5EF4-FFF2-40B4-BE49-F238E27FC236}">
                <a16:creationId xmlns:a16="http://schemas.microsoft.com/office/drawing/2014/main" id="{653E37B2-0CE2-460B-A2AF-D9413C1506EE}"/>
              </a:ext>
            </a:extLst>
          </p:cNvPr>
          <p:cNvSpPr/>
          <p:nvPr/>
        </p:nvSpPr>
        <p:spPr>
          <a:xfrm>
            <a:off x="78594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9C361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3" name="자유형 969">
            <a:extLst>
              <a:ext uri="{FF2B5EF4-FFF2-40B4-BE49-F238E27FC236}">
                <a16:creationId xmlns:a16="http://schemas.microsoft.com/office/drawing/2014/main" id="{41B2DEB1-11C2-4123-B480-4E073B6A8DA2}"/>
              </a:ext>
            </a:extLst>
          </p:cNvPr>
          <p:cNvSpPr/>
          <p:nvPr/>
        </p:nvSpPr>
        <p:spPr>
          <a:xfrm>
            <a:off x="78846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9D371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4" name="자유형 970">
            <a:extLst>
              <a:ext uri="{FF2B5EF4-FFF2-40B4-BE49-F238E27FC236}">
                <a16:creationId xmlns:a16="http://schemas.microsoft.com/office/drawing/2014/main" id="{98A79E89-A988-4911-A6A6-B8FE8647B544}"/>
              </a:ext>
            </a:extLst>
          </p:cNvPr>
          <p:cNvSpPr/>
          <p:nvPr/>
        </p:nvSpPr>
        <p:spPr>
          <a:xfrm>
            <a:off x="79102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9D371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5" name="자유형 971">
            <a:extLst>
              <a:ext uri="{FF2B5EF4-FFF2-40B4-BE49-F238E27FC236}">
                <a16:creationId xmlns:a16="http://schemas.microsoft.com/office/drawing/2014/main" id="{48047B5D-BBEE-4590-ACD6-604F5ABF3495}"/>
              </a:ext>
            </a:extLst>
          </p:cNvPr>
          <p:cNvSpPr/>
          <p:nvPr/>
        </p:nvSpPr>
        <p:spPr>
          <a:xfrm>
            <a:off x="79354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9E381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6" name="자유형 972">
            <a:extLst>
              <a:ext uri="{FF2B5EF4-FFF2-40B4-BE49-F238E27FC236}">
                <a16:creationId xmlns:a16="http://schemas.microsoft.com/office/drawing/2014/main" id="{91807FDC-62A1-4F91-9E17-C251D3FD8F83}"/>
              </a:ext>
            </a:extLst>
          </p:cNvPr>
          <p:cNvSpPr/>
          <p:nvPr/>
        </p:nvSpPr>
        <p:spPr>
          <a:xfrm>
            <a:off x="79610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9F391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7" name="자유형 973">
            <a:extLst>
              <a:ext uri="{FF2B5EF4-FFF2-40B4-BE49-F238E27FC236}">
                <a16:creationId xmlns:a16="http://schemas.microsoft.com/office/drawing/2014/main" id="{0D4B9B27-9FD5-4DC6-807E-13B2F251B094}"/>
              </a:ext>
            </a:extLst>
          </p:cNvPr>
          <p:cNvSpPr/>
          <p:nvPr/>
        </p:nvSpPr>
        <p:spPr>
          <a:xfrm>
            <a:off x="7986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03A1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8" name="자유형 974">
            <a:extLst>
              <a:ext uri="{FF2B5EF4-FFF2-40B4-BE49-F238E27FC236}">
                <a16:creationId xmlns:a16="http://schemas.microsoft.com/office/drawing/2014/main" id="{8E38B913-899A-45A4-A1DA-B38A1165FB8E}"/>
              </a:ext>
            </a:extLst>
          </p:cNvPr>
          <p:cNvSpPr/>
          <p:nvPr/>
        </p:nvSpPr>
        <p:spPr>
          <a:xfrm>
            <a:off x="80117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03A1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9" name="자유형 975">
            <a:extLst>
              <a:ext uri="{FF2B5EF4-FFF2-40B4-BE49-F238E27FC236}">
                <a16:creationId xmlns:a16="http://schemas.microsoft.com/office/drawing/2014/main" id="{D8FA8861-D5D2-4396-94C4-954E0D0BE60C}"/>
              </a:ext>
            </a:extLst>
          </p:cNvPr>
          <p:cNvSpPr/>
          <p:nvPr/>
        </p:nvSpPr>
        <p:spPr>
          <a:xfrm>
            <a:off x="80369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13B1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0" name="자유형 976">
            <a:extLst>
              <a:ext uri="{FF2B5EF4-FFF2-40B4-BE49-F238E27FC236}">
                <a16:creationId xmlns:a16="http://schemas.microsoft.com/office/drawing/2014/main" id="{EFA14847-B934-4CFF-8D38-5D0DB801F276}"/>
              </a:ext>
            </a:extLst>
          </p:cNvPr>
          <p:cNvSpPr/>
          <p:nvPr/>
        </p:nvSpPr>
        <p:spPr>
          <a:xfrm>
            <a:off x="8062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23C1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1" name="자유형 977">
            <a:extLst>
              <a:ext uri="{FF2B5EF4-FFF2-40B4-BE49-F238E27FC236}">
                <a16:creationId xmlns:a16="http://schemas.microsoft.com/office/drawing/2014/main" id="{5B865C69-85CB-4DD5-9A24-D28E45CDC234}"/>
              </a:ext>
            </a:extLst>
          </p:cNvPr>
          <p:cNvSpPr/>
          <p:nvPr/>
        </p:nvSpPr>
        <p:spPr>
          <a:xfrm>
            <a:off x="80880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33C1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2" name="자유형 978">
            <a:extLst>
              <a:ext uri="{FF2B5EF4-FFF2-40B4-BE49-F238E27FC236}">
                <a16:creationId xmlns:a16="http://schemas.microsoft.com/office/drawing/2014/main" id="{EDF2D9BD-8DD1-4595-9C00-0E974A8042ED}"/>
              </a:ext>
            </a:extLst>
          </p:cNvPr>
          <p:cNvSpPr/>
          <p:nvPr/>
        </p:nvSpPr>
        <p:spPr>
          <a:xfrm>
            <a:off x="8113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33D1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3" name="자유형 979">
            <a:extLst>
              <a:ext uri="{FF2B5EF4-FFF2-40B4-BE49-F238E27FC236}">
                <a16:creationId xmlns:a16="http://schemas.microsoft.com/office/drawing/2014/main" id="{6F09327F-D80C-495C-A7B7-B7B285CF2DDA}"/>
              </a:ext>
            </a:extLst>
          </p:cNvPr>
          <p:cNvSpPr/>
          <p:nvPr/>
        </p:nvSpPr>
        <p:spPr>
          <a:xfrm>
            <a:off x="81388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43E1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4" name="자유형 980">
            <a:extLst>
              <a:ext uri="{FF2B5EF4-FFF2-40B4-BE49-F238E27FC236}">
                <a16:creationId xmlns:a16="http://schemas.microsoft.com/office/drawing/2014/main" id="{288EED50-BAF0-4E83-853B-14E4ABE84F3F}"/>
              </a:ext>
            </a:extLst>
          </p:cNvPr>
          <p:cNvSpPr/>
          <p:nvPr/>
        </p:nvSpPr>
        <p:spPr>
          <a:xfrm>
            <a:off x="8164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53F1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5" name="자유형 981">
            <a:extLst>
              <a:ext uri="{FF2B5EF4-FFF2-40B4-BE49-F238E27FC236}">
                <a16:creationId xmlns:a16="http://schemas.microsoft.com/office/drawing/2014/main" id="{9670878E-E29A-4165-B8D9-293B4273C789}"/>
              </a:ext>
            </a:extLst>
          </p:cNvPr>
          <p:cNvSpPr/>
          <p:nvPr/>
        </p:nvSpPr>
        <p:spPr>
          <a:xfrm>
            <a:off x="81896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63F1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6" name="자유형 982">
            <a:extLst>
              <a:ext uri="{FF2B5EF4-FFF2-40B4-BE49-F238E27FC236}">
                <a16:creationId xmlns:a16="http://schemas.microsoft.com/office/drawing/2014/main" id="{A01753E7-985F-4628-B9BB-1F1078E30B35}"/>
              </a:ext>
            </a:extLst>
          </p:cNvPr>
          <p:cNvSpPr/>
          <p:nvPr/>
        </p:nvSpPr>
        <p:spPr>
          <a:xfrm>
            <a:off x="8214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7401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7" name="자유형 983">
            <a:extLst>
              <a:ext uri="{FF2B5EF4-FFF2-40B4-BE49-F238E27FC236}">
                <a16:creationId xmlns:a16="http://schemas.microsoft.com/office/drawing/2014/main" id="{0052F62A-1980-4CAD-ACFB-4429D68D2AA9}"/>
              </a:ext>
            </a:extLst>
          </p:cNvPr>
          <p:cNvSpPr/>
          <p:nvPr/>
        </p:nvSpPr>
        <p:spPr>
          <a:xfrm>
            <a:off x="82403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7411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8" name="자유형 984">
            <a:extLst>
              <a:ext uri="{FF2B5EF4-FFF2-40B4-BE49-F238E27FC236}">
                <a16:creationId xmlns:a16="http://schemas.microsoft.com/office/drawing/2014/main" id="{D14A12A7-74F9-4859-9239-26FC8EAD1849}"/>
              </a:ext>
            </a:extLst>
          </p:cNvPr>
          <p:cNvSpPr/>
          <p:nvPr/>
        </p:nvSpPr>
        <p:spPr>
          <a:xfrm>
            <a:off x="8265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8421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9" name="자유형 985">
            <a:extLst>
              <a:ext uri="{FF2B5EF4-FFF2-40B4-BE49-F238E27FC236}">
                <a16:creationId xmlns:a16="http://schemas.microsoft.com/office/drawing/2014/main" id="{1D18F503-5539-4188-8EAE-7E9FC6356C20}"/>
              </a:ext>
            </a:extLst>
          </p:cNvPr>
          <p:cNvSpPr/>
          <p:nvPr/>
        </p:nvSpPr>
        <p:spPr>
          <a:xfrm>
            <a:off x="82911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9421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0" name="자유형 986">
            <a:extLst>
              <a:ext uri="{FF2B5EF4-FFF2-40B4-BE49-F238E27FC236}">
                <a16:creationId xmlns:a16="http://schemas.microsoft.com/office/drawing/2014/main" id="{D1ED152E-4903-4313-B817-52E4AD9481B5}"/>
              </a:ext>
            </a:extLst>
          </p:cNvPr>
          <p:cNvSpPr/>
          <p:nvPr/>
        </p:nvSpPr>
        <p:spPr>
          <a:xfrm>
            <a:off x="8316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A431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1" name="자유형 987">
            <a:extLst>
              <a:ext uri="{FF2B5EF4-FFF2-40B4-BE49-F238E27FC236}">
                <a16:creationId xmlns:a16="http://schemas.microsoft.com/office/drawing/2014/main" id="{6CDD41C7-11B7-4589-9FDA-FD1A97F8E9B5}"/>
              </a:ext>
            </a:extLst>
          </p:cNvPr>
          <p:cNvSpPr/>
          <p:nvPr/>
        </p:nvSpPr>
        <p:spPr>
          <a:xfrm>
            <a:off x="8341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A441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2" name="자유형 988">
            <a:extLst>
              <a:ext uri="{FF2B5EF4-FFF2-40B4-BE49-F238E27FC236}">
                <a16:creationId xmlns:a16="http://schemas.microsoft.com/office/drawing/2014/main" id="{245BDE04-F717-4244-8CA8-2023F17408F4}"/>
              </a:ext>
            </a:extLst>
          </p:cNvPr>
          <p:cNvSpPr/>
          <p:nvPr/>
        </p:nvSpPr>
        <p:spPr>
          <a:xfrm>
            <a:off x="83674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B451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3" name="자유형 989">
            <a:extLst>
              <a:ext uri="{FF2B5EF4-FFF2-40B4-BE49-F238E27FC236}">
                <a16:creationId xmlns:a16="http://schemas.microsoft.com/office/drawing/2014/main" id="{05B1A98A-6C49-4AB7-9174-8A8AC2D89C38}"/>
              </a:ext>
            </a:extLst>
          </p:cNvPr>
          <p:cNvSpPr/>
          <p:nvPr/>
        </p:nvSpPr>
        <p:spPr>
          <a:xfrm>
            <a:off x="8392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C451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4" name="자유형 990">
            <a:extLst>
              <a:ext uri="{FF2B5EF4-FFF2-40B4-BE49-F238E27FC236}">
                <a16:creationId xmlns:a16="http://schemas.microsoft.com/office/drawing/2014/main" id="{960C6207-12CC-4BB0-BAE7-7E8D38612CD6}"/>
              </a:ext>
            </a:extLst>
          </p:cNvPr>
          <p:cNvSpPr/>
          <p:nvPr/>
        </p:nvSpPr>
        <p:spPr>
          <a:xfrm>
            <a:off x="84182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D461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5" name="자유형 991">
            <a:extLst>
              <a:ext uri="{FF2B5EF4-FFF2-40B4-BE49-F238E27FC236}">
                <a16:creationId xmlns:a16="http://schemas.microsoft.com/office/drawing/2014/main" id="{5A90DFE4-0460-4F79-A4DD-C50772098D50}"/>
              </a:ext>
            </a:extLst>
          </p:cNvPr>
          <p:cNvSpPr/>
          <p:nvPr/>
        </p:nvSpPr>
        <p:spPr>
          <a:xfrm>
            <a:off x="8443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D471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6" name="자유형 992">
            <a:extLst>
              <a:ext uri="{FF2B5EF4-FFF2-40B4-BE49-F238E27FC236}">
                <a16:creationId xmlns:a16="http://schemas.microsoft.com/office/drawing/2014/main" id="{D214BA17-BA8A-4C32-9861-F868948CBE53}"/>
              </a:ext>
            </a:extLst>
          </p:cNvPr>
          <p:cNvSpPr/>
          <p:nvPr/>
        </p:nvSpPr>
        <p:spPr>
          <a:xfrm>
            <a:off x="84689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E471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7" name="자유형 993">
            <a:extLst>
              <a:ext uri="{FF2B5EF4-FFF2-40B4-BE49-F238E27FC236}">
                <a16:creationId xmlns:a16="http://schemas.microsoft.com/office/drawing/2014/main" id="{CA281B8A-BD61-41D2-9144-43DFE2187BDD}"/>
              </a:ext>
            </a:extLst>
          </p:cNvPr>
          <p:cNvSpPr/>
          <p:nvPr/>
        </p:nvSpPr>
        <p:spPr>
          <a:xfrm>
            <a:off x="84941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AF481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8" name="자유형 994">
            <a:extLst>
              <a:ext uri="{FF2B5EF4-FFF2-40B4-BE49-F238E27FC236}">
                <a16:creationId xmlns:a16="http://schemas.microsoft.com/office/drawing/2014/main" id="{7F30AE1E-0238-46FC-974B-0EC3988DDA36}"/>
              </a:ext>
            </a:extLst>
          </p:cNvPr>
          <p:cNvSpPr/>
          <p:nvPr/>
        </p:nvSpPr>
        <p:spPr>
          <a:xfrm>
            <a:off x="85197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0491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9" name="자유형 995">
            <a:extLst>
              <a:ext uri="{FF2B5EF4-FFF2-40B4-BE49-F238E27FC236}">
                <a16:creationId xmlns:a16="http://schemas.microsoft.com/office/drawing/2014/main" id="{0AF21418-4438-45E8-8F10-1C25D7AA09F1}"/>
              </a:ext>
            </a:extLst>
          </p:cNvPr>
          <p:cNvSpPr/>
          <p:nvPr/>
        </p:nvSpPr>
        <p:spPr>
          <a:xfrm>
            <a:off x="85449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04A1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0" name="자유형 996">
            <a:extLst>
              <a:ext uri="{FF2B5EF4-FFF2-40B4-BE49-F238E27FC236}">
                <a16:creationId xmlns:a16="http://schemas.microsoft.com/office/drawing/2014/main" id="{F160EE8A-E149-4AEA-9CF2-A14BB0FAC373}"/>
              </a:ext>
            </a:extLst>
          </p:cNvPr>
          <p:cNvSpPr/>
          <p:nvPr/>
        </p:nvSpPr>
        <p:spPr>
          <a:xfrm>
            <a:off x="85704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14A1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1" name="자유형 997">
            <a:extLst>
              <a:ext uri="{FF2B5EF4-FFF2-40B4-BE49-F238E27FC236}">
                <a16:creationId xmlns:a16="http://schemas.microsoft.com/office/drawing/2014/main" id="{BAE06DE7-E808-41AA-BE63-D62C4B81A38E}"/>
              </a:ext>
            </a:extLst>
          </p:cNvPr>
          <p:cNvSpPr/>
          <p:nvPr/>
        </p:nvSpPr>
        <p:spPr>
          <a:xfrm>
            <a:off x="85956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24B1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2" name="자유형 998">
            <a:extLst>
              <a:ext uri="{FF2B5EF4-FFF2-40B4-BE49-F238E27FC236}">
                <a16:creationId xmlns:a16="http://schemas.microsoft.com/office/drawing/2014/main" id="{CC1B67C6-BEB8-4ED3-9CAA-4E7A3118A03A}"/>
              </a:ext>
            </a:extLst>
          </p:cNvPr>
          <p:cNvSpPr/>
          <p:nvPr/>
        </p:nvSpPr>
        <p:spPr>
          <a:xfrm>
            <a:off x="86212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34C1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3" name="자유형 999">
            <a:extLst>
              <a:ext uri="{FF2B5EF4-FFF2-40B4-BE49-F238E27FC236}">
                <a16:creationId xmlns:a16="http://schemas.microsoft.com/office/drawing/2014/main" id="{4BC043AD-F2D3-411E-A67D-82CBEE13B7ED}"/>
              </a:ext>
            </a:extLst>
          </p:cNvPr>
          <p:cNvSpPr/>
          <p:nvPr/>
        </p:nvSpPr>
        <p:spPr>
          <a:xfrm>
            <a:off x="86468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34D1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4" name="자유형 1000">
            <a:extLst>
              <a:ext uri="{FF2B5EF4-FFF2-40B4-BE49-F238E27FC236}">
                <a16:creationId xmlns:a16="http://schemas.microsoft.com/office/drawing/2014/main" id="{D7473B93-69EB-4885-A8F2-264868EBD64C}"/>
              </a:ext>
            </a:extLst>
          </p:cNvPr>
          <p:cNvSpPr/>
          <p:nvPr/>
        </p:nvSpPr>
        <p:spPr>
          <a:xfrm>
            <a:off x="86720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44D1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5" name="자유형 1001">
            <a:extLst>
              <a:ext uri="{FF2B5EF4-FFF2-40B4-BE49-F238E27FC236}">
                <a16:creationId xmlns:a16="http://schemas.microsoft.com/office/drawing/2014/main" id="{5D3213A7-7D7C-4A9C-8432-EDD77A6804BB}"/>
              </a:ext>
            </a:extLst>
          </p:cNvPr>
          <p:cNvSpPr/>
          <p:nvPr/>
        </p:nvSpPr>
        <p:spPr>
          <a:xfrm>
            <a:off x="86975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54E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6" name="자유형 1002">
            <a:extLst>
              <a:ext uri="{FF2B5EF4-FFF2-40B4-BE49-F238E27FC236}">
                <a16:creationId xmlns:a16="http://schemas.microsoft.com/office/drawing/2014/main" id="{980B1895-392B-472C-9994-894A75FB0E78}"/>
              </a:ext>
            </a:extLst>
          </p:cNvPr>
          <p:cNvSpPr/>
          <p:nvPr/>
        </p:nvSpPr>
        <p:spPr>
          <a:xfrm>
            <a:off x="8722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64F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7" name="자유형 1003">
            <a:extLst>
              <a:ext uri="{FF2B5EF4-FFF2-40B4-BE49-F238E27FC236}">
                <a16:creationId xmlns:a16="http://schemas.microsoft.com/office/drawing/2014/main" id="{9D4AADE3-6482-44F7-86F7-10281A5B6A76}"/>
              </a:ext>
            </a:extLst>
          </p:cNvPr>
          <p:cNvSpPr/>
          <p:nvPr/>
        </p:nvSpPr>
        <p:spPr>
          <a:xfrm>
            <a:off x="87483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650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8" name="자유형 1004">
            <a:extLst>
              <a:ext uri="{FF2B5EF4-FFF2-40B4-BE49-F238E27FC236}">
                <a16:creationId xmlns:a16="http://schemas.microsoft.com/office/drawing/2014/main" id="{5D9C743D-ED0F-47F8-847B-03EE2A2FAE65}"/>
              </a:ext>
            </a:extLst>
          </p:cNvPr>
          <p:cNvSpPr/>
          <p:nvPr/>
        </p:nvSpPr>
        <p:spPr>
          <a:xfrm>
            <a:off x="8773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7501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9" name="자유형 1005">
            <a:extLst>
              <a:ext uri="{FF2B5EF4-FFF2-40B4-BE49-F238E27FC236}">
                <a16:creationId xmlns:a16="http://schemas.microsoft.com/office/drawing/2014/main" id="{203800DF-BEFB-42B6-AA64-EC257B99D6E6}"/>
              </a:ext>
            </a:extLst>
          </p:cNvPr>
          <p:cNvSpPr/>
          <p:nvPr/>
        </p:nvSpPr>
        <p:spPr>
          <a:xfrm>
            <a:off x="87990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8511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0" name="자유형 1006">
            <a:extLst>
              <a:ext uri="{FF2B5EF4-FFF2-40B4-BE49-F238E27FC236}">
                <a16:creationId xmlns:a16="http://schemas.microsoft.com/office/drawing/2014/main" id="{78A9B271-4347-43EF-B12A-918DD6812516}"/>
              </a:ext>
            </a:extLst>
          </p:cNvPr>
          <p:cNvSpPr/>
          <p:nvPr/>
        </p:nvSpPr>
        <p:spPr>
          <a:xfrm>
            <a:off x="8824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9521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1" name="자유형 1007">
            <a:extLst>
              <a:ext uri="{FF2B5EF4-FFF2-40B4-BE49-F238E27FC236}">
                <a16:creationId xmlns:a16="http://schemas.microsoft.com/office/drawing/2014/main" id="{6027204E-F619-48D0-A6F6-CBF1FC337A0E}"/>
              </a:ext>
            </a:extLst>
          </p:cNvPr>
          <p:cNvSpPr/>
          <p:nvPr/>
        </p:nvSpPr>
        <p:spPr>
          <a:xfrm>
            <a:off x="88498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9532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2" name="자유형 1008">
            <a:extLst>
              <a:ext uri="{FF2B5EF4-FFF2-40B4-BE49-F238E27FC236}">
                <a16:creationId xmlns:a16="http://schemas.microsoft.com/office/drawing/2014/main" id="{9666C60B-B07D-4933-9BBE-E01A2289A09B}"/>
              </a:ext>
            </a:extLst>
          </p:cNvPr>
          <p:cNvSpPr/>
          <p:nvPr/>
        </p:nvSpPr>
        <p:spPr>
          <a:xfrm>
            <a:off x="8875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A532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3" name="자유형 1009">
            <a:extLst>
              <a:ext uri="{FF2B5EF4-FFF2-40B4-BE49-F238E27FC236}">
                <a16:creationId xmlns:a16="http://schemas.microsoft.com/office/drawing/2014/main" id="{D528466C-6EC4-4AF8-8401-CF1E83424F0C}"/>
              </a:ext>
            </a:extLst>
          </p:cNvPr>
          <p:cNvSpPr/>
          <p:nvPr/>
        </p:nvSpPr>
        <p:spPr>
          <a:xfrm>
            <a:off x="89006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B542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4" name="자유형 1010">
            <a:extLst>
              <a:ext uri="{FF2B5EF4-FFF2-40B4-BE49-F238E27FC236}">
                <a16:creationId xmlns:a16="http://schemas.microsoft.com/office/drawing/2014/main" id="{D5023253-2E10-4D3C-B529-AD5444BBE731}"/>
              </a:ext>
            </a:extLst>
          </p:cNvPr>
          <p:cNvSpPr/>
          <p:nvPr/>
        </p:nvSpPr>
        <p:spPr>
          <a:xfrm>
            <a:off x="89261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C552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5" name="자유형 1011">
            <a:extLst>
              <a:ext uri="{FF2B5EF4-FFF2-40B4-BE49-F238E27FC236}">
                <a16:creationId xmlns:a16="http://schemas.microsoft.com/office/drawing/2014/main" id="{0ED33941-CAD5-4A5F-BDA7-3270651E15B2}"/>
              </a:ext>
            </a:extLst>
          </p:cNvPr>
          <p:cNvSpPr/>
          <p:nvPr/>
        </p:nvSpPr>
        <p:spPr>
          <a:xfrm>
            <a:off x="89513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C552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6" name="자유형 1012">
            <a:extLst>
              <a:ext uri="{FF2B5EF4-FFF2-40B4-BE49-F238E27FC236}">
                <a16:creationId xmlns:a16="http://schemas.microsoft.com/office/drawing/2014/main" id="{5BB6C083-4574-401D-A938-59C792F5A962}"/>
              </a:ext>
            </a:extLst>
          </p:cNvPr>
          <p:cNvSpPr/>
          <p:nvPr/>
        </p:nvSpPr>
        <p:spPr>
          <a:xfrm>
            <a:off x="89769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D562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7" name="자유형 1013">
            <a:extLst>
              <a:ext uri="{FF2B5EF4-FFF2-40B4-BE49-F238E27FC236}">
                <a16:creationId xmlns:a16="http://schemas.microsoft.com/office/drawing/2014/main" id="{2BCBA106-2A64-44F7-98A1-3C13A159AD74}"/>
              </a:ext>
            </a:extLst>
          </p:cNvPr>
          <p:cNvSpPr/>
          <p:nvPr/>
        </p:nvSpPr>
        <p:spPr>
          <a:xfrm>
            <a:off x="90021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E572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8" name="자유형 1014">
            <a:extLst>
              <a:ext uri="{FF2B5EF4-FFF2-40B4-BE49-F238E27FC236}">
                <a16:creationId xmlns:a16="http://schemas.microsoft.com/office/drawing/2014/main" id="{2EDFCD4C-69CE-46D4-920F-CB5447C31AA4}"/>
              </a:ext>
            </a:extLst>
          </p:cNvPr>
          <p:cNvSpPr/>
          <p:nvPr/>
        </p:nvSpPr>
        <p:spPr>
          <a:xfrm>
            <a:off x="90276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F582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9" name="자유형 1015">
            <a:extLst>
              <a:ext uri="{FF2B5EF4-FFF2-40B4-BE49-F238E27FC236}">
                <a16:creationId xmlns:a16="http://schemas.microsoft.com/office/drawing/2014/main" id="{C7C3B3BE-34A0-4ACF-8647-4CDF999FFEC1}"/>
              </a:ext>
            </a:extLst>
          </p:cNvPr>
          <p:cNvSpPr/>
          <p:nvPr/>
        </p:nvSpPr>
        <p:spPr>
          <a:xfrm>
            <a:off x="9052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BF582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0" name="자유형 1016">
            <a:extLst>
              <a:ext uri="{FF2B5EF4-FFF2-40B4-BE49-F238E27FC236}">
                <a16:creationId xmlns:a16="http://schemas.microsoft.com/office/drawing/2014/main" id="{92CC40B1-98BC-4440-A812-E9B9C5DBC918}"/>
              </a:ext>
            </a:extLst>
          </p:cNvPr>
          <p:cNvSpPr/>
          <p:nvPr/>
        </p:nvSpPr>
        <p:spPr>
          <a:xfrm>
            <a:off x="90784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0592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1" name="자유형 1017">
            <a:extLst>
              <a:ext uri="{FF2B5EF4-FFF2-40B4-BE49-F238E27FC236}">
                <a16:creationId xmlns:a16="http://schemas.microsoft.com/office/drawing/2014/main" id="{8BD900DF-2D99-44F5-92BB-49B397B5B55A}"/>
              </a:ext>
            </a:extLst>
          </p:cNvPr>
          <p:cNvSpPr/>
          <p:nvPr/>
        </p:nvSpPr>
        <p:spPr>
          <a:xfrm>
            <a:off x="9103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15A2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2" name="자유형 1018">
            <a:extLst>
              <a:ext uri="{FF2B5EF4-FFF2-40B4-BE49-F238E27FC236}">
                <a16:creationId xmlns:a16="http://schemas.microsoft.com/office/drawing/2014/main" id="{1AB96676-3CD4-45E2-A731-729F4A2B4914}"/>
              </a:ext>
            </a:extLst>
          </p:cNvPr>
          <p:cNvSpPr/>
          <p:nvPr/>
        </p:nvSpPr>
        <p:spPr>
          <a:xfrm>
            <a:off x="91292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25B2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3" name="자유형 1019">
            <a:extLst>
              <a:ext uri="{FF2B5EF4-FFF2-40B4-BE49-F238E27FC236}">
                <a16:creationId xmlns:a16="http://schemas.microsoft.com/office/drawing/2014/main" id="{E78F653E-9600-4BC2-89B7-6E545EA08086}"/>
              </a:ext>
            </a:extLst>
          </p:cNvPr>
          <p:cNvSpPr/>
          <p:nvPr/>
        </p:nvSpPr>
        <p:spPr>
          <a:xfrm>
            <a:off x="9154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35B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4" name="자유형 1020">
            <a:extLst>
              <a:ext uri="{FF2B5EF4-FFF2-40B4-BE49-F238E27FC236}">
                <a16:creationId xmlns:a16="http://schemas.microsoft.com/office/drawing/2014/main" id="{53829E45-39DA-4B66-84C6-27DA9303D389}"/>
              </a:ext>
            </a:extLst>
          </p:cNvPr>
          <p:cNvSpPr/>
          <p:nvPr/>
        </p:nvSpPr>
        <p:spPr>
          <a:xfrm>
            <a:off x="91799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35C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5" name="자유형 1021">
            <a:extLst>
              <a:ext uri="{FF2B5EF4-FFF2-40B4-BE49-F238E27FC236}">
                <a16:creationId xmlns:a16="http://schemas.microsoft.com/office/drawing/2014/main" id="{6BB2986A-82C8-41C0-B469-CCEE4DE3D50E}"/>
              </a:ext>
            </a:extLst>
          </p:cNvPr>
          <p:cNvSpPr/>
          <p:nvPr/>
        </p:nvSpPr>
        <p:spPr>
          <a:xfrm>
            <a:off x="92055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45D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6" name="자유형 1022">
            <a:extLst>
              <a:ext uri="{FF2B5EF4-FFF2-40B4-BE49-F238E27FC236}">
                <a16:creationId xmlns:a16="http://schemas.microsoft.com/office/drawing/2014/main" id="{D7B82237-8137-4966-A7E4-01A7CF4E6668}"/>
              </a:ext>
            </a:extLst>
          </p:cNvPr>
          <p:cNvSpPr/>
          <p:nvPr/>
        </p:nvSpPr>
        <p:spPr>
          <a:xfrm>
            <a:off x="92307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55E2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7" name="자유형 1023">
            <a:extLst>
              <a:ext uri="{FF2B5EF4-FFF2-40B4-BE49-F238E27FC236}">
                <a16:creationId xmlns:a16="http://schemas.microsoft.com/office/drawing/2014/main" id="{2C271F66-8476-4A98-90AC-ED26E3BF0745}"/>
              </a:ext>
            </a:extLst>
          </p:cNvPr>
          <p:cNvSpPr/>
          <p:nvPr/>
        </p:nvSpPr>
        <p:spPr>
          <a:xfrm>
            <a:off x="92562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65E2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8" name="자유형 1024">
            <a:extLst>
              <a:ext uri="{FF2B5EF4-FFF2-40B4-BE49-F238E27FC236}">
                <a16:creationId xmlns:a16="http://schemas.microsoft.com/office/drawing/2014/main" id="{31EB0C39-2382-4F73-9A04-383ED19290C1}"/>
              </a:ext>
            </a:extLst>
          </p:cNvPr>
          <p:cNvSpPr/>
          <p:nvPr/>
        </p:nvSpPr>
        <p:spPr>
          <a:xfrm>
            <a:off x="92814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65F2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9" name="자유형 1025">
            <a:extLst>
              <a:ext uri="{FF2B5EF4-FFF2-40B4-BE49-F238E27FC236}">
                <a16:creationId xmlns:a16="http://schemas.microsoft.com/office/drawing/2014/main" id="{BC9A46C1-EC0B-4CA6-BB14-12D98A381A9B}"/>
              </a:ext>
            </a:extLst>
          </p:cNvPr>
          <p:cNvSpPr/>
          <p:nvPr/>
        </p:nvSpPr>
        <p:spPr>
          <a:xfrm>
            <a:off x="93070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7602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0" name="자유형 1026">
            <a:extLst>
              <a:ext uri="{FF2B5EF4-FFF2-40B4-BE49-F238E27FC236}">
                <a16:creationId xmlns:a16="http://schemas.microsoft.com/office/drawing/2014/main" id="{8D9D287C-4188-4B6A-B5D3-97B1080C4CD6}"/>
              </a:ext>
            </a:extLst>
          </p:cNvPr>
          <p:cNvSpPr/>
          <p:nvPr/>
        </p:nvSpPr>
        <p:spPr>
          <a:xfrm>
            <a:off x="93322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8602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1" name="자유형 1027">
            <a:extLst>
              <a:ext uri="{FF2B5EF4-FFF2-40B4-BE49-F238E27FC236}">
                <a16:creationId xmlns:a16="http://schemas.microsoft.com/office/drawing/2014/main" id="{76652F26-BC8B-42A2-9426-17EB2A44BFEA}"/>
              </a:ext>
            </a:extLst>
          </p:cNvPr>
          <p:cNvSpPr/>
          <p:nvPr/>
        </p:nvSpPr>
        <p:spPr>
          <a:xfrm>
            <a:off x="93578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9612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2" name="자유형 1028">
            <a:extLst>
              <a:ext uri="{FF2B5EF4-FFF2-40B4-BE49-F238E27FC236}">
                <a16:creationId xmlns:a16="http://schemas.microsoft.com/office/drawing/2014/main" id="{BCADD25C-3960-4EF2-B7A4-7BEF2EF24B2D}"/>
              </a:ext>
            </a:extLst>
          </p:cNvPr>
          <p:cNvSpPr/>
          <p:nvPr/>
        </p:nvSpPr>
        <p:spPr>
          <a:xfrm>
            <a:off x="93830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9622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3" name="자유형 1029">
            <a:extLst>
              <a:ext uri="{FF2B5EF4-FFF2-40B4-BE49-F238E27FC236}">
                <a16:creationId xmlns:a16="http://schemas.microsoft.com/office/drawing/2014/main" id="{55D7DF18-9ACA-4645-837B-EA6EFF663BCE}"/>
              </a:ext>
            </a:extLst>
          </p:cNvPr>
          <p:cNvSpPr/>
          <p:nvPr/>
        </p:nvSpPr>
        <p:spPr>
          <a:xfrm>
            <a:off x="94085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A632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4" name="자유형 1030">
            <a:extLst>
              <a:ext uri="{FF2B5EF4-FFF2-40B4-BE49-F238E27FC236}">
                <a16:creationId xmlns:a16="http://schemas.microsoft.com/office/drawing/2014/main" id="{989C5B9E-3EBB-4889-A160-90D9325301B1}"/>
              </a:ext>
            </a:extLst>
          </p:cNvPr>
          <p:cNvSpPr/>
          <p:nvPr/>
        </p:nvSpPr>
        <p:spPr>
          <a:xfrm>
            <a:off x="9433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B632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5" name="자유형 1031">
            <a:extLst>
              <a:ext uri="{FF2B5EF4-FFF2-40B4-BE49-F238E27FC236}">
                <a16:creationId xmlns:a16="http://schemas.microsoft.com/office/drawing/2014/main" id="{A3A4CB9D-B802-4015-AB72-12110EE3353B}"/>
              </a:ext>
            </a:extLst>
          </p:cNvPr>
          <p:cNvSpPr/>
          <p:nvPr/>
        </p:nvSpPr>
        <p:spPr>
          <a:xfrm>
            <a:off x="9459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C64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6" name="자유형 1032">
            <a:extLst>
              <a:ext uri="{FF2B5EF4-FFF2-40B4-BE49-F238E27FC236}">
                <a16:creationId xmlns:a16="http://schemas.microsoft.com/office/drawing/2014/main" id="{B349661F-300A-4FA4-8A39-613B57E36722}"/>
              </a:ext>
            </a:extLst>
          </p:cNvPr>
          <p:cNvSpPr/>
          <p:nvPr/>
        </p:nvSpPr>
        <p:spPr>
          <a:xfrm>
            <a:off x="94848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C65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7" name="자유형 1033">
            <a:extLst>
              <a:ext uri="{FF2B5EF4-FFF2-40B4-BE49-F238E27FC236}">
                <a16:creationId xmlns:a16="http://schemas.microsoft.com/office/drawing/2014/main" id="{F15A6E2D-10A9-49E1-9DF8-2661791A35C8}"/>
              </a:ext>
            </a:extLst>
          </p:cNvPr>
          <p:cNvSpPr/>
          <p:nvPr/>
        </p:nvSpPr>
        <p:spPr>
          <a:xfrm>
            <a:off x="95100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D66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8" name="자유형 1034">
            <a:extLst>
              <a:ext uri="{FF2B5EF4-FFF2-40B4-BE49-F238E27FC236}">
                <a16:creationId xmlns:a16="http://schemas.microsoft.com/office/drawing/2014/main" id="{6761E96B-2CBF-41DA-A181-0A3D0D672ABB}"/>
              </a:ext>
            </a:extLst>
          </p:cNvPr>
          <p:cNvSpPr/>
          <p:nvPr/>
        </p:nvSpPr>
        <p:spPr>
          <a:xfrm>
            <a:off x="95356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E66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9" name="자유형 1035">
            <a:extLst>
              <a:ext uri="{FF2B5EF4-FFF2-40B4-BE49-F238E27FC236}">
                <a16:creationId xmlns:a16="http://schemas.microsoft.com/office/drawing/2014/main" id="{5D87E124-C137-49BC-A02D-2E3DAA3CCAA3}"/>
              </a:ext>
            </a:extLst>
          </p:cNvPr>
          <p:cNvSpPr/>
          <p:nvPr/>
        </p:nvSpPr>
        <p:spPr>
          <a:xfrm>
            <a:off x="95608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F672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0" name="자유형 1036">
            <a:extLst>
              <a:ext uri="{FF2B5EF4-FFF2-40B4-BE49-F238E27FC236}">
                <a16:creationId xmlns:a16="http://schemas.microsoft.com/office/drawing/2014/main" id="{D334BCFC-EB49-4B40-A812-189934DD70BE}"/>
              </a:ext>
            </a:extLst>
          </p:cNvPr>
          <p:cNvSpPr/>
          <p:nvPr/>
        </p:nvSpPr>
        <p:spPr>
          <a:xfrm>
            <a:off x="95864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CF682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1" name="자유형 1037">
            <a:extLst>
              <a:ext uri="{FF2B5EF4-FFF2-40B4-BE49-F238E27FC236}">
                <a16:creationId xmlns:a16="http://schemas.microsoft.com/office/drawing/2014/main" id="{3E6E00FA-530F-4D15-906C-B8B2F1CB0A46}"/>
              </a:ext>
            </a:extLst>
          </p:cNvPr>
          <p:cNvSpPr/>
          <p:nvPr/>
        </p:nvSpPr>
        <p:spPr>
          <a:xfrm>
            <a:off x="96116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0692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2" name="자유형 1038">
            <a:extLst>
              <a:ext uri="{FF2B5EF4-FFF2-40B4-BE49-F238E27FC236}">
                <a16:creationId xmlns:a16="http://schemas.microsoft.com/office/drawing/2014/main" id="{06C8D31B-8AD6-4A6E-BF50-2939DA7B46FB}"/>
              </a:ext>
            </a:extLst>
          </p:cNvPr>
          <p:cNvSpPr/>
          <p:nvPr/>
        </p:nvSpPr>
        <p:spPr>
          <a:xfrm>
            <a:off x="96371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1692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3" name="자유형 1039">
            <a:extLst>
              <a:ext uri="{FF2B5EF4-FFF2-40B4-BE49-F238E27FC236}">
                <a16:creationId xmlns:a16="http://schemas.microsoft.com/office/drawing/2014/main" id="{98F5E053-A84D-4139-B071-4EBD6D3CF54D}"/>
              </a:ext>
            </a:extLst>
          </p:cNvPr>
          <p:cNvSpPr/>
          <p:nvPr/>
        </p:nvSpPr>
        <p:spPr>
          <a:xfrm>
            <a:off x="96623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26A2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4" name="자유형 1040">
            <a:extLst>
              <a:ext uri="{FF2B5EF4-FFF2-40B4-BE49-F238E27FC236}">
                <a16:creationId xmlns:a16="http://schemas.microsoft.com/office/drawing/2014/main" id="{E701070E-4D7B-486F-A8B3-185EF9E35E89}"/>
              </a:ext>
            </a:extLst>
          </p:cNvPr>
          <p:cNvSpPr/>
          <p:nvPr/>
        </p:nvSpPr>
        <p:spPr>
          <a:xfrm>
            <a:off x="96879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26B2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5" name="자유형 1041">
            <a:extLst>
              <a:ext uri="{FF2B5EF4-FFF2-40B4-BE49-F238E27FC236}">
                <a16:creationId xmlns:a16="http://schemas.microsoft.com/office/drawing/2014/main" id="{1721D699-4FA1-42E3-9E68-38B657A15CBE}"/>
              </a:ext>
            </a:extLst>
          </p:cNvPr>
          <p:cNvSpPr/>
          <p:nvPr/>
        </p:nvSpPr>
        <p:spPr>
          <a:xfrm>
            <a:off x="97131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36C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6" name="자유형 1042">
            <a:extLst>
              <a:ext uri="{FF2B5EF4-FFF2-40B4-BE49-F238E27FC236}">
                <a16:creationId xmlns:a16="http://schemas.microsoft.com/office/drawing/2014/main" id="{4F336B4D-41D7-4FFF-B7B9-6604C64EBADF}"/>
              </a:ext>
            </a:extLst>
          </p:cNvPr>
          <p:cNvSpPr/>
          <p:nvPr/>
        </p:nvSpPr>
        <p:spPr>
          <a:xfrm>
            <a:off x="97386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46C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7" name="자유형 1043">
            <a:extLst>
              <a:ext uri="{FF2B5EF4-FFF2-40B4-BE49-F238E27FC236}">
                <a16:creationId xmlns:a16="http://schemas.microsoft.com/office/drawing/2014/main" id="{164D5FE2-27F1-4312-B541-A9BA32239A41}"/>
              </a:ext>
            </a:extLst>
          </p:cNvPr>
          <p:cNvSpPr/>
          <p:nvPr/>
        </p:nvSpPr>
        <p:spPr>
          <a:xfrm>
            <a:off x="97642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56D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8" name="자유형 1044">
            <a:extLst>
              <a:ext uri="{FF2B5EF4-FFF2-40B4-BE49-F238E27FC236}">
                <a16:creationId xmlns:a16="http://schemas.microsoft.com/office/drawing/2014/main" id="{3FC4D58D-18B0-4EA5-A8B3-A3F6749ED71C}"/>
              </a:ext>
            </a:extLst>
          </p:cNvPr>
          <p:cNvSpPr/>
          <p:nvPr/>
        </p:nvSpPr>
        <p:spPr>
          <a:xfrm>
            <a:off x="97894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56E2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9" name="자유형 1045">
            <a:extLst>
              <a:ext uri="{FF2B5EF4-FFF2-40B4-BE49-F238E27FC236}">
                <a16:creationId xmlns:a16="http://schemas.microsoft.com/office/drawing/2014/main" id="{8EFACB02-B153-477A-B83A-A290F08D26A1}"/>
              </a:ext>
            </a:extLst>
          </p:cNvPr>
          <p:cNvSpPr/>
          <p:nvPr/>
        </p:nvSpPr>
        <p:spPr>
          <a:xfrm>
            <a:off x="98150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66E2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0" name="자유형 1046">
            <a:extLst>
              <a:ext uri="{FF2B5EF4-FFF2-40B4-BE49-F238E27FC236}">
                <a16:creationId xmlns:a16="http://schemas.microsoft.com/office/drawing/2014/main" id="{57835067-ABFB-4CF7-B939-054902A5FD0D}"/>
              </a:ext>
            </a:extLst>
          </p:cNvPr>
          <p:cNvSpPr/>
          <p:nvPr/>
        </p:nvSpPr>
        <p:spPr>
          <a:xfrm>
            <a:off x="9840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76F2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1" name="자유형 1047">
            <a:extLst>
              <a:ext uri="{FF2B5EF4-FFF2-40B4-BE49-F238E27FC236}">
                <a16:creationId xmlns:a16="http://schemas.microsoft.com/office/drawing/2014/main" id="{EA4A98F5-92B2-4CC8-8263-FFA80CBAA0A9}"/>
              </a:ext>
            </a:extLst>
          </p:cNvPr>
          <p:cNvSpPr/>
          <p:nvPr/>
        </p:nvSpPr>
        <p:spPr>
          <a:xfrm>
            <a:off x="98657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8702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2" name="자유형 1048">
            <a:extLst>
              <a:ext uri="{FF2B5EF4-FFF2-40B4-BE49-F238E27FC236}">
                <a16:creationId xmlns:a16="http://schemas.microsoft.com/office/drawing/2014/main" id="{640B8658-8849-4217-814B-475825D79587}"/>
              </a:ext>
            </a:extLst>
          </p:cNvPr>
          <p:cNvSpPr/>
          <p:nvPr/>
        </p:nvSpPr>
        <p:spPr>
          <a:xfrm>
            <a:off x="9890972" y="1518745"/>
            <a:ext cx="26280" cy="33480"/>
          </a:xfrm>
          <a:custGeom>
            <a:avLst/>
            <a:gdLst/>
            <a:ahLst/>
            <a:cxnLst/>
            <a:rect l="0" t="0" r="r" b="b"/>
            <a:pathLst>
              <a:path w="73" h="93">
                <a:moveTo>
                  <a:pt x="0" y="0"/>
                </a:moveTo>
                <a:lnTo>
                  <a:pt x="73" y="0"/>
                </a:lnTo>
                <a:lnTo>
                  <a:pt x="73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8712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3" name="자유형 1049">
            <a:extLst>
              <a:ext uri="{FF2B5EF4-FFF2-40B4-BE49-F238E27FC236}">
                <a16:creationId xmlns:a16="http://schemas.microsoft.com/office/drawing/2014/main" id="{57B18CCF-A331-42C7-BBBD-B803B5BF7BAA}"/>
              </a:ext>
            </a:extLst>
          </p:cNvPr>
          <p:cNvSpPr/>
          <p:nvPr/>
        </p:nvSpPr>
        <p:spPr>
          <a:xfrm>
            <a:off x="99165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9712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4" name="자유형 1050">
            <a:extLst>
              <a:ext uri="{FF2B5EF4-FFF2-40B4-BE49-F238E27FC236}">
                <a16:creationId xmlns:a16="http://schemas.microsoft.com/office/drawing/2014/main" id="{8705C255-4BC5-4DF1-AF92-F59C68954348}"/>
              </a:ext>
            </a:extLst>
          </p:cNvPr>
          <p:cNvSpPr/>
          <p:nvPr/>
        </p:nvSpPr>
        <p:spPr>
          <a:xfrm>
            <a:off x="99417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A722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5" name="자유형 1051">
            <a:extLst>
              <a:ext uri="{FF2B5EF4-FFF2-40B4-BE49-F238E27FC236}">
                <a16:creationId xmlns:a16="http://schemas.microsoft.com/office/drawing/2014/main" id="{12DFFFD9-01F8-4F97-B314-B376CF911447}"/>
              </a:ext>
            </a:extLst>
          </p:cNvPr>
          <p:cNvSpPr/>
          <p:nvPr/>
        </p:nvSpPr>
        <p:spPr>
          <a:xfrm>
            <a:off x="99672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B732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6" name="자유형 1052">
            <a:extLst>
              <a:ext uri="{FF2B5EF4-FFF2-40B4-BE49-F238E27FC236}">
                <a16:creationId xmlns:a16="http://schemas.microsoft.com/office/drawing/2014/main" id="{0B2086EA-53E4-4CBE-961F-FBA5B461170D}"/>
              </a:ext>
            </a:extLst>
          </p:cNvPr>
          <p:cNvSpPr/>
          <p:nvPr/>
        </p:nvSpPr>
        <p:spPr>
          <a:xfrm>
            <a:off x="99924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B742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7" name="자유형 1053">
            <a:extLst>
              <a:ext uri="{FF2B5EF4-FFF2-40B4-BE49-F238E27FC236}">
                <a16:creationId xmlns:a16="http://schemas.microsoft.com/office/drawing/2014/main" id="{DE6FB73D-4B4B-43CB-8255-0AB229763D84}"/>
              </a:ext>
            </a:extLst>
          </p:cNvPr>
          <p:cNvSpPr/>
          <p:nvPr/>
        </p:nvSpPr>
        <p:spPr>
          <a:xfrm>
            <a:off x="10018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C742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8" name="자유형 1054">
            <a:extLst>
              <a:ext uri="{FF2B5EF4-FFF2-40B4-BE49-F238E27FC236}">
                <a16:creationId xmlns:a16="http://schemas.microsoft.com/office/drawing/2014/main" id="{8998F9C6-2016-4C8C-9A04-EFE6DC927E76}"/>
              </a:ext>
            </a:extLst>
          </p:cNvPr>
          <p:cNvSpPr/>
          <p:nvPr/>
        </p:nvSpPr>
        <p:spPr>
          <a:xfrm>
            <a:off x="100436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D752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9" name="자유형 1055">
            <a:extLst>
              <a:ext uri="{FF2B5EF4-FFF2-40B4-BE49-F238E27FC236}">
                <a16:creationId xmlns:a16="http://schemas.microsoft.com/office/drawing/2014/main" id="{11A2059D-9409-4337-9301-40D7A657C5A8}"/>
              </a:ext>
            </a:extLst>
          </p:cNvPr>
          <p:cNvSpPr/>
          <p:nvPr/>
        </p:nvSpPr>
        <p:spPr>
          <a:xfrm>
            <a:off x="10068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E762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0" name="자유형 1056">
            <a:extLst>
              <a:ext uri="{FF2B5EF4-FFF2-40B4-BE49-F238E27FC236}">
                <a16:creationId xmlns:a16="http://schemas.microsoft.com/office/drawing/2014/main" id="{5E38A1ED-6808-452B-A60C-FF9B6AB76429}"/>
              </a:ext>
            </a:extLst>
          </p:cNvPr>
          <p:cNvSpPr/>
          <p:nvPr/>
        </p:nvSpPr>
        <p:spPr>
          <a:xfrm>
            <a:off x="100943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F77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1" name="자유형 1057">
            <a:extLst>
              <a:ext uri="{FF2B5EF4-FFF2-40B4-BE49-F238E27FC236}">
                <a16:creationId xmlns:a16="http://schemas.microsoft.com/office/drawing/2014/main" id="{0CCE63A1-D7C3-404F-A13E-25149C5BDCC9}"/>
              </a:ext>
            </a:extLst>
          </p:cNvPr>
          <p:cNvSpPr/>
          <p:nvPr/>
        </p:nvSpPr>
        <p:spPr>
          <a:xfrm>
            <a:off x="10119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DF77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2" name="자유형 1058">
            <a:extLst>
              <a:ext uri="{FF2B5EF4-FFF2-40B4-BE49-F238E27FC236}">
                <a16:creationId xmlns:a16="http://schemas.microsoft.com/office/drawing/2014/main" id="{3C881F86-3366-4315-983C-B0FB818D0D76}"/>
              </a:ext>
            </a:extLst>
          </p:cNvPr>
          <p:cNvSpPr/>
          <p:nvPr/>
        </p:nvSpPr>
        <p:spPr>
          <a:xfrm>
            <a:off x="101451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0783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3" name="자유형 1059">
            <a:extLst>
              <a:ext uri="{FF2B5EF4-FFF2-40B4-BE49-F238E27FC236}">
                <a16:creationId xmlns:a16="http://schemas.microsoft.com/office/drawing/2014/main" id="{CB957371-EFB0-41F8-A8FF-DCFD37544217}"/>
              </a:ext>
            </a:extLst>
          </p:cNvPr>
          <p:cNvSpPr/>
          <p:nvPr/>
        </p:nvSpPr>
        <p:spPr>
          <a:xfrm>
            <a:off x="101703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1793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4" name="자유형 1060">
            <a:extLst>
              <a:ext uri="{FF2B5EF4-FFF2-40B4-BE49-F238E27FC236}">
                <a16:creationId xmlns:a16="http://schemas.microsoft.com/office/drawing/2014/main" id="{E01240F0-F0AC-4793-B723-A8FF4FB02DAC}"/>
              </a:ext>
            </a:extLst>
          </p:cNvPr>
          <p:cNvSpPr/>
          <p:nvPr/>
        </p:nvSpPr>
        <p:spPr>
          <a:xfrm>
            <a:off x="101958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2793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5" name="자유형 1061">
            <a:extLst>
              <a:ext uri="{FF2B5EF4-FFF2-40B4-BE49-F238E27FC236}">
                <a16:creationId xmlns:a16="http://schemas.microsoft.com/office/drawing/2014/main" id="{6B98BB2C-1816-4CB2-9162-761D2C3C11FD}"/>
              </a:ext>
            </a:extLst>
          </p:cNvPr>
          <p:cNvSpPr/>
          <p:nvPr/>
        </p:nvSpPr>
        <p:spPr>
          <a:xfrm>
            <a:off x="102210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27A3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6" name="자유형 1062">
            <a:extLst>
              <a:ext uri="{FF2B5EF4-FFF2-40B4-BE49-F238E27FC236}">
                <a16:creationId xmlns:a16="http://schemas.microsoft.com/office/drawing/2014/main" id="{50E79856-91C9-4BFF-AD7C-FC5088ADFC3A}"/>
              </a:ext>
            </a:extLst>
          </p:cNvPr>
          <p:cNvSpPr/>
          <p:nvPr/>
        </p:nvSpPr>
        <p:spPr>
          <a:xfrm>
            <a:off x="102466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37B3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7" name="자유형 1063">
            <a:extLst>
              <a:ext uri="{FF2B5EF4-FFF2-40B4-BE49-F238E27FC236}">
                <a16:creationId xmlns:a16="http://schemas.microsoft.com/office/drawing/2014/main" id="{B2346C10-DB83-4663-B693-318293C5087D}"/>
              </a:ext>
            </a:extLst>
          </p:cNvPr>
          <p:cNvSpPr/>
          <p:nvPr/>
        </p:nvSpPr>
        <p:spPr>
          <a:xfrm>
            <a:off x="102718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47C3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8" name="자유형 1064">
            <a:extLst>
              <a:ext uri="{FF2B5EF4-FFF2-40B4-BE49-F238E27FC236}">
                <a16:creationId xmlns:a16="http://schemas.microsoft.com/office/drawing/2014/main" id="{6DC51E37-DE70-42B3-8DD0-7481BF0970CB}"/>
              </a:ext>
            </a:extLst>
          </p:cNvPr>
          <p:cNvSpPr/>
          <p:nvPr/>
        </p:nvSpPr>
        <p:spPr>
          <a:xfrm>
            <a:off x="10297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57C3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9" name="자유형 1065">
            <a:extLst>
              <a:ext uri="{FF2B5EF4-FFF2-40B4-BE49-F238E27FC236}">
                <a16:creationId xmlns:a16="http://schemas.microsoft.com/office/drawing/2014/main" id="{7591385A-EBAF-4D03-8FAD-C6E6C9D04AEE}"/>
              </a:ext>
            </a:extLst>
          </p:cNvPr>
          <p:cNvSpPr/>
          <p:nvPr/>
        </p:nvSpPr>
        <p:spPr>
          <a:xfrm>
            <a:off x="103229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57D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0" name="자유형 1066">
            <a:extLst>
              <a:ext uri="{FF2B5EF4-FFF2-40B4-BE49-F238E27FC236}">
                <a16:creationId xmlns:a16="http://schemas.microsoft.com/office/drawing/2014/main" id="{0E7B582B-819B-4B21-A915-45A3E7DD7DA9}"/>
              </a:ext>
            </a:extLst>
          </p:cNvPr>
          <p:cNvSpPr/>
          <p:nvPr/>
        </p:nvSpPr>
        <p:spPr>
          <a:xfrm>
            <a:off x="103481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67E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1" name="자유형 1067">
            <a:extLst>
              <a:ext uri="{FF2B5EF4-FFF2-40B4-BE49-F238E27FC236}">
                <a16:creationId xmlns:a16="http://schemas.microsoft.com/office/drawing/2014/main" id="{3EC49F0C-B646-400C-B445-1D5AC212BF86}"/>
              </a:ext>
            </a:extLst>
          </p:cNvPr>
          <p:cNvSpPr/>
          <p:nvPr/>
        </p:nvSpPr>
        <p:spPr>
          <a:xfrm>
            <a:off x="103737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77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2" name="자유형 1068">
            <a:extLst>
              <a:ext uri="{FF2B5EF4-FFF2-40B4-BE49-F238E27FC236}">
                <a16:creationId xmlns:a16="http://schemas.microsoft.com/office/drawing/2014/main" id="{32575499-E33D-4AA8-BCF0-CD94BADD24B8}"/>
              </a:ext>
            </a:extLst>
          </p:cNvPr>
          <p:cNvSpPr/>
          <p:nvPr/>
        </p:nvSpPr>
        <p:spPr>
          <a:xfrm>
            <a:off x="103989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87F3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3" name="자유형 1069">
            <a:extLst>
              <a:ext uri="{FF2B5EF4-FFF2-40B4-BE49-F238E27FC236}">
                <a16:creationId xmlns:a16="http://schemas.microsoft.com/office/drawing/2014/main" id="{8DCA45F1-0684-4182-9D60-CC9500FA499B}"/>
              </a:ext>
            </a:extLst>
          </p:cNvPr>
          <p:cNvSpPr/>
          <p:nvPr/>
        </p:nvSpPr>
        <p:spPr>
          <a:xfrm>
            <a:off x="104244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8803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4" name="자유형 1070">
            <a:extLst>
              <a:ext uri="{FF2B5EF4-FFF2-40B4-BE49-F238E27FC236}">
                <a16:creationId xmlns:a16="http://schemas.microsoft.com/office/drawing/2014/main" id="{660AFD7F-58C5-4FF6-AB74-81F0291BFC41}"/>
              </a:ext>
            </a:extLst>
          </p:cNvPr>
          <p:cNvSpPr/>
          <p:nvPr/>
        </p:nvSpPr>
        <p:spPr>
          <a:xfrm>
            <a:off x="104496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9813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5" name="자유형 1071">
            <a:extLst>
              <a:ext uri="{FF2B5EF4-FFF2-40B4-BE49-F238E27FC236}">
                <a16:creationId xmlns:a16="http://schemas.microsoft.com/office/drawing/2014/main" id="{FA98DF5A-312C-4489-A160-81CD7DC1EE85}"/>
              </a:ext>
            </a:extLst>
          </p:cNvPr>
          <p:cNvSpPr/>
          <p:nvPr/>
        </p:nvSpPr>
        <p:spPr>
          <a:xfrm>
            <a:off x="104752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A823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6" name="자유형 1072">
            <a:extLst>
              <a:ext uri="{FF2B5EF4-FFF2-40B4-BE49-F238E27FC236}">
                <a16:creationId xmlns:a16="http://schemas.microsoft.com/office/drawing/2014/main" id="{77CEFFB7-0443-4A37-954B-6A4FC28C303E}"/>
              </a:ext>
            </a:extLst>
          </p:cNvPr>
          <p:cNvSpPr/>
          <p:nvPr/>
        </p:nvSpPr>
        <p:spPr>
          <a:xfrm>
            <a:off x="105004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B823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7" name="자유형 1073">
            <a:extLst>
              <a:ext uri="{FF2B5EF4-FFF2-40B4-BE49-F238E27FC236}">
                <a16:creationId xmlns:a16="http://schemas.microsoft.com/office/drawing/2014/main" id="{A75522A4-CC18-4A7C-83AD-D191603EDE38}"/>
              </a:ext>
            </a:extLst>
          </p:cNvPr>
          <p:cNvSpPr/>
          <p:nvPr/>
        </p:nvSpPr>
        <p:spPr>
          <a:xfrm>
            <a:off x="105260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B833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8" name="자유형 1074">
            <a:extLst>
              <a:ext uri="{FF2B5EF4-FFF2-40B4-BE49-F238E27FC236}">
                <a16:creationId xmlns:a16="http://schemas.microsoft.com/office/drawing/2014/main" id="{01F18E0E-6344-4EC0-A644-C3443065D469}"/>
              </a:ext>
            </a:extLst>
          </p:cNvPr>
          <p:cNvSpPr/>
          <p:nvPr/>
        </p:nvSpPr>
        <p:spPr>
          <a:xfrm>
            <a:off x="105512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C843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자유형 1075">
            <a:extLst>
              <a:ext uri="{FF2B5EF4-FFF2-40B4-BE49-F238E27FC236}">
                <a16:creationId xmlns:a16="http://schemas.microsoft.com/office/drawing/2014/main" id="{B5CB72F5-E3DD-401D-991C-20889424AD38}"/>
              </a:ext>
            </a:extLst>
          </p:cNvPr>
          <p:cNvSpPr/>
          <p:nvPr/>
        </p:nvSpPr>
        <p:spPr>
          <a:xfrm>
            <a:off x="105767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D853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자유형 1076">
            <a:extLst>
              <a:ext uri="{FF2B5EF4-FFF2-40B4-BE49-F238E27FC236}">
                <a16:creationId xmlns:a16="http://schemas.microsoft.com/office/drawing/2014/main" id="{3DA8B45E-EF7C-45C3-8A9E-FF29A0377394}"/>
              </a:ext>
            </a:extLst>
          </p:cNvPr>
          <p:cNvSpPr/>
          <p:nvPr/>
        </p:nvSpPr>
        <p:spPr>
          <a:xfrm>
            <a:off x="106023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E853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자유형 1077">
            <a:extLst>
              <a:ext uri="{FF2B5EF4-FFF2-40B4-BE49-F238E27FC236}">
                <a16:creationId xmlns:a16="http://schemas.microsoft.com/office/drawing/2014/main" id="{637163A7-5F7B-4B68-BCE0-34644C534386}"/>
              </a:ext>
            </a:extLst>
          </p:cNvPr>
          <p:cNvSpPr/>
          <p:nvPr/>
        </p:nvSpPr>
        <p:spPr>
          <a:xfrm>
            <a:off x="10627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E863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자유형 1078">
            <a:extLst>
              <a:ext uri="{FF2B5EF4-FFF2-40B4-BE49-F238E27FC236}">
                <a16:creationId xmlns:a16="http://schemas.microsoft.com/office/drawing/2014/main" id="{B21D13FD-5626-420E-934D-5DFC98AD9DAD}"/>
              </a:ext>
            </a:extLst>
          </p:cNvPr>
          <p:cNvSpPr/>
          <p:nvPr/>
        </p:nvSpPr>
        <p:spPr>
          <a:xfrm>
            <a:off x="106530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EF873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자유형 1079">
            <a:extLst>
              <a:ext uri="{FF2B5EF4-FFF2-40B4-BE49-F238E27FC236}">
                <a16:creationId xmlns:a16="http://schemas.microsoft.com/office/drawing/2014/main" id="{F0894C39-EEC4-4399-8DED-8684A5883E03}"/>
              </a:ext>
            </a:extLst>
          </p:cNvPr>
          <p:cNvSpPr/>
          <p:nvPr/>
        </p:nvSpPr>
        <p:spPr>
          <a:xfrm>
            <a:off x="10678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0873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자유형 1080">
            <a:extLst>
              <a:ext uri="{FF2B5EF4-FFF2-40B4-BE49-F238E27FC236}">
                <a16:creationId xmlns:a16="http://schemas.microsoft.com/office/drawing/2014/main" id="{88CEDF0A-FC9B-42CF-81AF-373A87475EF6}"/>
              </a:ext>
            </a:extLst>
          </p:cNvPr>
          <p:cNvSpPr/>
          <p:nvPr/>
        </p:nvSpPr>
        <p:spPr>
          <a:xfrm>
            <a:off x="107038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1883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자유형 1081">
            <a:extLst>
              <a:ext uri="{FF2B5EF4-FFF2-40B4-BE49-F238E27FC236}">
                <a16:creationId xmlns:a16="http://schemas.microsoft.com/office/drawing/2014/main" id="{A3356976-0FC4-4CC0-B6CB-C53C3A5ED31D}"/>
              </a:ext>
            </a:extLst>
          </p:cNvPr>
          <p:cNvSpPr/>
          <p:nvPr/>
        </p:nvSpPr>
        <p:spPr>
          <a:xfrm>
            <a:off x="10729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1893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자유형 1082">
            <a:extLst>
              <a:ext uri="{FF2B5EF4-FFF2-40B4-BE49-F238E27FC236}">
                <a16:creationId xmlns:a16="http://schemas.microsoft.com/office/drawing/2014/main" id="{68EDAC44-B2FA-4D64-B6C2-D17A5C635C71}"/>
              </a:ext>
            </a:extLst>
          </p:cNvPr>
          <p:cNvSpPr/>
          <p:nvPr/>
        </p:nvSpPr>
        <p:spPr>
          <a:xfrm>
            <a:off x="107546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28A3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자유형 1083">
            <a:extLst>
              <a:ext uri="{FF2B5EF4-FFF2-40B4-BE49-F238E27FC236}">
                <a16:creationId xmlns:a16="http://schemas.microsoft.com/office/drawing/2014/main" id="{7B0BCCDB-0E27-492C-8213-129839EB6A61}"/>
              </a:ext>
            </a:extLst>
          </p:cNvPr>
          <p:cNvSpPr/>
          <p:nvPr/>
        </p:nvSpPr>
        <p:spPr>
          <a:xfrm>
            <a:off x="10779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38A3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자유형 1084">
            <a:extLst>
              <a:ext uri="{FF2B5EF4-FFF2-40B4-BE49-F238E27FC236}">
                <a16:creationId xmlns:a16="http://schemas.microsoft.com/office/drawing/2014/main" id="{25877F7A-0E80-4EA1-9A2A-3259EF0293EE}"/>
              </a:ext>
            </a:extLst>
          </p:cNvPr>
          <p:cNvSpPr/>
          <p:nvPr/>
        </p:nvSpPr>
        <p:spPr>
          <a:xfrm>
            <a:off x="108053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48B3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자유형 1085">
            <a:extLst>
              <a:ext uri="{FF2B5EF4-FFF2-40B4-BE49-F238E27FC236}">
                <a16:creationId xmlns:a16="http://schemas.microsoft.com/office/drawing/2014/main" id="{DBA09EF4-D070-4FC7-9572-08A306101BDF}"/>
              </a:ext>
            </a:extLst>
          </p:cNvPr>
          <p:cNvSpPr/>
          <p:nvPr/>
        </p:nvSpPr>
        <p:spPr>
          <a:xfrm>
            <a:off x="108305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48C3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자유형 1086">
            <a:extLst>
              <a:ext uri="{FF2B5EF4-FFF2-40B4-BE49-F238E27FC236}">
                <a16:creationId xmlns:a16="http://schemas.microsoft.com/office/drawing/2014/main" id="{C5BC77E4-73C0-482A-A121-E25F9079D52B}"/>
              </a:ext>
            </a:extLst>
          </p:cNvPr>
          <p:cNvSpPr/>
          <p:nvPr/>
        </p:nvSpPr>
        <p:spPr>
          <a:xfrm>
            <a:off x="108561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58D3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자유형 1087">
            <a:extLst>
              <a:ext uri="{FF2B5EF4-FFF2-40B4-BE49-F238E27FC236}">
                <a16:creationId xmlns:a16="http://schemas.microsoft.com/office/drawing/2014/main" id="{B3801AE6-7F90-46D9-A70B-05211375C373}"/>
              </a:ext>
            </a:extLst>
          </p:cNvPr>
          <p:cNvSpPr/>
          <p:nvPr/>
        </p:nvSpPr>
        <p:spPr>
          <a:xfrm>
            <a:off x="108816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68D3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자유형 1088">
            <a:extLst>
              <a:ext uri="{FF2B5EF4-FFF2-40B4-BE49-F238E27FC236}">
                <a16:creationId xmlns:a16="http://schemas.microsoft.com/office/drawing/2014/main" id="{E1F5C168-3CC4-4E49-A0CF-57BA2D2CF40B}"/>
              </a:ext>
            </a:extLst>
          </p:cNvPr>
          <p:cNvSpPr/>
          <p:nvPr/>
        </p:nvSpPr>
        <p:spPr>
          <a:xfrm>
            <a:off x="109068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78E3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자유형 1089">
            <a:extLst>
              <a:ext uri="{FF2B5EF4-FFF2-40B4-BE49-F238E27FC236}">
                <a16:creationId xmlns:a16="http://schemas.microsoft.com/office/drawing/2014/main" id="{CAA53DDB-17B8-4A20-92FA-D12CFF6D37CF}"/>
              </a:ext>
            </a:extLst>
          </p:cNvPr>
          <p:cNvSpPr/>
          <p:nvPr/>
        </p:nvSpPr>
        <p:spPr>
          <a:xfrm>
            <a:off x="109324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88F3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자유형 1090">
            <a:extLst>
              <a:ext uri="{FF2B5EF4-FFF2-40B4-BE49-F238E27FC236}">
                <a16:creationId xmlns:a16="http://schemas.microsoft.com/office/drawing/2014/main" id="{C57C4D49-FFC7-401D-9246-7045067EADD8}"/>
              </a:ext>
            </a:extLst>
          </p:cNvPr>
          <p:cNvSpPr/>
          <p:nvPr/>
        </p:nvSpPr>
        <p:spPr>
          <a:xfrm>
            <a:off x="109576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8903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자유형 1091">
            <a:extLst>
              <a:ext uri="{FF2B5EF4-FFF2-40B4-BE49-F238E27FC236}">
                <a16:creationId xmlns:a16="http://schemas.microsoft.com/office/drawing/2014/main" id="{58469E9F-3E35-433C-8ED3-4785B6F2B242}"/>
              </a:ext>
            </a:extLst>
          </p:cNvPr>
          <p:cNvSpPr/>
          <p:nvPr/>
        </p:nvSpPr>
        <p:spPr>
          <a:xfrm>
            <a:off x="109832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9903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자유형 1092">
            <a:extLst>
              <a:ext uri="{FF2B5EF4-FFF2-40B4-BE49-F238E27FC236}">
                <a16:creationId xmlns:a16="http://schemas.microsoft.com/office/drawing/2014/main" id="{D577E4CC-1E8F-4C5B-A4E4-4FB7035B91EF}"/>
              </a:ext>
            </a:extLst>
          </p:cNvPr>
          <p:cNvSpPr/>
          <p:nvPr/>
        </p:nvSpPr>
        <p:spPr>
          <a:xfrm>
            <a:off x="110084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A913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자유형 1093">
            <a:extLst>
              <a:ext uri="{FF2B5EF4-FFF2-40B4-BE49-F238E27FC236}">
                <a16:creationId xmlns:a16="http://schemas.microsoft.com/office/drawing/2014/main" id="{B58CF79E-9749-477C-B89B-AFF25C82582F}"/>
              </a:ext>
            </a:extLst>
          </p:cNvPr>
          <p:cNvSpPr/>
          <p:nvPr/>
        </p:nvSpPr>
        <p:spPr>
          <a:xfrm>
            <a:off x="1103397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B923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TextBox 877">
            <a:extLst>
              <a:ext uri="{FF2B5EF4-FFF2-40B4-BE49-F238E27FC236}">
                <a16:creationId xmlns:a16="http://schemas.microsoft.com/office/drawing/2014/main" id="{DBE118C3-C21F-4DB6-A3EA-1B0A39C19D6E}"/>
              </a:ext>
            </a:extLst>
          </p:cNvPr>
          <p:cNvSpPr txBox="1"/>
          <p:nvPr/>
        </p:nvSpPr>
        <p:spPr>
          <a:xfrm>
            <a:off x="8190332" y="3038512"/>
            <a:ext cx="2154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4B5563"/>
                </a:solidFill>
                <a:latin typeface="Pretendard"/>
                <a:ea typeface="Pretendard"/>
              </a:rPr>
              <a:t>체계적인 모델 및 데이터 이력 관리 지원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자유형 1211">
            <a:extLst>
              <a:ext uri="{FF2B5EF4-FFF2-40B4-BE49-F238E27FC236}">
                <a16:creationId xmlns:a16="http://schemas.microsoft.com/office/drawing/2014/main" id="{8CB8AC88-644B-4817-AEB3-2ACF73A46240}"/>
              </a:ext>
            </a:extLst>
          </p:cNvPr>
          <p:cNvSpPr/>
          <p:nvPr/>
        </p:nvSpPr>
        <p:spPr>
          <a:xfrm>
            <a:off x="2273372" y="4959745"/>
            <a:ext cx="8123040" cy="1596600"/>
          </a:xfrm>
          <a:custGeom>
            <a:avLst/>
            <a:gdLst/>
            <a:ahLst/>
            <a:cxnLst/>
            <a:rect l="0" t="0" r="r" b="b"/>
            <a:pathLst>
              <a:path w="22564" h="4435">
                <a:moveTo>
                  <a:pt x="14" y="115"/>
                </a:move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22379" y="0"/>
                </a:lnTo>
                <a:cubicBezTo>
                  <a:pt x="22403" y="0"/>
                  <a:pt x="22427" y="5"/>
                  <a:pt x="22450" y="14"/>
                </a:cubicBezTo>
                <a:cubicBezTo>
                  <a:pt x="22473" y="24"/>
                  <a:pt x="22493" y="37"/>
                  <a:pt x="22510" y="55"/>
                </a:cubicBezTo>
                <a:cubicBezTo>
                  <a:pt x="22527" y="72"/>
                  <a:pt x="22541" y="92"/>
                  <a:pt x="22550" y="115"/>
                </a:cubicBezTo>
                <a:cubicBezTo>
                  <a:pt x="22560" y="138"/>
                  <a:pt x="22564" y="161"/>
                  <a:pt x="22564" y="186"/>
                </a:cubicBezTo>
                <a:lnTo>
                  <a:pt x="22564" y="4249"/>
                </a:lnTo>
                <a:cubicBezTo>
                  <a:pt x="22564" y="4274"/>
                  <a:pt x="22560" y="4298"/>
                  <a:pt x="22550" y="4320"/>
                </a:cubicBezTo>
                <a:cubicBezTo>
                  <a:pt x="22541" y="4343"/>
                  <a:pt x="22527" y="4363"/>
                  <a:pt x="22510" y="4381"/>
                </a:cubicBezTo>
                <a:cubicBezTo>
                  <a:pt x="22493" y="4398"/>
                  <a:pt x="22473" y="4411"/>
                  <a:pt x="22450" y="4421"/>
                </a:cubicBezTo>
                <a:cubicBezTo>
                  <a:pt x="22427" y="4430"/>
                  <a:pt x="22403" y="4435"/>
                  <a:pt x="22379" y="4435"/>
                </a:cubicBezTo>
                <a:lnTo>
                  <a:pt x="186" y="4435"/>
                </a:lnTo>
                <a:cubicBezTo>
                  <a:pt x="161" y="4435"/>
                  <a:pt x="138" y="4430"/>
                  <a:pt x="115" y="4421"/>
                </a:cubicBezTo>
                <a:cubicBezTo>
                  <a:pt x="92" y="4411"/>
                  <a:pt x="72" y="4398"/>
                  <a:pt x="55" y="4381"/>
                </a:cubicBezTo>
                <a:cubicBezTo>
                  <a:pt x="37" y="4363"/>
                  <a:pt x="24" y="4343"/>
                  <a:pt x="14" y="4320"/>
                </a:cubicBezTo>
                <a:cubicBezTo>
                  <a:pt x="5" y="4298"/>
                  <a:pt x="0" y="4274"/>
                  <a:pt x="0" y="4249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자유형 1212">
            <a:extLst>
              <a:ext uri="{FF2B5EF4-FFF2-40B4-BE49-F238E27FC236}">
                <a16:creationId xmlns:a16="http://schemas.microsoft.com/office/drawing/2014/main" id="{0EC482F0-3575-4F04-A7F3-2F7DD722B9FC}"/>
              </a:ext>
            </a:extLst>
          </p:cNvPr>
          <p:cNvSpPr/>
          <p:nvPr/>
        </p:nvSpPr>
        <p:spPr>
          <a:xfrm>
            <a:off x="2263292" y="4949665"/>
            <a:ext cx="8143200" cy="1616760"/>
          </a:xfrm>
          <a:custGeom>
            <a:avLst/>
            <a:gdLst/>
            <a:ahLst/>
            <a:cxnLst/>
            <a:rect l="0" t="0" r="r" b="b"/>
            <a:pathLst>
              <a:path w="22620" h="4491">
                <a:moveTo>
                  <a:pt x="446" y="0"/>
                </a:moveTo>
                <a:lnTo>
                  <a:pt x="585" y="0"/>
                </a:lnTo>
                <a:lnTo>
                  <a:pt x="585" y="103"/>
                </a:lnTo>
                <a:lnTo>
                  <a:pt x="446" y="103"/>
                </a:lnTo>
                <a:lnTo>
                  <a:pt x="446" y="0"/>
                </a:lnTo>
                <a:moveTo>
                  <a:pt x="677" y="0"/>
                </a:moveTo>
                <a:lnTo>
                  <a:pt x="817" y="0"/>
                </a:lnTo>
                <a:lnTo>
                  <a:pt x="817" y="103"/>
                </a:lnTo>
                <a:lnTo>
                  <a:pt x="677" y="103"/>
                </a:lnTo>
                <a:lnTo>
                  <a:pt x="677" y="0"/>
                </a:lnTo>
                <a:moveTo>
                  <a:pt x="909" y="0"/>
                </a:moveTo>
                <a:lnTo>
                  <a:pt x="1048" y="0"/>
                </a:lnTo>
                <a:lnTo>
                  <a:pt x="1048" y="103"/>
                </a:lnTo>
                <a:lnTo>
                  <a:pt x="909" y="103"/>
                </a:lnTo>
                <a:lnTo>
                  <a:pt x="909" y="0"/>
                </a:lnTo>
                <a:moveTo>
                  <a:pt x="1141" y="0"/>
                </a:moveTo>
                <a:lnTo>
                  <a:pt x="1280" y="0"/>
                </a:lnTo>
                <a:lnTo>
                  <a:pt x="1280" y="103"/>
                </a:lnTo>
                <a:lnTo>
                  <a:pt x="1141" y="103"/>
                </a:lnTo>
                <a:lnTo>
                  <a:pt x="1141" y="0"/>
                </a:lnTo>
                <a:moveTo>
                  <a:pt x="1372" y="0"/>
                </a:moveTo>
                <a:lnTo>
                  <a:pt x="1511" y="0"/>
                </a:lnTo>
                <a:lnTo>
                  <a:pt x="1511" y="103"/>
                </a:lnTo>
                <a:lnTo>
                  <a:pt x="1372" y="103"/>
                </a:lnTo>
                <a:lnTo>
                  <a:pt x="1372" y="0"/>
                </a:lnTo>
                <a:moveTo>
                  <a:pt x="1604" y="0"/>
                </a:moveTo>
                <a:lnTo>
                  <a:pt x="1743" y="0"/>
                </a:lnTo>
                <a:lnTo>
                  <a:pt x="1743" y="103"/>
                </a:lnTo>
                <a:lnTo>
                  <a:pt x="1604" y="103"/>
                </a:lnTo>
                <a:lnTo>
                  <a:pt x="1604" y="0"/>
                </a:lnTo>
                <a:moveTo>
                  <a:pt x="1835" y="0"/>
                </a:moveTo>
                <a:lnTo>
                  <a:pt x="1975" y="0"/>
                </a:lnTo>
                <a:lnTo>
                  <a:pt x="1975" y="103"/>
                </a:lnTo>
                <a:lnTo>
                  <a:pt x="1835" y="103"/>
                </a:lnTo>
                <a:lnTo>
                  <a:pt x="1835" y="0"/>
                </a:lnTo>
                <a:moveTo>
                  <a:pt x="2067" y="0"/>
                </a:moveTo>
                <a:lnTo>
                  <a:pt x="2206" y="0"/>
                </a:lnTo>
                <a:lnTo>
                  <a:pt x="2206" y="103"/>
                </a:lnTo>
                <a:lnTo>
                  <a:pt x="2067" y="103"/>
                </a:lnTo>
                <a:lnTo>
                  <a:pt x="2067" y="0"/>
                </a:lnTo>
                <a:moveTo>
                  <a:pt x="2299" y="0"/>
                </a:moveTo>
                <a:lnTo>
                  <a:pt x="2438" y="0"/>
                </a:lnTo>
                <a:lnTo>
                  <a:pt x="2438" y="103"/>
                </a:lnTo>
                <a:lnTo>
                  <a:pt x="2299" y="103"/>
                </a:lnTo>
                <a:lnTo>
                  <a:pt x="2299" y="0"/>
                </a:lnTo>
                <a:moveTo>
                  <a:pt x="2530" y="0"/>
                </a:moveTo>
                <a:lnTo>
                  <a:pt x="2670" y="0"/>
                </a:lnTo>
                <a:lnTo>
                  <a:pt x="2670" y="103"/>
                </a:lnTo>
                <a:lnTo>
                  <a:pt x="2530" y="103"/>
                </a:lnTo>
                <a:lnTo>
                  <a:pt x="2530" y="0"/>
                </a:lnTo>
                <a:moveTo>
                  <a:pt x="2762" y="0"/>
                </a:moveTo>
                <a:lnTo>
                  <a:pt x="2901" y="0"/>
                </a:lnTo>
                <a:lnTo>
                  <a:pt x="2901" y="103"/>
                </a:lnTo>
                <a:lnTo>
                  <a:pt x="2762" y="103"/>
                </a:lnTo>
                <a:lnTo>
                  <a:pt x="2762" y="0"/>
                </a:lnTo>
                <a:moveTo>
                  <a:pt x="2994" y="0"/>
                </a:moveTo>
                <a:lnTo>
                  <a:pt x="3133" y="0"/>
                </a:lnTo>
                <a:lnTo>
                  <a:pt x="3133" y="103"/>
                </a:lnTo>
                <a:lnTo>
                  <a:pt x="2994" y="103"/>
                </a:lnTo>
                <a:lnTo>
                  <a:pt x="2994" y="0"/>
                </a:lnTo>
                <a:moveTo>
                  <a:pt x="3225" y="0"/>
                </a:moveTo>
                <a:lnTo>
                  <a:pt x="3364" y="0"/>
                </a:lnTo>
                <a:lnTo>
                  <a:pt x="3364" y="103"/>
                </a:lnTo>
                <a:lnTo>
                  <a:pt x="3225" y="103"/>
                </a:lnTo>
                <a:lnTo>
                  <a:pt x="3225" y="0"/>
                </a:lnTo>
                <a:moveTo>
                  <a:pt x="3457" y="0"/>
                </a:moveTo>
                <a:lnTo>
                  <a:pt x="3596" y="0"/>
                </a:lnTo>
                <a:lnTo>
                  <a:pt x="3596" y="103"/>
                </a:lnTo>
                <a:lnTo>
                  <a:pt x="3457" y="103"/>
                </a:lnTo>
                <a:lnTo>
                  <a:pt x="3457" y="0"/>
                </a:lnTo>
                <a:moveTo>
                  <a:pt x="3688" y="0"/>
                </a:moveTo>
                <a:lnTo>
                  <a:pt x="3828" y="0"/>
                </a:lnTo>
                <a:lnTo>
                  <a:pt x="3828" y="103"/>
                </a:lnTo>
                <a:lnTo>
                  <a:pt x="3688" y="103"/>
                </a:lnTo>
                <a:lnTo>
                  <a:pt x="3688" y="0"/>
                </a:lnTo>
                <a:moveTo>
                  <a:pt x="3920" y="0"/>
                </a:moveTo>
                <a:lnTo>
                  <a:pt x="4059" y="0"/>
                </a:lnTo>
                <a:lnTo>
                  <a:pt x="4059" y="103"/>
                </a:lnTo>
                <a:lnTo>
                  <a:pt x="3920" y="103"/>
                </a:lnTo>
                <a:lnTo>
                  <a:pt x="3920" y="0"/>
                </a:lnTo>
                <a:moveTo>
                  <a:pt x="4152" y="0"/>
                </a:moveTo>
                <a:lnTo>
                  <a:pt x="4291" y="0"/>
                </a:lnTo>
                <a:lnTo>
                  <a:pt x="4291" y="103"/>
                </a:lnTo>
                <a:lnTo>
                  <a:pt x="4152" y="103"/>
                </a:lnTo>
                <a:lnTo>
                  <a:pt x="4152" y="0"/>
                </a:lnTo>
                <a:moveTo>
                  <a:pt x="4383" y="0"/>
                </a:moveTo>
                <a:lnTo>
                  <a:pt x="4523" y="0"/>
                </a:lnTo>
                <a:lnTo>
                  <a:pt x="4523" y="103"/>
                </a:lnTo>
                <a:lnTo>
                  <a:pt x="4383" y="103"/>
                </a:lnTo>
                <a:lnTo>
                  <a:pt x="4383" y="0"/>
                </a:lnTo>
                <a:moveTo>
                  <a:pt x="4615" y="0"/>
                </a:moveTo>
                <a:lnTo>
                  <a:pt x="4754" y="0"/>
                </a:lnTo>
                <a:lnTo>
                  <a:pt x="4754" y="103"/>
                </a:lnTo>
                <a:lnTo>
                  <a:pt x="4615" y="103"/>
                </a:lnTo>
                <a:lnTo>
                  <a:pt x="4615" y="0"/>
                </a:lnTo>
                <a:moveTo>
                  <a:pt x="4847" y="0"/>
                </a:moveTo>
                <a:lnTo>
                  <a:pt x="4986" y="0"/>
                </a:lnTo>
                <a:lnTo>
                  <a:pt x="4986" y="103"/>
                </a:lnTo>
                <a:lnTo>
                  <a:pt x="4847" y="103"/>
                </a:lnTo>
                <a:lnTo>
                  <a:pt x="4847" y="0"/>
                </a:lnTo>
                <a:moveTo>
                  <a:pt x="5078" y="0"/>
                </a:moveTo>
                <a:lnTo>
                  <a:pt x="5217" y="0"/>
                </a:lnTo>
                <a:lnTo>
                  <a:pt x="5217" y="103"/>
                </a:lnTo>
                <a:lnTo>
                  <a:pt x="5078" y="103"/>
                </a:lnTo>
                <a:lnTo>
                  <a:pt x="5078" y="0"/>
                </a:lnTo>
                <a:moveTo>
                  <a:pt x="5310" y="0"/>
                </a:moveTo>
                <a:lnTo>
                  <a:pt x="5449" y="0"/>
                </a:lnTo>
                <a:lnTo>
                  <a:pt x="5449" y="103"/>
                </a:lnTo>
                <a:lnTo>
                  <a:pt x="5310" y="103"/>
                </a:lnTo>
                <a:lnTo>
                  <a:pt x="5310" y="0"/>
                </a:lnTo>
                <a:moveTo>
                  <a:pt x="5541" y="0"/>
                </a:moveTo>
                <a:lnTo>
                  <a:pt x="5681" y="0"/>
                </a:lnTo>
                <a:lnTo>
                  <a:pt x="5681" y="103"/>
                </a:lnTo>
                <a:lnTo>
                  <a:pt x="5541" y="103"/>
                </a:lnTo>
                <a:lnTo>
                  <a:pt x="5541" y="0"/>
                </a:lnTo>
                <a:moveTo>
                  <a:pt x="5773" y="0"/>
                </a:moveTo>
                <a:lnTo>
                  <a:pt x="5912" y="0"/>
                </a:lnTo>
                <a:lnTo>
                  <a:pt x="5912" y="103"/>
                </a:lnTo>
                <a:lnTo>
                  <a:pt x="5773" y="103"/>
                </a:lnTo>
                <a:lnTo>
                  <a:pt x="5773" y="0"/>
                </a:lnTo>
                <a:moveTo>
                  <a:pt x="6005" y="0"/>
                </a:moveTo>
                <a:lnTo>
                  <a:pt x="6144" y="0"/>
                </a:lnTo>
                <a:lnTo>
                  <a:pt x="6144" y="103"/>
                </a:lnTo>
                <a:lnTo>
                  <a:pt x="6005" y="103"/>
                </a:lnTo>
                <a:lnTo>
                  <a:pt x="6005" y="0"/>
                </a:lnTo>
                <a:moveTo>
                  <a:pt x="6236" y="0"/>
                </a:moveTo>
                <a:lnTo>
                  <a:pt x="6376" y="0"/>
                </a:lnTo>
                <a:lnTo>
                  <a:pt x="6376" y="103"/>
                </a:lnTo>
                <a:lnTo>
                  <a:pt x="6236" y="103"/>
                </a:lnTo>
                <a:lnTo>
                  <a:pt x="6236" y="0"/>
                </a:lnTo>
                <a:moveTo>
                  <a:pt x="6468" y="0"/>
                </a:moveTo>
                <a:lnTo>
                  <a:pt x="6607" y="0"/>
                </a:lnTo>
                <a:lnTo>
                  <a:pt x="6607" y="103"/>
                </a:lnTo>
                <a:lnTo>
                  <a:pt x="6468" y="103"/>
                </a:lnTo>
                <a:lnTo>
                  <a:pt x="6468" y="0"/>
                </a:lnTo>
                <a:moveTo>
                  <a:pt x="6700" y="0"/>
                </a:moveTo>
                <a:lnTo>
                  <a:pt x="6839" y="0"/>
                </a:lnTo>
                <a:lnTo>
                  <a:pt x="6839" y="103"/>
                </a:lnTo>
                <a:lnTo>
                  <a:pt x="6700" y="103"/>
                </a:lnTo>
                <a:lnTo>
                  <a:pt x="6700" y="0"/>
                </a:lnTo>
                <a:moveTo>
                  <a:pt x="6931" y="0"/>
                </a:moveTo>
                <a:lnTo>
                  <a:pt x="7071" y="0"/>
                </a:lnTo>
                <a:lnTo>
                  <a:pt x="7071" y="103"/>
                </a:lnTo>
                <a:lnTo>
                  <a:pt x="6931" y="103"/>
                </a:lnTo>
                <a:lnTo>
                  <a:pt x="6931" y="0"/>
                </a:lnTo>
                <a:moveTo>
                  <a:pt x="7163" y="0"/>
                </a:moveTo>
                <a:lnTo>
                  <a:pt x="7302" y="0"/>
                </a:lnTo>
                <a:lnTo>
                  <a:pt x="7302" y="103"/>
                </a:lnTo>
                <a:lnTo>
                  <a:pt x="7163" y="103"/>
                </a:lnTo>
                <a:lnTo>
                  <a:pt x="7163" y="0"/>
                </a:lnTo>
                <a:moveTo>
                  <a:pt x="7394" y="0"/>
                </a:moveTo>
                <a:lnTo>
                  <a:pt x="7534" y="0"/>
                </a:lnTo>
                <a:lnTo>
                  <a:pt x="7534" y="103"/>
                </a:lnTo>
                <a:lnTo>
                  <a:pt x="7394" y="103"/>
                </a:lnTo>
                <a:lnTo>
                  <a:pt x="7394" y="0"/>
                </a:lnTo>
                <a:moveTo>
                  <a:pt x="7626" y="0"/>
                </a:moveTo>
                <a:lnTo>
                  <a:pt x="7766" y="0"/>
                </a:lnTo>
                <a:lnTo>
                  <a:pt x="7766" y="103"/>
                </a:lnTo>
                <a:lnTo>
                  <a:pt x="7626" y="103"/>
                </a:lnTo>
                <a:lnTo>
                  <a:pt x="7626" y="0"/>
                </a:lnTo>
                <a:moveTo>
                  <a:pt x="7859" y="0"/>
                </a:moveTo>
                <a:lnTo>
                  <a:pt x="7998" y="0"/>
                </a:lnTo>
                <a:lnTo>
                  <a:pt x="7998" y="103"/>
                </a:lnTo>
                <a:lnTo>
                  <a:pt x="7859" y="103"/>
                </a:lnTo>
                <a:lnTo>
                  <a:pt x="7859" y="0"/>
                </a:lnTo>
                <a:moveTo>
                  <a:pt x="8090" y="0"/>
                </a:moveTo>
                <a:lnTo>
                  <a:pt x="8230" y="0"/>
                </a:lnTo>
                <a:lnTo>
                  <a:pt x="8230" y="103"/>
                </a:lnTo>
                <a:lnTo>
                  <a:pt x="8090" y="103"/>
                </a:lnTo>
                <a:lnTo>
                  <a:pt x="8090" y="0"/>
                </a:lnTo>
                <a:moveTo>
                  <a:pt x="8322" y="0"/>
                </a:moveTo>
                <a:lnTo>
                  <a:pt x="8461" y="0"/>
                </a:lnTo>
                <a:lnTo>
                  <a:pt x="8461" y="103"/>
                </a:lnTo>
                <a:lnTo>
                  <a:pt x="8322" y="103"/>
                </a:lnTo>
                <a:lnTo>
                  <a:pt x="8322" y="0"/>
                </a:lnTo>
                <a:moveTo>
                  <a:pt x="8554" y="0"/>
                </a:moveTo>
                <a:lnTo>
                  <a:pt x="8693" y="0"/>
                </a:lnTo>
                <a:lnTo>
                  <a:pt x="8693" y="103"/>
                </a:lnTo>
                <a:lnTo>
                  <a:pt x="8554" y="103"/>
                </a:lnTo>
                <a:lnTo>
                  <a:pt x="8554" y="0"/>
                </a:lnTo>
                <a:moveTo>
                  <a:pt x="8785" y="0"/>
                </a:moveTo>
                <a:lnTo>
                  <a:pt x="8925" y="0"/>
                </a:lnTo>
                <a:lnTo>
                  <a:pt x="8925" y="103"/>
                </a:lnTo>
                <a:lnTo>
                  <a:pt x="8785" y="103"/>
                </a:lnTo>
                <a:lnTo>
                  <a:pt x="8785" y="0"/>
                </a:lnTo>
                <a:moveTo>
                  <a:pt x="9017" y="0"/>
                </a:moveTo>
                <a:lnTo>
                  <a:pt x="9156" y="0"/>
                </a:lnTo>
                <a:lnTo>
                  <a:pt x="9156" y="103"/>
                </a:lnTo>
                <a:lnTo>
                  <a:pt x="9017" y="103"/>
                </a:lnTo>
                <a:lnTo>
                  <a:pt x="9017" y="0"/>
                </a:lnTo>
                <a:moveTo>
                  <a:pt x="9249" y="0"/>
                </a:moveTo>
                <a:lnTo>
                  <a:pt x="9388" y="0"/>
                </a:lnTo>
                <a:lnTo>
                  <a:pt x="9388" y="103"/>
                </a:lnTo>
                <a:lnTo>
                  <a:pt x="9249" y="103"/>
                </a:lnTo>
                <a:lnTo>
                  <a:pt x="9249" y="0"/>
                </a:lnTo>
                <a:moveTo>
                  <a:pt x="9480" y="0"/>
                </a:moveTo>
                <a:lnTo>
                  <a:pt x="9619" y="0"/>
                </a:lnTo>
                <a:lnTo>
                  <a:pt x="9619" y="103"/>
                </a:lnTo>
                <a:lnTo>
                  <a:pt x="9480" y="103"/>
                </a:lnTo>
                <a:lnTo>
                  <a:pt x="9480" y="0"/>
                </a:lnTo>
                <a:moveTo>
                  <a:pt x="9712" y="0"/>
                </a:moveTo>
                <a:lnTo>
                  <a:pt x="9851" y="0"/>
                </a:lnTo>
                <a:lnTo>
                  <a:pt x="9851" y="103"/>
                </a:lnTo>
                <a:lnTo>
                  <a:pt x="9712" y="103"/>
                </a:lnTo>
                <a:lnTo>
                  <a:pt x="9712" y="0"/>
                </a:lnTo>
                <a:moveTo>
                  <a:pt x="9943" y="0"/>
                </a:moveTo>
                <a:lnTo>
                  <a:pt x="10083" y="0"/>
                </a:lnTo>
                <a:lnTo>
                  <a:pt x="10083" y="103"/>
                </a:lnTo>
                <a:lnTo>
                  <a:pt x="9943" y="103"/>
                </a:lnTo>
                <a:lnTo>
                  <a:pt x="9943" y="0"/>
                </a:lnTo>
                <a:moveTo>
                  <a:pt x="10175" y="0"/>
                </a:moveTo>
                <a:lnTo>
                  <a:pt x="10314" y="0"/>
                </a:lnTo>
                <a:lnTo>
                  <a:pt x="10314" y="103"/>
                </a:lnTo>
                <a:lnTo>
                  <a:pt x="10175" y="103"/>
                </a:lnTo>
                <a:lnTo>
                  <a:pt x="10175" y="0"/>
                </a:lnTo>
                <a:moveTo>
                  <a:pt x="10407" y="0"/>
                </a:moveTo>
                <a:lnTo>
                  <a:pt x="10546" y="0"/>
                </a:lnTo>
                <a:lnTo>
                  <a:pt x="10546" y="103"/>
                </a:lnTo>
                <a:lnTo>
                  <a:pt x="10407" y="103"/>
                </a:lnTo>
                <a:lnTo>
                  <a:pt x="10407" y="0"/>
                </a:lnTo>
                <a:moveTo>
                  <a:pt x="10638" y="0"/>
                </a:moveTo>
                <a:lnTo>
                  <a:pt x="10778" y="0"/>
                </a:lnTo>
                <a:lnTo>
                  <a:pt x="10778" y="103"/>
                </a:lnTo>
                <a:lnTo>
                  <a:pt x="10638" y="103"/>
                </a:lnTo>
                <a:lnTo>
                  <a:pt x="10638" y="0"/>
                </a:lnTo>
                <a:moveTo>
                  <a:pt x="10870" y="0"/>
                </a:moveTo>
                <a:lnTo>
                  <a:pt x="11009" y="0"/>
                </a:lnTo>
                <a:lnTo>
                  <a:pt x="11009" y="103"/>
                </a:lnTo>
                <a:lnTo>
                  <a:pt x="10870" y="103"/>
                </a:lnTo>
                <a:lnTo>
                  <a:pt x="10870" y="0"/>
                </a:lnTo>
                <a:moveTo>
                  <a:pt x="11102" y="0"/>
                </a:moveTo>
                <a:lnTo>
                  <a:pt x="11241" y="0"/>
                </a:lnTo>
                <a:lnTo>
                  <a:pt x="11241" y="103"/>
                </a:lnTo>
                <a:lnTo>
                  <a:pt x="11102" y="103"/>
                </a:lnTo>
                <a:lnTo>
                  <a:pt x="11102" y="0"/>
                </a:lnTo>
                <a:moveTo>
                  <a:pt x="11333" y="0"/>
                </a:moveTo>
                <a:lnTo>
                  <a:pt x="11472" y="0"/>
                </a:lnTo>
                <a:lnTo>
                  <a:pt x="11472" y="103"/>
                </a:lnTo>
                <a:lnTo>
                  <a:pt x="11333" y="103"/>
                </a:lnTo>
                <a:lnTo>
                  <a:pt x="11333" y="0"/>
                </a:lnTo>
                <a:moveTo>
                  <a:pt x="11565" y="0"/>
                </a:moveTo>
                <a:lnTo>
                  <a:pt x="11704" y="0"/>
                </a:lnTo>
                <a:lnTo>
                  <a:pt x="11704" y="103"/>
                </a:lnTo>
                <a:lnTo>
                  <a:pt x="11565" y="103"/>
                </a:lnTo>
                <a:lnTo>
                  <a:pt x="11565" y="0"/>
                </a:lnTo>
                <a:moveTo>
                  <a:pt x="11796" y="0"/>
                </a:moveTo>
                <a:lnTo>
                  <a:pt x="11936" y="0"/>
                </a:lnTo>
                <a:lnTo>
                  <a:pt x="11936" y="103"/>
                </a:lnTo>
                <a:lnTo>
                  <a:pt x="11796" y="103"/>
                </a:lnTo>
                <a:lnTo>
                  <a:pt x="11796" y="0"/>
                </a:lnTo>
                <a:moveTo>
                  <a:pt x="12028" y="0"/>
                </a:moveTo>
                <a:lnTo>
                  <a:pt x="12167" y="0"/>
                </a:lnTo>
                <a:lnTo>
                  <a:pt x="12167" y="103"/>
                </a:lnTo>
                <a:lnTo>
                  <a:pt x="12028" y="103"/>
                </a:lnTo>
                <a:lnTo>
                  <a:pt x="12028" y="0"/>
                </a:lnTo>
                <a:moveTo>
                  <a:pt x="12260" y="0"/>
                </a:moveTo>
                <a:lnTo>
                  <a:pt x="12399" y="0"/>
                </a:lnTo>
                <a:lnTo>
                  <a:pt x="12399" y="103"/>
                </a:lnTo>
                <a:lnTo>
                  <a:pt x="12260" y="103"/>
                </a:lnTo>
                <a:lnTo>
                  <a:pt x="12260" y="0"/>
                </a:lnTo>
                <a:moveTo>
                  <a:pt x="12491" y="0"/>
                </a:moveTo>
                <a:lnTo>
                  <a:pt x="12631" y="0"/>
                </a:lnTo>
                <a:lnTo>
                  <a:pt x="12631" y="103"/>
                </a:lnTo>
                <a:lnTo>
                  <a:pt x="12491" y="103"/>
                </a:lnTo>
                <a:lnTo>
                  <a:pt x="12491" y="0"/>
                </a:lnTo>
                <a:moveTo>
                  <a:pt x="12723" y="0"/>
                </a:moveTo>
                <a:lnTo>
                  <a:pt x="12862" y="0"/>
                </a:lnTo>
                <a:lnTo>
                  <a:pt x="12862" y="103"/>
                </a:lnTo>
                <a:lnTo>
                  <a:pt x="12723" y="103"/>
                </a:lnTo>
                <a:lnTo>
                  <a:pt x="12723" y="0"/>
                </a:lnTo>
                <a:moveTo>
                  <a:pt x="12955" y="0"/>
                </a:moveTo>
                <a:lnTo>
                  <a:pt x="13094" y="0"/>
                </a:lnTo>
                <a:lnTo>
                  <a:pt x="13094" y="103"/>
                </a:lnTo>
                <a:lnTo>
                  <a:pt x="12955" y="103"/>
                </a:lnTo>
                <a:lnTo>
                  <a:pt x="12955" y="0"/>
                </a:lnTo>
                <a:moveTo>
                  <a:pt x="13186" y="0"/>
                </a:moveTo>
                <a:lnTo>
                  <a:pt x="13325" y="0"/>
                </a:lnTo>
                <a:lnTo>
                  <a:pt x="13325" y="103"/>
                </a:lnTo>
                <a:lnTo>
                  <a:pt x="13186" y="103"/>
                </a:lnTo>
                <a:lnTo>
                  <a:pt x="13186" y="0"/>
                </a:lnTo>
                <a:moveTo>
                  <a:pt x="13418" y="0"/>
                </a:moveTo>
                <a:lnTo>
                  <a:pt x="13557" y="0"/>
                </a:lnTo>
                <a:lnTo>
                  <a:pt x="13557" y="103"/>
                </a:lnTo>
                <a:lnTo>
                  <a:pt x="13418" y="103"/>
                </a:lnTo>
                <a:lnTo>
                  <a:pt x="13418" y="0"/>
                </a:lnTo>
                <a:moveTo>
                  <a:pt x="13649" y="0"/>
                </a:moveTo>
                <a:lnTo>
                  <a:pt x="13789" y="0"/>
                </a:lnTo>
                <a:lnTo>
                  <a:pt x="13789" y="103"/>
                </a:lnTo>
                <a:lnTo>
                  <a:pt x="13649" y="103"/>
                </a:lnTo>
                <a:lnTo>
                  <a:pt x="13649" y="0"/>
                </a:lnTo>
                <a:moveTo>
                  <a:pt x="13881" y="0"/>
                </a:moveTo>
                <a:lnTo>
                  <a:pt x="14020" y="0"/>
                </a:lnTo>
                <a:lnTo>
                  <a:pt x="14020" y="103"/>
                </a:lnTo>
                <a:lnTo>
                  <a:pt x="13881" y="103"/>
                </a:lnTo>
                <a:lnTo>
                  <a:pt x="13881" y="0"/>
                </a:lnTo>
                <a:moveTo>
                  <a:pt x="14113" y="0"/>
                </a:moveTo>
                <a:lnTo>
                  <a:pt x="14252" y="0"/>
                </a:lnTo>
                <a:lnTo>
                  <a:pt x="14252" y="103"/>
                </a:lnTo>
                <a:lnTo>
                  <a:pt x="14113" y="103"/>
                </a:lnTo>
                <a:lnTo>
                  <a:pt x="14113" y="0"/>
                </a:lnTo>
                <a:moveTo>
                  <a:pt x="14344" y="0"/>
                </a:moveTo>
                <a:lnTo>
                  <a:pt x="14484" y="0"/>
                </a:lnTo>
                <a:lnTo>
                  <a:pt x="14484" y="103"/>
                </a:lnTo>
                <a:lnTo>
                  <a:pt x="14344" y="103"/>
                </a:lnTo>
                <a:lnTo>
                  <a:pt x="14344" y="0"/>
                </a:lnTo>
                <a:moveTo>
                  <a:pt x="14576" y="0"/>
                </a:moveTo>
                <a:lnTo>
                  <a:pt x="14715" y="0"/>
                </a:lnTo>
                <a:lnTo>
                  <a:pt x="14715" y="103"/>
                </a:lnTo>
                <a:lnTo>
                  <a:pt x="14576" y="103"/>
                </a:lnTo>
                <a:lnTo>
                  <a:pt x="14576" y="0"/>
                </a:lnTo>
                <a:moveTo>
                  <a:pt x="14808" y="0"/>
                </a:moveTo>
                <a:lnTo>
                  <a:pt x="14947" y="0"/>
                </a:lnTo>
                <a:lnTo>
                  <a:pt x="14947" y="103"/>
                </a:lnTo>
                <a:lnTo>
                  <a:pt x="14808" y="103"/>
                </a:lnTo>
                <a:lnTo>
                  <a:pt x="14808" y="0"/>
                </a:lnTo>
                <a:moveTo>
                  <a:pt x="15039" y="0"/>
                </a:moveTo>
                <a:lnTo>
                  <a:pt x="15178" y="0"/>
                </a:lnTo>
                <a:lnTo>
                  <a:pt x="15178" y="103"/>
                </a:lnTo>
                <a:lnTo>
                  <a:pt x="15039" y="103"/>
                </a:lnTo>
                <a:lnTo>
                  <a:pt x="15039" y="0"/>
                </a:lnTo>
                <a:moveTo>
                  <a:pt x="15271" y="0"/>
                </a:moveTo>
                <a:lnTo>
                  <a:pt x="15410" y="0"/>
                </a:lnTo>
                <a:lnTo>
                  <a:pt x="15410" y="103"/>
                </a:lnTo>
                <a:lnTo>
                  <a:pt x="15271" y="103"/>
                </a:lnTo>
                <a:lnTo>
                  <a:pt x="15271" y="0"/>
                </a:lnTo>
                <a:moveTo>
                  <a:pt x="15502" y="0"/>
                </a:moveTo>
                <a:lnTo>
                  <a:pt x="15642" y="0"/>
                </a:lnTo>
                <a:lnTo>
                  <a:pt x="15642" y="103"/>
                </a:lnTo>
                <a:lnTo>
                  <a:pt x="15502" y="103"/>
                </a:lnTo>
                <a:lnTo>
                  <a:pt x="15502" y="0"/>
                </a:lnTo>
                <a:moveTo>
                  <a:pt x="15734" y="0"/>
                </a:moveTo>
                <a:lnTo>
                  <a:pt x="15873" y="0"/>
                </a:lnTo>
                <a:lnTo>
                  <a:pt x="15873" y="103"/>
                </a:lnTo>
                <a:lnTo>
                  <a:pt x="15734" y="103"/>
                </a:lnTo>
                <a:lnTo>
                  <a:pt x="15734" y="0"/>
                </a:lnTo>
                <a:moveTo>
                  <a:pt x="15966" y="0"/>
                </a:moveTo>
                <a:lnTo>
                  <a:pt x="16105" y="0"/>
                </a:lnTo>
                <a:lnTo>
                  <a:pt x="16105" y="103"/>
                </a:lnTo>
                <a:lnTo>
                  <a:pt x="15966" y="103"/>
                </a:lnTo>
                <a:lnTo>
                  <a:pt x="15966" y="0"/>
                </a:lnTo>
                <a:moveTo>
                  <a:pt x="16197" y="0"/>
                </a:moveTo>
                <a:lnTo>
                  <a:pt x="16337" y="0"/>
                </a:lnTo>
                <a:lnTo>
                  <a:pt x="16337" y="103"/>
                </a:lnTo>
                <a:lnTo>
                  <a:pt x="16197" y="103"/>
                </a:lnTo>
                <a:lnTo>
                  <a:pt x="16197" y="0"/>
                </a:lnTo>
                <a:moveTo>
                  <a:pt x="16429" y="0"/>
                </a:moveTo>
                <a:lnTo>
                  <a:pt x="16568" y="0"/>
                </a:lnTo>
                <a:lnTo>
                  <a:pt x="16568" y="103"/>
                </a:lnTo>
                <a:lnTo>
                  <a:pt x="16429" y="103"/>
                </a:lnTo>
                <a:lnTo>
                  <a:pt x="16429" y="0"/>
                </a:lnTo>
                <a:moveTo>
                  <a:pt x="16661" y="0"/>
                </a:moveTo>
                <a:lnTo>
                  <a:pt x="16800" y="0"/>
                </a:lnTo>
                <a:lnTo>
                  <a:pt x="16800" y="103"/>
                </a:lnTo>
                <a:lnTo>
                  <a:pt x="16661" y="103"/>
                </a:lnTo>
                <a:lnTo>
                  <a:pt x="16661" y="0"/>
                </a:lnTo>
                <a:moveTo>
                  <a:pt x="16892" y="0"/>
                </a:moveTo>
                <a:lnTo>
                  <a:pt x="17032" y="0"/>
                </a:lnTo>
                <a:lnTo>
                  <a:pt x="17032" y="103"/>
                </a:lnTo>
                <a:lnTo>
                  <a:pt x="16892" y="103"/>
                </a:lnTo>
                <a:lnTo>
                  <a:pt x="16892" y="0"/>
                </a:lnTo>
                <a:moveTo>
                  <a:pt x="17124" y="0"/>
                </a:moveTo>
                <a:lnTo>
                  <a:pt x="17263" y="0"/>
                </a:lnTo>
                <a:lnTo>
                  <a:pt x="17263" y="103"/>
                </a:lnTo>
                <a:lnTo>
                  <a:pt x="17124" y="103"/>
                </a:lnTo>
                <a:lnTo>
                  <a:pt x="17124" y="0"/>
                </a:lnTo>
                <a:moveTo>
                  <a:pt x="17355" y="0"/>
                </a:moveTo>
                <a:lnTo>
                  <a:pt x="17495" y="0"/>
                </a:lnTo>
                <a:lnTo>
                  <a:pt x="17495" y="103"/>
                </a:lnTo>
                <a:lnTo>
                  <a:pt x="17355" y="103"/>
                </a:lnTo>
                <a:lnTo>
                  <a:pt x="17355" y="0"/>
                </a:lnTo>
                <a:moveTo>
                  <a:pt x="17587" y="0"/>
                </a:moveTo>
                <a:lnTo>
                  <a:pt x="17726" y="0"/>
                </a:lnTo>
                <a:lnTo>
                  <a:pt x="17726" y="103"/>
                </a:lnTo>
                <a:lnTo>
                  <a:pt x="17587" y="103"/>
                </a:lnTo>
                <a:lnTo>
                  <a:pt x="17587" y="0"/>
                </a:lnTo>
                <a:moveTo>
                  <a:pt x="17819" y="0"/>
                </a:moveTo>
                <a:lnTo>
                  <a:pt x="17958" y="0"/>
                </a:lnTo>
                <a:lnTo>
                  <a:pt x="17958" y="103"/>
                </a:lnTo>
                <a:lnTo>
                  <a:pt x="17819" y="103"/>
                </a:lnTo>
                <a:lnTo>
                  <a:pt x="17819" y="0"/>
                </a:lnTo>
                <a:moveTo>
                  <a:pt x="18050" y="0"/>
                </a:moveTo>
                <a:lnTo>
                  <a:pt x="18190" y="0"/>
                </a:lnTo>
                <a:lnTo>
                  <a:pt x="18190" y="103"/>
                </a:lnTo>
                <a:lnTo>
                  <a:pt x="18050" y="103"/>
                </a:lnTo>
                <a:lnTo>
                  <a:pt x="18050" y="0"/>
                </a:lnTo>
                <a:moveTo>
                  <a:pt x="18282" y="0"/>
                </a:moveTo>
                <a:lnTo>
                  <a:pt x="18421" y="0"/>
                </a:lnTo>
                <a:lnTo>
                  <a:pt x="18421" y="103"/>
                </a:lnTo>
                <a:lnTo>
                  <a:pt x="18282" y="103"/>
                </a:lnTo>
                <a:lnTo>
                  <a:pt x="18282" y="0"/>
                </a:lnTo>
                <a:moveTo>
                  <a:pt x="18514" y="0"/>
                </a:moveTo>
                <a:lnTo>
                  <a:pt x="18653" y="0"/>
                </a:lnTo>
                <a:lnTo>
                  <a:pt x="18653" y="103"/>
                </a:lnTo>
                <a:lnTo>
                  <a:pt x="18514" y="103"/>
                </a:lnTo>
                <a:lnTo>
                  <a:pt x="18514" y="0"/>
                </a:lnTo>
                <a:moveTo>
                  <a:pt x="18745" y="0"/>
                </a:moveTo>
                <a:lnTo>
                  <a:pt x="18885" y="0"/>
                </a:lnTo>
                <a:lnTo>
                  <a:pt x="18885" y="103"/>
                </a:lnTo>
                <a:lnTo>
                  <a:pt x="18745" y="103"/>
                </a:lnTo>
                <a:lnTo>
                  <a:pt x="18745" y="0"/>
                </a:lnTo>
                <a:moveTo>
                  <a:pt x="18977" y="0"/>
                </a:moveTo>
                <a:lnTo>
                  <a:pt x="19116" y="0"/>
                </a:lnTo>
                <a:lnTo>
                  <a:pt x="19116" y="103"/>
                </a:lnTo>
                <a:lnTo>
                  <a:pt x="18977" y="103"/>
                </a:lnTo>
                <a:lnTo>
                  <a:pt x="18977" y="0"/>
                </a:lnTo>
                <a:moveTo>
                  <a:pt x="19209" y="0"/>
                </a:moveTo>
                <a:lnTo>
                  <a:pt x="19348" y="0"/>
                </a:lnTo>
                <a:lnTo>
                  <a:pt x="19348" y="103"/>
                </a:lnTo>
                <a:lnTo>
                  <a:pt x="19209" y="103"/>
                </a:lnTo>
                <a:lnTo>
                  <a:pt x="19209" y="0"/>
                </a:lnTo>
                <a:moveTo>
                  <a:pt x="19440" y="0"/>
                </a:moveTo>
                <a:lnTo>
                  <a:pt x="19579" y="0"/>
                </a:lnTo>
                <a:lnTo>
                  <a:pt x="19579" y="103"/>
                </a:lnTo>
                <a:lnTo>
                  <a:pt x="19440" y="103"/>
                </a:lnTo>
                <a:lnTo>
                  <a:pt x="19440" y="0"/>
                </a:lnTo>
                <a:moveTo>
                  <a:pt x="19672" y="0"/>
                </a:moveTo>
                <a:lnTo>
                  <a:pt x="19811" y="0"/>
                </a:lnTo>
                <a:lnTo>
                  <a:pt x="19811" y="103"/>
                </a:lnTo>
                <a:lnTo>
                  <a:pt x="19672" y="103"/>
                </a:lnTo>
                <a:lnTo>
                  <a:pt x="19672" y="0"/>
                </a:lnTo>
                <a:moveTo>
                  <a:pt x="19903" y="0"/>
                </a:moveTo>
                <a:lnTo>
                  <a:pt x="20043" y="0"/>
                </a:lnTo>
                <a:lnTo>
                  <a:pt x="20043" y="103"/>
                </a:lnTo>
                <a:lnTo>
                  <a:pt x="19903" y="103"/>
                </a:lnTo>
                <a:lnTo>
                  <a:pt x="19903" y="0"/>
                </a:lnTo>
                <a:moveTo>
                  <a:pt x="20135" y="0"/>
                </a:moveTo>
                <a:lnTo>
                  <a:pt x="20274" y="0"/>
                </a:lnTo>
                <a:lnTo>
                  <a:pt x="20274" y="103"/>
                </a:lnTo>
                <a:lnTo>
                  <a:pt x="20135" y="103"/>
                </a:lnTo>
                <a:lnTo>
                  <a:pt x="20135" y="0"/>
                </a:lnTo>
                <a:moveTo>
                  <a:pt x="20367" y="0"/>
                </a:moveTo>
                <a:lnTo>
                  <a:pt x="20506" y="0"/>
                </a:lnTo>
                <a:lnTo>
                  <a:pt x="20506" y="103"/>
                </a:lnTo>
                <a:lnTo>
                  <a:pt x="20367" y="103"/>
                </a:lnTo>
                <a:lnTo>
                  <a:pt x="20367" y="0"/>
                </a:lnTo>
                <a:moveTo>
                  <a:pt x="20598" y="0"/>
                </a:moveTo>
                <a:lnTo>
                  <a:pt x="20738" y="0"/>
                </a:lnTo>
                <a:lnTo>
                  <a:pt x="20738" y="103"/>
                </a:lnTo>
                <a:lnTo>
                  <a:pt x="20598" y="103"/>
                </a:lnTo>
                <a:lnTo>
                  <a:pt x="20598" y="0"/>
                </a:lnTo>
                <a:moveTo>
                  <a:pt x="20830" y="0"/>
                </a:moveTo>
                <a:lnTo>
                  <a:pt x="20969" y="0"/>
                </a:lnTo>
                <a:lnTo>
                  <a:pt x="20969" y="103"/>
                </a:lnTo>
                <a:lnTo>
                  <a:pt x="20830" y="103"/>
                </a:lnTo>
                <a:lnTo>
                  <a:pt x="20830" y="0"/>
                </a:lnTo>
                <a:moveTo>
                  <a:pt x="21062" y="0"/>
                </a:moveTo>
                <a:lnTo>
                  <a:pt x="21201" y="0"/>
                </a:lnTo>
                <a:lnTo>
                  <a:pt x="21201" y="103"/>
                </a:lnTo>
                <a:lnTo>
                  <a:pt x="21062" y="103"/>
                </a:lnTo>
                <a:lnTo>
                  <a:pt x="21062" y="0"/>
                </a:lnTo>
                <a:moveTo>
                  <a:pt x="21293" y="0"/>
                </a:moveTo>
                <a:lnTo>
                  <a:pt x="21432" y="0"/>
                </a:lnTo>
                <a:lnTo>
                  <a:pt x="21432" y="103"/>
                </a:lnTo>
                <a:lnTo>
                  <a:pt x="21293" y="103"/>
                </a:lnTo>
                <a:lnTo>
                  <a:pt x="21293" y="0"/>
                </a:lnTo>
                <a:moveTo>
                  <a:pt x="21525" y="0"/>
                </a:moveTo>
                <a:lnTo>
                  <a:pt x="21664" y="0"/>
                </a:lnTo>
                <a:lnTo>
                  <a:pt x="21664" y="103"/>
                </a:lnTo>
                <a:lnTo>
                  <a:pt x="21525" y="103"/>
                </a:lnTo>
                <a:lnTo>
                  <a:pt x="21525" y="0"/>
                </a:lnTo>
                <a:moveTo>
                  <a:pt x="21756" y="0"/>
                </a:moveTo>
                <a:lnTo>
                  <a:pt x="21896" y="0"/>
                </a:lnTo>
                <a:lnTo>
                  <a:pt x="21896" y="103"/>
                </a:lnTo>
                <a:lnTo>
                  <a:pt x="21756" y="103"/>
                </a:lnTo>
                <a:lnTo>
                  <a:pt x="21756" y="0"/>
                </a:lnTo>
                <a:moveTo>
                  <a:pt x="21988" y="0"/>
                </a:moveTo>
                <a:lnTo>
                  <a:pt x="22127" y="0"/>
                </a:lnTo>
                <a:lnTo>
                  <a:pt x="22127" y="103"/>
                </a:lnTo>
                <a:lnTo>
                  <a:pt x="21988" y="103"/>
                </a:lnTo>
                <a:lnTo>
                  <a:pt x="21988" y="0"/>
                </a:lnTo>
                <a:moveTo>
                  <a:pt x="22220" y="0"/>
                </a:moveTo>
                <a:lnTo>
                  <a:pt x="22359" y="0"/>
                </a:lnTo>
                <a:lnTo>
                  <a:pt x="22359" y="103"/>
                </a:lnTo>
                <a:lnTo>
                  <a:pt x="22220" y="103"/>
                </a:lnTo>
                <a:lnTo>
                  <a:pt x="22220" y="0"/>
                </a:lnTo>
                <a:moveTo>
                  <a:pt x="22464" y="8"/>
                </a:moveTo>
                <a:cubicBezTo>
                  <a:pt x="22528" y="26"/>
                  <a:pt x="22573" y="65"/>
                  <a:pt x="22601" y="125"/>
                </a:cubicBezTo>
                <a:lnTo>
                  <a:pt x="22508" y="168"/>
                </a:lnTo>
                <a:cubicBezTo>
                  <a:pt x="22494" y="136"/>
                  <a:pt x="22470" y="116"/>
                  <a:pt x="22437" y="107"/>
                </a:cubicBezTo>
                <a:lnTo>
                  <a:pt x="22464" y="8"/>
                </a:lnTo>
                <a:moveTo>
                  <a:pt x="22620" y="237"/>
                </a:moveTo>
                <a:lnTo>
                  <a:pt x="22620" y="376"/>
                </a:lnTo>
                <a:lnTo>
                  <a:pt x="22518" y="376"/>
                </a:lnTo>
                <a:lnTo>
                  <a:pt x="22518" y="237"/>
                </a:lnTo>
                <a:lnTo>
                  <a:pt x="22620" y="237"/>
                </a:lnTo>
                <a:moveTo>
                  <a:pt x="22620" y="468"/>
                </a:moveTo>
                <a:lnTo>
                  <a:pt x="22620" y="608"/>
                </a:lnTo>
                <a:lnTo>
                  <a:pt x="22518" y="608"/>
                </a:lnTo>
                <a:lnTo>
                  <a:pt x="22518" y="468"/>
                </a:lnTo>
                <a:lnTo>
                  <a:pt x="22620" y="468"/>
                </a:lnTo>
                <a:moveTo>
                  <a:pt x="22620" y="700"/>
                </a:moveTo>
                <a:lnTo>
                  <a:pt x="22620" y="839"/>
                </a:lnTo>
                <a:lnTo>
                  <a:pt x="22518" y="839"/>
                </a:lnTo>
                <a:lnTo>
                  <a:pt x="22518" y="700"/>
                </a:lnTo>
                <a:lnTo>
                  <a:pt x="22620" y="700"/>
                </a:lnTo>
                <a:moveTo>
                  <a:pt x="22620" y="932"/>
                </a:moveTo>
                <a:lnTo>
                  <a:pt x="22620" y="1071"/>
                </a:lnTo>
                <a:lnTo>
                  <a:pt x="22518" y="1071"/>
                </a:lnTo>
                <a:lnTo>
                  <a:pt x="22518" y="932"/>
                </a:lnTo>
                <a:lnTo>
                  <a:pt x="22620" y="932"/>
                </a:lnTo>
                <a:moveTo>
                  <a:pt x="22620" y="1163"/>
                </a:moveTo>
                <a:lnTo>
                  <a:pt x="22620" y="1302"/>
                </a:lnTo>
                <a:lnTo>
                  <a:pt x="22518" y="1302"/>
                </a:lnTo>
                <a:lnTo>
                  <a:pt x="22518" y="1163"/>
                </a:lnTo>
                <a:lnTo>
                  <a:pt x="22620" y="1163"/>
                </a:lnTo>
                <a:moveTo>
                  <a:pt x="22620" y="1395"/>
                </a:moveTo>
                <a:lnTo>
                  <a:pt x="22620" y="1534"/>
                </a:lnTo>
                <a:lnTo>
                  <a:pt x="22518" y="1534"/>
                </a:lnTo>
                <a:lnTo>
                  <a:pt x="22518" y="1395"/>
                </a:lnTo>
                <a:lnTo>
                  <a:pt x="22620" y="1395"/>
                </a:lnTo>
                <a:moveTo>
                  <a:pt x="22620" y="1626"/>
                </a:moveTo>
                <a:lnTo>
                  <a:pt x="22620" y="1766"/>
                </a:lnTo>
                <a:lnTo>
                  <a:pt x="22518" y="1766"/>
                </a:lnTo>
                <a:lnTo>
                  <a:pt x="22518" y="1626"/>
                </a:lnTo>
                <a:lnTo>
                  <a:pt x="22620" y="1626"/>
                </a:lnTo>
                <a:moveTo>
                  <a:pt x="22620" y="1858"/>
                </a:moveTo>
                <a:lnTo>
                  <a:pt x="22620" y="1997"/>
                </a:lnTo>
                <a:lnTo>
                  <a:pt x="22518" y="1997"/>
                </a:lnTo>
                <a:lnTo>
                  <a:pt x="22518" y="1858"/>
                </a:lnTo>
                <a:lnTo>
                  <a:pt x="22620" y="1858"/>
                </a:lnTo>
                <a:moveTo>
                  <a:pt x="22620" y="2090"/>
                </a:moveTo>
                <a:lnTo>
                  <a:pt x="22620" y="2229"/>
                </a:lnTo>
                <a:lnTo>
                  <a:pt x="22518" y="2229"/>
                </a:lnTo>
                <a:lnTo>
                  <a:pt x="22518" y="2090"/>
                </a:lnTo>
                <a:lnTo>
                  <a:pt x="22620" y="2090"/>
                </a:lnTo>
                <a:moveTo>
                  <a:pt x="22620" y="2321"/>
                </a:moveTo>
                <a:lnTo>
                  <a:pt x="22620" y="2461"/>
                </a:lnTo>
                <a:lnTo>
                  <a:pt x="22518" y="2461"/>
                </a:lnTo>
                <a:lnTo>
                  <a:pt x="22518" y="2321"/>
                </a:lnTo>
                <a:lnTo>
                  <a:pt x="22620" y="2321"/>
                </a:lnTo>
                <a:moveTo>
                  <a:pt x="22620" y="2553"/>
                </a:moveTo>
                <a:lnTo>
                  <a:pt x="22620" y="2692"/>
                </a:lnTo>
                <a:lnTo>
                  <a:pt x="22518" y="2692"/>
                </a:lnTo>
                <a:lnTo>
                  <a:pt x="22518" y="2553"/>
                </a:lnTo>
                <a:lnTo>
                  <a:pt x="22620" y="2553"/>
                </a:lnTo>
                <a:moveTo>
                  <a:pt x="22620" y="2785"/>
                </a:moveTo>
                <a:lnTo>
                  <a:pt x="22620" y="2924"/>
                </a:lnTo>
                <a:lnTo>
                  <a:pt x="22518" y="2924"/>
                </a:lnTo>
                <a:lnTo>
                  <a:pt x="22518" y="2785"/>
                </a:lnTo>
                <a:lnTo>
                  <a:pt x="22620" y="2785"/>
                </a:lnTo>
                <a:moveTo>
                  <a:pt x="22620" y="3016"/>
                </a:moveTo>
                <a:lnTo>
                  <a:pt x="22620" y="3155"/>
                </a:lnTo>
                <a:lnTo>
                  <a:pt x="22518" y="3155"/>
                </a:lnTo>
                <a:lnTo>
                  <a:pt x="22518" y="3016"/>
                </a:lnTo>
                <a:lnTo>
                  <a:pt x="22620" y="3016"/>
                </a:lnTo>
                <a:moveTo>
                  <a:pt x="22620" y="3248"/>
                </a:moveTo>
                <a:lnTo>
                  <a:pt x="22620" y="3387"/>
                </a:lnTo>
                <a:lnTo>
                  <a:pt x="22518" y="3387"/>
                </a:lnTo>
                <a:lnTo>
                  <a:pt x="22518" y="3248"/>
                </a:lnTo>
                <a:lnTo>
                  <a:pt x="22620" y="3248"/>
                </a:lnTo>
                <a:moveTo>
                  <a:pt x="22620" y="3479"/>
                </a:moveTo>
                <a:lnTo>
                  <a:pt x="22620" y="3620"/>
                </a:lnTo>
                <a:lnTo>
                  <a:pt x="22518" y="3620"/>
                </a:lnTo>
                <a:lnTo>
                  <a:pt x="22518" y="3479"/>
                </a:lnTo>
                <a:lnTo>
                  <a:pt x="22620" y="3479"/>
                </a:lnTo>
                <a:moveTo>
                  <a:pt x="22620" y="3712"/>
                </a:moveTo>
                <a:lnTo>
                  <a:pt x="22620" y="3851"/>
                </a:lnTo>
                <a:lnTo>
                  <a:pt x="22518" y="3851"/>
                </a:lnTo>
                <a:lnTo>
                  <a:pt x="22518" y="3712"/>
                </a:lnTo>
                <a:lnTo>
                  <a:pt x="22620" y="3712"/>
                </a:lnTo>
                <a:moveTo>
                  <a:pt x="22620" y="3944"/>
                </a:moveTo>
                <a:lnTo>
                  <a:pt x="22620" y="4083"/>
                </a:lnTo>
                <a:lnTo>
                  <a:pt x="22518" y="4083"/>
                </a:lnTo>
                <a:lnTo>
                  <a:pt x="22518" y="3944"/>
                </a:lnTo>
                <a:lnTo>
                  <a:pt x="22620" y="3944"/>
                </a:lnTo>
                <a:moveTo>
                  <a:pt x="22620" y="4175"/>
                </a:moveTo>
                <a:lnTo>
                  <a:pt x="22620" y="4277"/>
                </a:lnTo>
                <a:cubicBezTo>
                  <a:pt x="22620" y="4293"/>
                  <a:pt x="22618" y="4309"/>
                  <a:pt x="22615" y="4325"/>
                </a:cubicBezTo>
                <a:lnTo>
                  <a:pt x="22515" y="4302"/>
                </a:lnTo>
                <a:cubicBezTo>
                  <a:pt x="22517" y="4294"/>
                  <a:pt x="22518" y="4286"/>
                  <a:pt x="22518" y="4277"/>
                </a:cubicBezTo>
                <a:lnTo>
                  <a:pt x="22518" y="4175"/>
                </a:lnTo>
                <a:lnTo>
                  <a:pt x="22620" y="4175"/>
                </a:lnTo>
                <a:moveTo>
                  <a:pt x="22555" y="4431"/>
                </a:moveTo>
                <a:cubicBezTo>
                  <a:pt x="22514" y="4471"/>
                  <a:pt x="22464" y="4491"/>
                  <a:pt x="22407" y="4491"/>
                </a:cubicBezTo>
                <a:lnTo>
                  <a:pt x="22391" y="4491"/>
                </a:lnTo>
                <a:lnTo>
                  <a:pt x="22391" y="4389"/>
                </a:lnTo>
                <a:lnTo>
                  <a:pt x="22407" y="4389"/>
                </a:lnTo>
                <a:cubicBezTo>
                  <a:pt x="22437" y="4389"/>
                  <a:pt x="22462" y="4378"/>
                  <a:pt x="22484" y="4358"/>
                </a:cubicBezTo>
                <a:lnTo>
                  <a:pt x="22555" y="4431"/>
                </a:lnTo>
                <a:moveTo>
                  <a:pt x="22299" y="4491"/>
                </a:moveTo>
                <a:lnTo>
                  <a:pt x="22160" y="4491"/>
                </a:lnTo>
                <a:lnTo>
                  <a:pt x="22160" y="4389"/>
                </a:lnTo>
                <a:lnTo>
                  <a:pt x="22299" y="4389"/>
                </a:lnTo>
                <a:lnTo>
                  <a:pt x="22299" y="4491"/>
                </a:lnTo>
                <a:moveTo>
                  <a:pt x="22067" y="4491"/>
                </a:moveTo>
                <a:lnTo>
                  <a:pt x="21928" y="4491"/>
                </a:lnTo>
                <a:lnTo>
                  <a:pt x="21928" y="4389"/>
                </a:lnTo>
                <a:lnTo>
                  <a:pt x="22067" y="4389"/>
                </a:lnTo>
                <a:lnTo>
                  <a:pt x="22067" y="4491"/>
                </a:lnTo>
                <a:moveTo>
                  <a:pt x="21836" y="4491"/>
                </a:moveTo>
                <a:lnTo>
                  <a:pt x="21696" y="4491"/>
                </a:lnTo>
                <a:lnTo>
                  <a:pt x="21696" y="4389"/>
                </a:lnTo>
                <a:lnTo>
                  <a:pt x="21836" y="4389"/>
                </a:lnTo>
                <a:lnTo>
                  <a:pt x="21836" y="4491"/>
                </a:lnTo>
                <a:moveTo>
                  <a:pt x="21604" y="4491"/>
                </a:moveTo>
                <a:lnTo>
                  <a:pt x="21465" y="4491"/>
                </a:lnTo>
                <a:lnTo>
                  <a:pt x="21465" y="4389"/>
                </a:lnTo>
                <a:lnTo>
                  <a:pt x="21604" y="4389"/>
                </a:lnTo>
                <a:lnTo>
                  <a:pt x="21604" y="4491"/>
                </a:lnTo>
                <a:moveTo>
                  <a:pt x="21372" y="4491"/>
                </a:moveTo>
                <a:lnTo>
                  <a:pt x="21233" y="4491"/>
                </a:lnTo>
                <a:lnTo>
                  <a:pt x="21233" y="4389"/>
                </a:lnTo>
                <a:lnTo>
                  <a:pt x="21372" y="4389"/>
                </a:lnTo>
                <a:lnTo>
                  <a:pt x="21372" y="4491"/>
                </a:lnTo>
                <a:moveTo>
                  <a:pt x="21141" y="4491"/>
                </a:moveTo>
                <a:lnTo>
                  <a:pt x="21002" y="4491"/>
                </a:lnTo>
                <a:lnTo>
                  <a:pt x="21002" y="4389"/>
                </a:lnTo>
                <a:lnTo>
                  <a:pt x="21141" y="4389"/>
                </a:lnTo>
                <a:lnTo>
                  <a:pt x="21141" y="4491"/>
                </a:lnTo>
                <a:moveTo>
                  <a:pt x="20909" y="4491"/>
                </a:moveTo>
                <a:lnTo>
                  <a:pt x="20770" y="4491"/>
                </a:lnTo>
                <a:lnTo>
                  <a:pt x="20770" y="4389"/>
                </a:lnTo>
                <a:lnTo>
                  <a:pt x="20909" y="4389"/>
                </a:lnTo>
                <a:lnTo>
                  <a:pt x="20909" y="4491"/>
                </a:lnTo>
                <a:moveTo>
                  <a:pt x="20678" y="4491"/>
                </a:moveTo>
                <a:lnTo>
                  <a:pt x="20538" y="4491"/>
                </a:lnTo>
                <a:lnTo>
                  <a:pt x="20538" y="4389"/>
                </a:lnTo>
                <a:lnTo>
                  <a:pt x="20678" y="4389"/>
                </a:lnTo>
                <a:lnTo>
                  <a:pt x="20678" y="4491"/>
                </a:lnTo>
                <a:moveTo>
                  <a:pt x="20446" y="4491"/>
                </a:moveTo>
                <a:lnTo>
                  <a:pt x="20307" y="4491"/>
                </a:lnTo>
                <a:lnTo>
                  <a:pt x="20307" y="4389"/>
                </a:lnTo>
                <a:lnTo>
                  <a:pt x="20446" y="4389"/>
                </a:lnTo>
                <a:lnTo>
                  <a:pt x="20446" y="4491"/>
                </a:lnTo>
                <a:moveTo>
                  <a:pt x="20214" y="4491"/>
                </a:moveTo>
                <a:lnTo>
                  <a:pt x="20075" y="4491"/>
                </a:lnTo>
                <a:lnTo>
                  <a:pt x="20075" y="4389"/>
                </a:lnTo>
                <a:lnTo>
                  <a:pt x="20214" y="4389"/>
                </a:lnTo>
                <a:lnTo>
                  <a:pt x="20214" y="4491"/>
                </a:lnTo>
                <a:moveTo>
                  <a:pt x="19983" y="4491"/>
                </a:moveTo>
                <a:lnTo>
                  <a:pt x="19843" y="4491"/>
                </a:lnTo>
                <a:lnTo>
                  <a:pt x="19843" y="4389"/>
                </a:lnTo>
                <a:lnTo>
                  <a:pt x="19983" y="4389"/>
                </a:lnTo>
                <a:lnTo>
                  <a:pt x="19983" y="4491"/>
                </a:lnTo>
                <a:moveTo>
                  <a:pt x="19751" y="4491"/>
                </a:moveTo>
                <a:lnTo>
                  <a:pt x="19612" y="4491"/>
                </a:lnTo>
                <a:lnTo>
                  <a:pt x="19612" y="4389"/>
                </a:lnTo>
                <a:lnTo>
                  <a:pt x="19751" y="4389"/>
                </a:lnTo>
                <a:lnTo>
                  <a:pt x="19751" y="4491"/>
                </a:lnTo>
                <a:moveTo>
                  <a:pt x="19519" y="4491"/>
                </a:moveTo>
                <a:lnTo>
                  <a:pt x="19380" y="4491"/>
                </a:lnTo>
                <a:lnTo>
                  <a:pt x="19380" y="4389"/>
                </a:lnTo>
                <a:lnTo>
                  <a:pt x="19519" y="4389"/>
                </a:lnTo>
                <a:lnTo>
                  <a:pt x="19519" y="4491"/>
                </a:lnTo>
                <a:moveTo>
                  <a:pt x="19288" y="4491"/>
                </a:moveTo>
                <a:lnTo>
                  <a:pt x="19149" y="4491"/>
                </a:lnTo>
                <a:lnTo>
                  <a:pt x="19149" y="4389"/>
                </a:lnTo>
                <a:lnTo>
                  <a:pt x="19288" y="4389"/>
                </a:lnTo>
                <a:lnTo>
                  <a:pt x="19288" y="4491"/>
                </a:lnTo>
                <a:moveTo>
                  <a:pt x="19056" y="4491"/>
                </a:moveTo>
                <a:lnTo>
                  <a:pt x="18917" y="4491"/>
                </a:lnTo>
                <a:lnTo>
                  <a:pt x="18917" y="4389"/>
                </a:lnTo>
                <a:lnTo>
                  <a:pt x="19056" y="4389"/>
                </a:lnTo>
                <a:lnTo>
                  <a:pt x="19056" y="4491"/>
                </a:lnTo>
                <a:moveTo>
                  <a:pt x="18825" y="4491"/>
                </a:moveTo>
                <a:lnTo>
                  <a:pt x="18685" y="4491"/>
                </a:lnTo>
                <a:lnTo>
                  <a:pt x="18685" y="4389"/>
                </a:lnTo>
                <a:lnTo>
                  <a:pt x="18825" y="4389"/>
                </a:lnTo>
                <a:lnTo>
                  <a:pt x="18825" y="4491"/>
                </a:lnTo>
                <a:moveTo>
                  <a:pt x="18593" y="4491"/>
                </a:moveTo>
                <a:lnTo>
                  <a:pt x="18454" y="4491"/>
                </a:lnTo>
                <a:lnTo>
                  <a:pt x="18454" y="4389"/>
                </a:lnTo>
                <a:lnTo>
                  <a:pt x="18593" y="4389"/>
                </a:lnTo>
                <a:lnTo>
                  <a:pt x="18593" y="4491"/>
                </a:lnTo>
                <a:moveTo>
                  <a:pt x="18361" y="4491"/>
                </a:moveTo>
                <a:lnTo>
                  <a:pt x="18222" y="4491"/>
                </a:lnTo>
                <a:lnTo>
                  <a:pt x="18222" y="4389"/>
                </a:lnTo>
                <a:lnTo>
                  <a:pt x="18361" y="4389"/>
                </a:lnTo>
                <a:lnTo>
                  <a:pt x="18361" y="4491"/>
                </a:lnTo>
                <a:moveTo>
                  <a:pt x="18130" y="4491"/>
                </a:moveTo>
                <a:lnTo>
                  <a:pt x="17990" y="4491"/>
                </a:lnTo>
                <a:lnTo>
                  <a:pt x="17990" y="4389"/>
                </a:lnTo>
                <a:lnTo>
                  <a:pt x="18130" y="4389"/>
                </a:lnTo>
                <a:lnTo>
                  <a:pt x="18130" y="4491"/>
                </a:lnTo>
                <a:moveTo>
                  <a:pt x="17898" y="4491"/>
                </a:moveTo>
                <a:lnTo>
                  <a:pt x="17759" y="4491"/>
                </a:lnTo>
                <a:lnTo>
                  <a:pt x="17759" y="4389"/>
                </a:lnTo>
                <a:lnTo>
                  <a:pt x="17898" y="4389"/>
                </a:lnTo>
                <a:lnTo>
                  <a:pt x="17898" y="4491"/>
                </a:lnTo>
                <a:moveTo>
                  <a:pt x="17666" y="4491"/>
                </a:moveTo>
                <a:lnTo>
                  <a:pt x="17527" y="4491"/>
                </a:lnTo>
                <a:lnTo>
                  <a:pt x="17527" y="4389"/>
                </a:lnTo>
                <a:lnTo>
                  <a:pt x="17666" y="4389"/>
                </a:lnTo>
                <a:lnTo>
                  <a:pt x="17666" y="4491"/>
                </a:lnTo>
                <a:moveTo>
                  <a:pt x="17435" y="4491"/>
                </a:moveTo>
                <a:lnTo>
                  <a:pt x="17296" y="4491"/>
                </a:lnTo>
                <a:lnTo>
                  <a:pt x="17296" y="4389"/>
                </a:lnTo>
                <a:lnTo>
                  <a:pt x="17435" y="4389"/>
                </a:lnTo>
                <a:lnTo>
                  <a:pt x="17435" y="4491"/>
                </a:lnTo>
                <a:moveTo>
                  <a:pt x="17203" y="4491"/>
                </a:moveTo>
                <a:lnTo>
                  <a:pt x="17064" y="4491"/>
                </a:lnTo>
                <a:lnTo>
                  <a:pt x="17064" y="4389"/>
                </a:lnTo>
                <a:lnTo>
                  <a:pt x="17203" y="4389"/>
                </a:lnTo>
                <a:lnTo>
                  <a:pt x="17203" y="4491"/>
                </a:lnTo>
                <a:moveTo>
                  <a:pt x="16972" y="4491"/>
                </a:moveTo>
                <a:lnTo>
                  <a:pt x="16832" y="4491"/>
                </a:lnTo>
                <a:lnTo>
                  <a:pt x="16832" y="4389"/>
                </a:lnTo>
                <a:lnTo>
                  <a:pt x="16972" y="4389"/>
                </a:lnTo>
                <a:lnTo>
                  <a:pt x="16972" y="4491"/>
                </a:lnTo>
                <a:moveTo>
                  <a:pt x="16740" y="4491"/>
                </a:moveTo>
                <a:lnTo>
                  <a:pt x="16601" y="4491"/>
                </a:lnTo>
                <a:lnTo>
                  <a:pt x="16601" y="4389"/>
                </a:lnTo>
                <a:lnTo>
                  <a:pt x="16740" y="4389"/>
                </a:lnTo>
                <a:lnTo>
                  <a:pt x="16740" y="4491"/>
                </a:lnTo>
                <a:moveTo>
                  <a:pt x="16508" y="4491"/>
                </a:moveTo>
                <a:lnTo>
                  <a:pt x="16369" y="4491"/>
                </a:lnTo>
                <a:lnTo>
                  <a:pt x="16369" y="4389"/>
                </a:lnTo>
                <a:lnTo>
                  <a:pt x="16508" y="4389"/>
                </a:lnTo>
                <a:lnTo>
                  <a:pt x="16508" y="4491"/>
                </a:lnTo>
                <a:moveTo>
                  <a:pt x="16277" y="4491"/>
                </a:moveTo>
                <a:lnTo>
                  <a:pt x="16137" y="4491"/>
                </a:lnTo>
                <a:lnTo>
                  <a:pt x="16137" y="4389"/>
                </a:lnTo>
                <a:lnTo>
                  <a:pt x="16277" y="4389"/>
                </a:lnTo>
                <a:lnTo>
                  <a:pt x="16277" y="4491"/>
                </a:lnTo>
                <a:moveTo>
                  <a:pt x="16045" y="4491"/>
                </a:moveTo>
                <a:lnTo>
                  <a:pt x="15906" y="4491"/>
                </a:lnTo>
                <a:lnTo>
                  <a:pt x="15906" y="4389"/>
                </a:lnTo>
                <a:lnTo>
                  <a:pt x="16045" y="4389"/>
                </a:lnTo>
                <a:lnTo>
                  <a:pt x="16045" y="4491"/>
                </a:lnTo>
                <a:moveTo>
                  <a:pt x="15813" y="4491"/>
                </a:moveTo>
                <a:lnTo>
                  <a:pt x="15674" y="4491"/>
                </a:lnTo>
                <a:lnTo>
                  <a:pt x="15674" y="4389"/>
                </a:lnTo>
                <a:lnTo>
                  <a:pt x="15813" y="4389"/>
                </a:lnTo>
                <a:lnTo>
                  <a:pt x="15813" y="4491"/>
                </a:lnTo>
                <a:moveTo>
                  <a:pt x="15582" y="4491"/>
                </a:moveTo>
                <a:lnTo>
                  <a:pt x="15443" y="4491"/>
                </a:lnTo>
                <a:lnTo>
                  <a:pt x="15443" y="4389"/>
                </a:lnTo>
                <a:lnTo>
                  <a:pt x="15582" y="4389"/>
                </a:lnTo>
                <a:lnTo>
                  <a:pt x="15582" y="4491"/>
                </a:lnTo>
                <a:moveTo>
                  <a:pt x="15350" y="4491"/>
                </a:moveTo>
                <a:lnTo>
                  <a:pt x="15211" y="4491"/>
                </a:lnTo>
                <a:lnTo>
                  <a:pt x="15211" y="4389"/>
                </a:lnTo>
                <a:lnTo>
                  <a:pt x="15350" y="4389"/>
                </a:lnTo>
                <a:lnTo>
                  <a:pt x="15350" y="4491"/>
                </a:lnTo>
                <a:moveTo>
                  <a:pt x="15119" y="4491"/>
                </a:moveTo>
                <a:lnTo>
                  <a:pt x="14979" y="4491"/>
                </a:lnTo>
                <a:lnTo>
                  <a:pt x="14979" y="4389"/>
                </a:lnTo>
                <a:lnTo>
                  <a:pt x="15119" y="4389"/>
                </a:lnTo>
                <a:lnTo>
                  <a:pt x="15119" y="4491"/>
                </a:lnTo>
                <a:moveTo>
                  <a:pt x="14887" y="4491"/>
                </a:moveTo>
                <a:lnTo>
                  <a:pt x="14748" y="4491"/>
                </a:lnTo>
                <a:lnTo>
                  <a:pt x="14748" y="4389"/>
                </a:lnTo>
                <a:lnTo>
                  <a:pt x="14887" y="4389"/>
                </a:lnTo>
                <a:lnTo>
                  <a:pt x="14887" y="4491"/>
                </a:lnTo>
                <a:moveTo>
                  <a:pt x="14655" y="4491"/>
                </a:moveTo>
                <a:lnTo>
                  <a:pt x="14516" y="4491"/>
                </a:lnTo>
                <a:lnTo>
                  <a:pt x="14516" y="4389"/>
                </a:lnTo>
                <a:lnTo>
                  <a:pt x="14655" y="4389"/>
                </a:lnTo>
                <a:lnTo>
                  <a:pt x="14655" y="4491"/>
                </a:lnTo>
                <a:moveTo>
                  <a:pt x="14424" y="4491"/>
                </a:moveTo>
                <a:lnTo>
                  <a:pt x="14284" y="4491"/>
                </a:lnTo>
                <a:lnTo>
                  <a:pt x="14284" y="4389"/>
                </a:lnTo>
                <a:lnTo>
                  <a:pt x="14424" y="4389"/>
                </a:lnTo>
                <a:lnTo>
                  <a:pt x="14424" y="4491"/>
                </a:lnTo>
                <a:moveTo>
                  <a:pt x="14192" y="4491"/>
                </a:moveTo>
                <a:lnTo>
                  <a:pt x="14053" y="4491"/>
                </a:lnTo>
                <a:lnTo>
                  <a:pt x="14053" y="4389"/>
                </a:lnTo>
                <a:lnTo>
                  <a:pt x="14192" y="4389"/>
                </a:lnTo>
                <a:lnTo>
                  <a:pt x="14192" y="4491"/>
                </a:lnTo>
                <a:moveTo>
                  <a:pt x="13960" y="4491"/>
                </a:moveTo>
                <a:lnTo>
                  <a:pt x="13821" y="4491"/>
                </a:lnTo>
                <a:lnTo>
                  <a:pt x="13821" y="4389"/>
                </a:lnTo>
                <a:lnTo>
                  <a:pt x="13960" y="4389"/>
                </a:lnTo>
                <a:lnTo>
                  <a:pt x="13960" y="4491"/>
                </a:lnTo>
                <a:moveTo>
                  <a:pt x="13729" y="4491"/>
                </a:moveTo>
                <a:lnTo>
                  <a:pt x="13589" y="4491"/>
                </a:lnTo>
                <a:lnTo>
                  <a:pt x="13589" y="4389"/>
                </a:lnTo>
                <a:lnTo>
                  <a:pt x="13729" y="4389"/>
                </a:lnTo>
                <a:lnTo>
                  <a:pt x="13729" y="4491"/>
                </a:lnTo>
                <a:moveTo>
                  <a:pt x="13497" y="4491"/>
                </a:moveTo>
                <a:lnTo>
                  <a:pt x="13358" y="4491"/>
                </a:lnTo>
                <a:lnTo>
                  <a:pt x="13358" y="4389"/>
                </a:lnTo>
                <a:lnTo>
                  <a:pt x="13497" y="4389"/>
                </a:lnTo>
                <a:lnTo>
                  <a:pt x="13497" y="4491"/>
                </a:lnTo>
                <a:moveTo>
                  <a:pt x="13266" y="4491"/>
                </a:moveTo>
                <a:lnTo>
                  <a:pt x="13126" y="4491"/>
                </a:lnTo>
                <a:lnTo>
                  <a:pt x="13126" y="4389"/>
                </a:lnTo>
                <a:lnTo>
                  <a:pt x="13266" y="4389"/>
                </a:lnTo>
                <a:lnTo>
                  <a:pt x="13266" y="4491"/>
                </a:lnTo>
                <a:moveTo>
                  <a:pt x="13034" y="4491"/>
                </a:moveTo>
                <a:lnTo>
                  <a:pt x="12895" y="4491"/>
                </a:lnTo>
                <a:lnTo>
                  <a:pt x="12895" y="4389"/>
                </a:lnTo>
                <a:lnTo>
                  <a:pt x="13034" y="4389"/>
                </a:lnTo>
                <a:lnTo>
                  <a:pt x="13034" y="4491"/>
                </a:lnTo>
                <a:moveTo>
                  <a:pt x="12802" y="4491"/>
                </a:moveTo>
                <a:lnTo>
                  <a:pt x="12663" y="4491"/>
                </a:lnTo>
                <a:lnTo>
                  <a:pt x="12663" y="4389"/>
                </a:lnTo>
                <a:lnTo>
                  <a:pt x="12802" y="4389"/>
                </a:lnTo>
                <a:lnTo>
                  <a:pt x="12802" y="4491"/>
                </a:lnTo>
                <a:moveTo>
                  <a:pt x="12571" y="4491"/>
                </a:moveTo>
                <a:lnTo>
                  <a:pt x="12431" y="4491"/>
                </a:lnTo>
                <a:lnTo>
                  <a:pt x="12431" y="4389"/>
                </a:lnTo>
                <a:lnTo>
                  <a:pt x="12571" y="4389"/>
                </a:lnTo>
                <a:lnTo>
                  <a:pt x="12571" y="4491"/>
                </a:lnTo>
                <a:moveTo>
                  <a:pt x="12339" y="4491"/>
                </a:moveTo>
                <a:lnTo>
                  <a:pt x="12200" y="4491"/>
                </a:lnTo>
                <a:lnTo>
                  <a:pt x="12200" y="4389"/>
                </a:lnTo>
                <a:lnTo>
                  <a:pt x="12339" y="4389"/>
                </a:lnTo>
                <a:lnTo>
                  <a:pt x="12339" y="4491"/>
                </a:lnTo>
                <a:moveTo>
                  <a:pt x="12107" y="4491"/>
                </a:moveTo>
                <a:lnTo>
                  <a:pt x="11968" y="4491"/>
                </a:lnTo>
                <a:lnTo>
                  <a:pt x="11968" y="4389"/>
                </a:lnTo>
                <a:lnTo>
                  <a:pt x="12107" y="4389"/>
                </a:lnTo>
                <a:lnTo>
                  <a:pt x="12107" y="4491"/>
                </a:lnTo>
                <a:moveTo>
                  <a:pt x="11876" y="4491"/>
                </a:moveTo>
                <a:lnTo>
                  <a:pt x="11736" y="4491"/>
                </a:lnTo>
                <a:lnTo>
                  <a:pt x="11736" y="4389"/>
                </a:lnTo>
                <a:lnTo>
                  <a:pt x="11876" y="4389"/>
                </a:lnTo>
                <a:lnTo>
                  <a:pt x="11876" y="4491"/>
                </a:lnTo>
                <a:moveTo>
                  <a:pt x="11644" y="4491"/>
                </a:moveTo>
                <a:lnTo>
                  <a:pt x="11505" y="4491"/>
                </a:lnTo>
                <a:lnTo>
                  <a:pt x="11505" y="4389"/>
                </a:lnTo>
                <a:lnTo>
                  <a:pt x="11644" y="4389"/>
                </a:lnTo>
                <a:lnTo>
                  <a:pt x="11644" y="4491"/>
                </a:lnTo>
                <a:moveTo>
                  <a:pt x="11412" y="4491"/>
                </a:moveTo>
                <a:lnTo>
                  <a:pt x="11273" y="4491"/>
                </a:lnTo>
                <a:lnTo>
                  <a:pt x="11273" y="4389"/>
                </a:lnTo>
                <a:lnTo>
                  <a:pt x="11412" y="4389"/>
                </a:lnTo>
                <a:lnTo>
                  <a:pt x="11412" y="4491"/>
                </a:lnTo>
                <a:moveTo>
                  <a:pt x="11181" y="4491"/>
                </a:moveTo>
                <a:lnTo>
                  <a:pt x="11042" y="4491"/>
                </a:lnTo>
                <a:lnTo>
                  <a:pt x="11042" y="4389"/>
                </a:lnTo>
                <a:lnTo>
                  <a:pt x="11181" y="4389"/>
                </a:lnTo>
                <a:lnTo>
                  <a:pt x="11181" y="4491"/>
                </a:lnTo>
                <a:moveTo>
                  <a:pt x="10949" y="4491"/>
                </a:moveTo>
                <a:lnTo>
                  <a:pt x="10810" y="4491"/>
                </a:lnTo>
                <a:lnTo>
                  <a:pt x="10810" y="4389"/>
                </a:lnTo>
                <a:lnTo>
                  <a:pt x="10949" y="4389"/>
                </a:lnTo>
                <a:lnTo>
                  <a:pt x="10949" y="4491"/>
                </a:lnTo>
                <a:moveTo>
                  <a:pt x="10718" y="4491"/>
                </a:moveTo>
                <a:lnTo>
                  <a:pt x="10578" y="4491"/>
                </a:lnTo>
                <a:lnTo>
                  <a:pt x="10578" y="4389"/>
                </a:lnTo>
                <a:lnTo>
                  <a:pt x="10718" y="4389"/>
                </a:lnTo>
                <a:lnTo>
                  <a:pt x="10718" y="4491"/>
                </a:lnTo>
                <a:moveTo>
                  <a:pt x="10486" y="4491"/>
                </a:moveTo>
                <a:lnTo>
                  <a:pt x="10347" y="4491"/>
                </a:lnTo>
                <a:lnTo>
                  <a:pt x="10347" y="4389"/>
                </a:lnTo>
                <a:lnTo>
                  <a:pt x="10486" y="4389"/>
                </a:lnTo>
                <a:lnTo>
                  <a:pt x="10486" y="4491"/>
                </a:lnTo>
                <a:moveTo>
                  <a:pt x="10254" y="4491"/>
                </a:moveTo>
                <a:lnTo>
                  <a:pt x="10115" y="4491"/>
                </a:lnTo>
                <a:lnTo>
                  <a:pt x="10115" y="4389"/>
                </a:lnTo>
                <a:lnTo>
                  <a:pt x="10254" y="4389"/>
                </a:lnTo>
                <a:lnTo>
                  <a:pt x="10254" y="4491"/>
                </a:lnTo>
                <a:moveTo>
                  <a:pt x="10023" y="4491"/>
                </a:moveTo>
                <a:lnTo>
                  <a:pt x="9883" y="4491"/>
                </a:lnTo>
                <a:lnTo>
                  <a:pt x="9883" y="4389"/>
                </a:lnTo>
                <a:lnTo>
                  <a:pt x="10023" y="4389"/>
                </a:lnTo>
                <a:lnTo>
                  <a:pt x="10023" y="4491"/>
                </a:lnTo>
                <a:moveTo>
                  <a:pt x="9791" y="4491"/>
                </a:moveTo>
                <a:lnTo>
                  <a:pt x="9652" y="4491"/>
                </a:lnTo>
                <a:lnTo>
                  <a:pt x="9652" y="4389"/>
                </a:lnTo>
                <a:lnTo>
                  <a:pt x="9791" y="4389"/>
                </a:lnTo>
                <a:lnTo>
                  <a:pt x="9791" y="4491"/>
                </a:lnTo>
                <a:moveTo>
                  <a:pt x="9559" y="4491"/>
                </a:moveTo>
                <a:lnTo>
                  <a:pt x="9420" y="4491"/>
                </a:lnTo>
                <a:lnTo>
                  <a:pt x="9420" y="4389"/>
                </a:lnTo>
                <a:lnTo>
                  <a:pt x="9559" y="4389"/>
                </a:lnTo>
                <a:lnTo>
                  <a:pt x="9559" y="4491"/>
                </a:lnTo>
                <a:moveTo>
                  <a:pt x="9328" y="4491"/>
                </a:moveTo>
                <a:lnTo>
                  <a:pt x="9189" y="4491"/>
                </a:lnTo>
                <a:lnTo>
                  <a:pt x="9189" y="4389"/>
                </a:lnTo>
                <a:lnTo>
                  <a:pt x="9328" y="4389"/>
                </a:lnTo>
                <a:lnTo>
                  <a:pt x="9328" y="4491"/>
                </a:lnTo>
                <a:moveTo>
                  <a:pt x="9096" y="4491"/>
                </a:moveTo>
                <a:lnTo>
                  <a:pt x="8957" y="4491"/>
                </a:lnTo>
                <a:lnTo>
                  <a:pt x="8957" y="4389"/>
                </a:lnTo>
                <a:lnTo>
                  <a:pt x="9096" y="4389"/>
                </a:lnTo>
                <a:lnTo>
                  <a:pt x="9096" y="4491"/>
                </a:lnTo>
                <a:moveTo>
                  <a:pt x="8865" y="4491"/>
                </a:moveTo>
                <a:lnTo>
                  <a:pt x="8725" y="4491"/>
                </a:lnTo>
                <a:lnTo>
                  <a:pt x="8725" y="4389"/>
                </a:lnTo>
                <a:lnTo>
                  <a:pt x="8865" y="4389"/>
                </a:lnTo>
                <a:lnTo>
                  <a:pt x="8865" y="4491"/>
                </a:lnTo>
                <a:moveTo>
                  <a:pt x="8633" y="4491"/>
                </a:moveTo>
                <a:lnTo>
                  <a:pt x="8494" y="4491"/>
                </a:lnTo>
                <a:lnTo>
                  <a:pt x="8494" y="4389"/>
                </a:lnTo>
                <a:lnTo>
                  <a:pt x="8633" y="4389"/>
                </a:lnTo>
                <a:lnTo>
                  <a:pt x="8633" y="4491"/>
                </a:lnTo>
                <a:moveTo>
                  <a:pt x="8401" y="4491"/>
                </a:moveTo>
                <a:lnTo>
                  <a:pt x="8262" y="4491"/>
                </a:lnTo>
                <a:lnTo>
                  <a:pt x="8262" y="4389"/>
                </a:lnTo>
                <a:lnTo>
                  <a:pt x="8401" y="4389"/>
                </a:lnTo>
                <a:lnTo>
                  <a:pt x="8401" y="4491"/>
                </a:lnTo>
                <a:moveTo>
                  <a:pt x="8170" y="4491"/>
                </a:moveTo>
                <a:lnTo>
                  <a:pt x="8030" y="4491"/>
                </a:lnTo>
                <a:lnTo>
                  <a:pt x="8030" y="4389"/>
                </a:lnTo>
                <a:lnTo>
                  <a:pt x="8170" y="4389"/>
                </a:lnTo>
                <a:lnTo>
                  <a:pt x="8170" y="4491"/>
                </a:lnTo>
                <a:moveTo>
                  <a:pt x="7938" y="4491"/>
                </a:moveTo>
                <a:lnTo>
                  <a:pt x="7799" y="4491"/>
                </a:lnTo>
                <a:lnTo>
                  <a:pt x="7799" y="4389"/>
                </a:lnTo>
                <a:lnTo>
                  <a:pt x="7938" y="4389"/>
                </a:lnTo>
                <a:lnTo>
                  <a:pt x="7938" y="4491"/>
                </a:lnTo>
                <a:moveTo>
                  <a:pt x="7705" y="4491"/>
                </a:moveTo>
                <a:lnTo>
                  <a:pt x="7566" y="4491"/>
                </a:lnTo>
                <a:lnTo>
                  <a:pt x="7566" y="4389"/>
                </a:lnTo>
                <a:lnTo>
                  <a:pt x="7705" y="4389"/>
                </a:lnTo>
                <a:lnTo>
                  <a:pt x="7705" y="4491"/>
                </a:lnTo>
                <a:moveTo>
                  <a:pt x="7474" y="4491"/>
                </a:moveTo>
                <a:lnTo>
                  <a:pt x="7335" y="4491"/>
                </a:lnTo>
                <a:lnTo>
                  <a:pt x="7335" y="4389"/>
                </a:lnTo>
                <a:lnTo>
                  <a:pt x="7474" y="4389"/>
                </a:lnTo>
                <a:lnTo>
                  <a:pt x="7474" y="4491"/>
                </a:lnTo>
                <a:moveTo>
                  <a:pt x="7242" y="4491"/>
                </a:moveTo>
                <a:lnTo>
                  <a:pt x="7103" y="4491"/>
                </a:lnTo>
                <a:lnTo>
                  <a:pt x="7103" y="4389"/>
                </a:lnTo>
                <a:lnTo>
                  <a:pt x="7242" y="4389"/>
                </a:lnTo>
                <a:lnTo>
                  <a:pt x="7242" y="4491"/>
                </a:lnTo>
                <a:moveTo>
                  <a:pt x="7011" y="4491"/>
                </a:moveTo>
                <a:lnTo>
                  <a:pt x="6871" y="4491"/>
                </a:lnTo>
                <a:lnTo>
                  <a:pt x="6871" y="4389"/>
                </a:lnTo>
                <a:lnTo>
                  <a:pt x="7011" y="4389"/>
                </a:lnTo>
                <a:lnTo>
                  <a:pt x="7011" y="4491"/>
                </a:lnTo>
                <a:moveTo>
                  <a:pt x="6779" y="4491"/>
                </a:moveTo>
                <a:lnTo>
                  <a:pt x="6640" y="4491"/>
                </a:lnTo>
                <a:lnTo>
                  <a:pt x="6640" y="4389"/>
                </a:lnTo>
                <a:lnTo>
                  <a:pt x="6779" y="4389"/>
                </a:lnTo>
                <a:lnTo>
                  <a:pt x="6779" y="4491"/>
                </a:lnTo>
                <a:moveTo>
                  <a:pt x="6547" y="4491"/>
                </a:moveTo>
                <a:lnTo>
                  <a:pt x="6408" y="4491"/>
                </a:lnTo>
                <a:lnTo>
                  <a:pt x="6408" y="4389"/>
                </a:lnTo>
                <a:lnTo>
                  <a:pt x="6547" y="4389"/>
                </a:lnTo>
                <a:lnTo>
                  <a:pt x="6547" y="4491"/>
                </a:lnTo>
                <a:moveTo>
                  <a:pt x="6316" y="4491"/>
                </a:moveTo>
                <a:lnTo>
                  <a:pt x="6176" y="4491"/>
                </a:lnTo>
                <a:lnTo>
                  <a:pt x="6176" y="4389"/>
                </a:lnTo>
                <a:lnTo>
                  <a:pt x="6316" y="4389"/>
                </a:lnTo>
                <a:lnTo>
                  <a:pt x="6316" y="4491"/>
                </a:lnTo>
                <a:moveTo>
                  <a:pt x="6084" y="4491"/>
                </a:moveTo>
                <a:lnTo>
                  <a:pt x="5945" y="4491"/>
                </a:lnTo>
                <a:lnTo>
                  <a:pt x="5945" y="4389"/>
                </a:lnTo>
                <a:lnTo>
                  <a:pt x="6084" y="4389"/>
                </a:lnTo>
                <a:lnTo>
                  <a:pt x="6084" y="4491"/>
                </a:lnTo>
                <a:moveTo>
                  <a:pt x="5852" y="4491"/>
                </a:moveTo>
                <a:lnTo>
                  <a:pt x="5713" y="4491"/>
                </a:lnTo>
                <a:lnTo>
                  <a:pt x="5713" y="4389"/>
                </a:lnTo>
                <a:lnTo>
                  <a:pt x="5852" y="4389"/>
                </a:lnTo>
                <a:lnTo>
                  <a:pt x="5852" y="4491"/>
                </a:lnTo>
                <a:moveTo>
                  <a:pt x="5621" y="4491"/>
                </a:moveTo>
                <a:lnTo>
                  <a:pt x="5481" y="4491"/>
                </a:lnTo>
                <a:lnTo>
                  <a:pt x="5481" y="4389"/>
                </a:lnTo>
                <a:lnTo>
                  <a:pt x="5621" y="4389"/>
                </a:lnTo>
                <a:lnTo>
                  <a:pt x="5621" y="4491"/>
                </a:lnTo>
                <a:moveTo>
                  <a:pt x="5389" y="4491"/>
                </a:moveTo>
                <a:lnTo>
                  <a:pt x="5250" y="4491"/>
                </a:lnTo>
                <a:lnTo>
                  <a:pt x="5250" y="4389"/>
                </a:lnTo>
                <a:lnTo>
                  <a:pt x="5389" y="4389"/>
                </a:lnTo>
                <a:lnTo>
                  <a:pt x="5389" y="4491"/>
                </a:lnTo>
                <a:moveTo>
                  <a:pt x="5158" y="4491"/>
                </a:moveTo>
                <a:lnTo>
                  <a:pt x="5018" y="4491"/>
                </a:lnTo>
                <a:lnTo>
                  <a:pt x="5018" y="4389"/>
                </a:lnTo>
                <a:lnTo>
                  <a:pt x="5158" y="4389"/>
                </a:lnTo>
                <a:lnTo>
                  <a:pt x="5158" y="4491"/>
                </a:lnTo>
                <a:moveTo>
                  <a:pt x="4926" y="4491"/>
                </a:moveTo>
                <a:lnTo>
                  <a:pt x="4787" y="4491"/>
                </a:lnTo>
                <a:lnTo>
                  <a:pt x="4787" y="4389"/>
                </a:lnTo>
                <a:lnTo>
                  <a:pt x="4926" y="4389"/>
                </a:lnTo>
                <a:lnTo>
                  <a:pt x="4926" y="4491"/>
                </a:lnTo>
                <a:moveTo>
                  <a:pt x="4694" y="4491"/>
                </a:moveTo>
                <a:lnTo>
                  <a:pt x="4555" y="4491"/>
                </a:lnTo>
                <a:lnTo>
                  <a:pt x="4555" y="4389"/>
                </a:lnTo>
                <a:lnTo>
                  <a:pt x="4694" y="4389"/>
                </a:lnTo>
                <a:lnTo>
                  <a:pt x="4694" y="4491"/>
                </a:lnTo>
                <a:moveTo>
                  <a:pt x="4463" y="4491"/>
                </a:moveTo>
                <a:lnTo>
                  <a:pt x="4323" y="4491"/>
                </a:lnTo>
                <a:lnTo>
                  <a:pt x="4323" y="4389"/>
                </a:lnTo>
                <a:lnTo>
                  <a:pt x="4463" y="4389"/>
                </a:lnTo>
                <a:lnTo>
                  <a:pt x="4463" y="4491"/>
                </a:lnTo>
                <a:moveTo>
                  <a:pt x="4231" y="4491"/>
                </a:moveTo>
                <a:lnTo>
                  <a:pt x="4092" y="4491"/>
                </a:lnTo>
                <a:lnTo>
                  <a:pt x="4092" y="4389"/>
                </a:lnTo>
                <a:lnTo>
                  <a:pt x="4231" y="4389"/>
                </a:lnTo>
                <a:lnTo>
                  <a:pt x="4231" y="4491"/>
                </a:lnTo>
                <a:moveTo>
                  <a:pt x="3999" y="4491"/>
                </a:moveTo>
                <a:lnTo>
                  <a:pt x="3860" y="4491"/>
                </a:lnTo>
                <a:lnTo>
                  <a:pt x="3860" y="4389"/>
                </a:lnTo>
                <a:lnTo>
                  <a:pt x="3999" y="4389"/>
                </a:lnTo>
                <a:lnTo>
                  <a:pt x="3999" y="4491"/>
                </a:lnTo>
                <a:moveTo>
                  <a:pt x="3768" y="4491"/>
                </a:moveTo>
                <a:lnTo>
                  <a:pt x="3628" y="4491"/>
                </a:lnTo>
                <a:lnTo>
                  <a:pt x="3628" y="4389"/>
                </a:lnTo>
                <a:lnTo>
                  <a:pt x="3768" y="4389"/>
                </a:lnTo>
                <a:lnTo>
                  <a:pt x="3768" y="4491"/>
                </a:lnTo>
                <a:moveTo>
                  <a:pt x="3536" y="4491"/>
                </a:moveTo>
                <a:lnTo>
                  <a:pt x="3397" y="4491"/>
                </a:lnTo>
                <a:lnTo>
                  <a:pt x="3397" y="4389"/>
                </a:lnTo>
                <a:lnTo>
                  <a:pt x="3536" y="4389"/>
                </a:lnTo>
                <a:lnTo>
                  <a:pt x="3536" y="4491"/>
                </a:lnTo>
                <a:moveTo>
                  <a:pt x="3304" y="4491"/>
                </a:moveTo>
                <a:lnTo>
                  <a:pt x="3165" y="4491"/>
                </a:lnTo>
                <a:lnTo>
                  <a:pt x="3165" y="4389"/>
                </a:lnTo>
                <a:lnTo>
                  <a:pt x="3304" y="4389"/>
                </a:lnTo>
                <a:lnTo>
                  <a:pt x="3304" y="4491"/>
                </a:lnTo>
                <a:moveTo>
                  <a:pt x="3073" y="4491"/>
                </a:moveTo>
                <a:lnTo>
                  <a:pt x="2934" y="4491"/>
                </a:lnTo>
                <a:lnTo>
                  <a:pt x="2934" y="4389"/>
                </a:lnTo>
                <a:lnTo>
                  <a:pt x="3073" y="4389"/>
                </a:lnTo>
                <a:lnTo>
                  <a:pt x="3073" y="4491"/>
                </a:lnTo>
                <a:moveTo>
                  <a:pt x="2841" y="4491"/>
                </a:moveTo>
                <a:lnTo>
                  <a:pt x="2702" y="4491"/>
                </a:lnTo>
                <a:lnTo>
                  <a:pt x="2702" y="4389"/>
                </a:lnTo>
                <a:lnTo>
                  <a:pt x="2841" y="4389"/>
                </a:lnTo>
                <a:lnTo>
                  <a:pt x="2841" y="4491"/>
                </a:lnTo>
                <a:moveTo>
                  <a:pt x="2610" y="4491"/>
                </a:moveTo>
                <a:lnTo>
                  <a:pt x="2470" y="4491"/>
                </a:lnTo>
                <a:lnTo>
                  <a:pt x="2470" y="4389"/>
                </a:lnTo>
                <a:lnTo>
                  <a:pt x="2610" y="4389"/>
                </a:lnTo>
                <a:lnTo>
                  <a:pt x="2610" y="4491"/>
                </a:lnTo>
                <a:moveTo>
                  <a:pt x="2378" y="4491"/>
                </a:moveTo>
                <a:lnTo>
                  <a:pt x="2239" y="4491"/>
                </a:lnTo>
                <a:lnTo>
                  <a:pt x="2239" y="4389"/>
                </a:lnTo>
                <a:lnTo>
                  <a:pt x="2378" y="4389"/>
                </a:lnTo>
                <a:lnTo>
                  <a:pt x="2378" y="4491"/>
                </a:lnTo>
                <a:moveTo>
                  <a:pt x="2146" y="4491"/>
                </a:moveTo>
                <a:lnTo>
                  <a:pt x="2007" y="4491"/>
                </a:lnTo>
                <a:lnTo>
                  <a:pt x="2007" y="4389"/>
                </a:lnTo>
                <a:lnTo>
                  <a:pt x="2146" y="4389"/>
                </a:lnTo>
                <a:lnTo>
                  <a:pt x="2146" y="4491"/>
                </a:lnTo>
                <a:moveTo>
                  <a:pt x="1915" y="4491"/>
                </a:moveTo>
                <a:lnTo>
                  <a:pt x="1775" y="4491"/>
                </a:lnTo>
                <a:lnTo>
                  <a:pt x="1775" y="4389"/>
                </a:lnTo>
                <a:lnTo>
                  <a:pt x="1915" y="4389"/>
                </a:lnTo>
                <a:lnTo>
                  <a:pt x="1915" y="4491"/>
                </a:lnTo>
                <a:moveTo>
                  <a:pt x="1683" y="4491"/>
                </a:moveTo>
                <a:lnTo>
                  <a:pt x="1544" y="4491"/>
                </a:lnTo>
                <a:lnTo>
                  <a:pt x="1544" y="4389"/>
                </a:lnTo>
                <a:lnTo>
                  <a:pt x="1683" y="4389"/>
                </a:lnTo>
                <a:lnTo>
                  <a:pt x="1683" y="4491"/>
                </a:lnTo>
                <a:moveTo>
                  <a:pt x="1451" y="4491"/>
                </a:moveTo>
                <a:lnTo>
                  <a:pt x="1312" y="4491"/>
                </a:lnTo>
                <a:lnTo>
                  <a:pt x="1312" y="4389"/>
                </a:lnTo>
                <a:lnTo>
                  <a:pt x="1451" y="4389"/>
                </a:lnTo>
                <a:lnTo>
                  <a:pt x="1451" y="4491"/>
                </a:lnTo>
                <a:moveTo>
                  <a:pt x="1220" y="4491"/>
                </a:moveTo>
                <a:lnTo>
                  <a:pt x="1081" y="4491"/>
                </a:lnTo>
                <a:lnTo>
                  <a:pt x="1081" y="4389"/>
                </a:lnTo>
                <a:lnTo>
                  <a:pt x="1220" y="4389"/>
                </a:lnTo>
                <a:lnTo>
                  <a:pt x="1220" y="4491"/>
                </a:lnTo>
                <a:moveTo>
                  <a:pt x="988" y="4491"/>
                </a:moveTo>
                <a:lnTo>
                  <a:pt x="849" y="4491"/>
                </a:lnTo>
                <a:lnTo>
                  <a:pt x="849" y="4389"/>
                </a:lnTo>
                <a:lnTo>
                  <a:pt x="988" y="4389"/>
                </a:lnTo>
                <a:lnTo>
                  <a:pt x="988" y="4491"/>
                </a:lnTo>
                <a:moveTo>
                  <a:pt x="757" y="4491"/>
                </a:moveTo>
                <a:lnTo>
                  <a:pt x="617" y="4491"/>
                </a:lnTo>
                <a:lnTo>
                  <a:pt x="617" y="4389"/>
                </a:lnTo>
                <a:lnTo>
                  <a:pt x="757" y="4389"/>
                </a:lnTo>
                <a:lnTo>
                  <a:pt x="757" y="4491"/>
                </a:lnTo>
                <a:moveTo>
                  <a:pt x="525" y="4491"/>
                </a:moveTo>
                <a:lnTo>
                  <a:pt x="386" y="4491"/>
                </a:lnTo>
                <a:lnTo>
                  <a:pt x="386" y="4389"/>
                </a:lnTo>
                <a:lnTo>
                  <a:pt x="525" y="4389"/>
                </a:lnTo>
                <a:lnTo>
                  <a:pt x="525" y="4491"/>
                </a:lnTo>
                <a:moveTo>
                  <a:pt x="293" y="4491"/>
                </a:moveTo>
                <a:lnTo>
                  <a:pt x="214" y="4491"/>
                </a:lnTo>
                <a:cubicBezTo>
                  <a:pt x="187" y="4491"/>
                  <a:pt x="161" y="4486"/>
                  <a:pt x="137" y="4476"/>
                </a:cubicBezTo>
                <a:lnTo>
                  <a:pt x="174" y="4381"/>
                </a:lnTo>
                <a:cubicBezTo>
                  <a:pt x="187" y="4386"/>
                  <a:pt x="200" y="4389"/>
                  <a:pt x="214" y="4389"/>
                </a:cubicBezTo>
                <a:lnTo>
                  <a:pt x="293" y="4389"/>
                </a:lnTo>
                <a:lnTo>
                  <a:pt x="293" y="4491"/>
                </a:lnTo>
                <a:moveTo>
                  <a:pt x="41" y="4402"/>
                </a:moveTo>
                <a:cubicBezTo>
                  <a:pt x="14" y="4365"/>
                  <a:pt x="0" y="4323"/>
                  <a:pt x="0" y="4277"/>
                </a:cubicBezTo>
                <a:lnTo>
                  <a:pt x="0" y="4239"/>
                </a:lnTo>
                <a:lnTo>
                  <a:pt x="103" y="4239"/>
                </a:lnTo>
                <a:lnTo>
                  <a:pt x="103" y="4277"/>
                </a:lnTo>
                <a:cubicBezTo>
                  <a:pt x="103" y="4301"/>
                  <a:pt x="110" y="4323"/>
                  <a:pt x="124" y="4343"/>
                </a:cubicBezTo>
                <a:lnTo>
                  <a:pt x="41" y="4402"/>
                </a:lnTo>
                <a:moveTo>
                  <a:pt x="0" y="4147"/>
                </a:moveTo>
                <a:lnTo>
                  <a:pt x="0" y="4008"/>
                </a:lnTo>
                <a:lnTo>
                  <a:pt x="103" y="4008"/>
                </a:lnTo>
                <a:lnTo>
                  <a:pt x="103" y="4147"/>
                </a:lnTo>
                <a:lnTo>
                  <a:pt x="0" y="4147"/>
                </a:lnTo>
                <a:moveTo>
                  <a:pt x="0" y="3915"/>
                </a:moveTo>
                <a:lnTo>
                  <a:pt x="0" y="3776"/>
                </a:lnTo>
                <a:lnTo>
                  <a:pt x="103" y="3776"/>
                </a:lnTo>
                <a:lnTo>
                  <a:pt x="103" y="3915"/>
                </a:lnTo>
                <a:lnTo>
                  <a:pt x="0" y="3915"/>
                </a:lnTo>
                <a:moveTo>
                  <a:pt x="0" y="3684"/>
                </a:moveTo>
                <a:lnTo>
                  <a:pt x="0" y="3544"/>
                </a:lnTo>
                <a:lnTo>
                  <a:pt x="103" y="3544"/>
                </a:lnTo>
                <a:lnTo>
                  <a:pt x="103" y="3684"/>
                </a:lnTo>
                <a:lnTo>
                  <a:pt x="0" y="3684"/>
                </a:lnTo>
                <a:moveTo>
                  <a:pt x="0" y="3451"/>
                </a:moveTo>
                <a:lnTo>
                  <a:pt x="0" y="3312"/>
                </a:lnTo>
                <a:lnTo>
                  <a:pt x="103" y="3312"/>
                </a:lnTo>
                <a:lnTo>
                  <a:pt x="103" y="3451"/>
                </a:lnTo>
                <a:lnTo>
                  <a:pt x="0" y="3451"/>
                </a:lnTo>
                <a:moveTo>
                  <a:pt x="0" y="3219"/>
                </a:moveTo>
                <a:lnTo>
                  <a:pt x="0" y="3080"/>
                </a:lnTo>
                <a:lnTo>
                  <a:pt x="103" y="3080"/>
                </a:lnTo>
                <a:lnTo>
                  <a:pt x="103" y="3219"/>
                </a:lnTo>
                <a:lnTo>
                  <a:pt x="0" y="3219"/>
                </a:lnTo>
                <a:moveTo>
                  <a:pt x="0" y="2988"/>
                </a:moveTo>
                <a:lnTo>
                  <a:pt x="0" y="2849"/>
                </a:lnTo>
                <a:lnTo>
                  <a:pt x="103" y="2849"/>
                </a:lnTo>
                <a:lnTo>
                  <a:pt x="103" y="2988"/>
                </a:lnTo>
                <a:lnTo>
                  <a:pt x="0" y="2988"/>
                </a:lnTo>
                <a:moveTo>
                  <a:pt x="0" y="2756"/>
                </a:moveTo>
                <a:lnTo>
                  <a:pt x="0" y="2617"/>
                </a:lnTo>
                <a:lnTo>
                  <a:pt x="103" y="2617"/>
                </a:lnTo>
                <a:lnTo>
                  <a:pt x="103" y="2756"/>
                </a:lnTo>
                <a:lnTo>
                  <a:pt x="0" y="2756"/>
                </a:lnTo>
                <a:moveTo>
                  <a:pt x="0" y="2525"/>
                </a:moveTo>
                <a:lnTo>
                  <a:pt x="0" y="2385"/>
                </a:lnTo>
                <a:lnTo>
                  <a:pt x="103" y="2385"/>
                </a:lnTo>
                <a:lnTo>
                  <a:pt x="103" y="2525"/>
                </a:lnTo>
                <a:lnTo>
                  <a:pt x="0" y="2525"/>
                </a:lnTo>
                <a:moveTo>
                  <a:pt x="0" y="2293"/>
                </a:moveTo>
                <a:lnTo>
                  <a:pt x="0" y="2154"/>
                </a:lnTo>
                <a:lnTo>
                  <a:pt x="103" y="2154"/>
                </a:lnTo>
                <a:lnTo>
                  <a:pt x="103" y="2293"/>
                </a:lnTo>
                <a:lnTo>
                  <a:pt x="0" y="2293"/>
                </a:lnTo>
                <a:moveTo>
                  <a:pt x="0" y="2061"/>
                </a:moveTo>
                <a:lnTo>
                  <a:pt x="0" y="1922"/>
                </a:lnTo>
                <a:lnTo>
                  <a:pt x="103" y="1922"/>
                </a:lnTo>
                <a:lnTo>
                  <a:pt x="103" y="2061"/>
                </a:lnTo>
                <a:lnTo>
                  <a:pt x="0" y="2061"/>
                </a:lnTo>
                <a:moveTo>
                  <a:pt x="0" y="1830"/>
                </a:moveTo>
                <a:lnTo>
                  <a:pt x="0" y="1690"/>
                </a:lnTo>
                <a:lnTo>
                  <a:pt x="103" y="1690"/>
                </a:lnTo>
                <a:lnTo>
                  <a:pt x="103" y="1830"/>
                </a:lnTo>
                <a:lnTo>
                  <a:pt x="0" y="1830"/>
                </a:lnTo>
                <a:moveTo>
                  <a:pt x="0" y="1598"/>
                </a:moveTo>
                <a:lnTo>
                  <a:pt x="0" y="1459"/>
                </a:lnTo>
                <a:lnTo>
                  <a:pt x="103" y="1459"/>
                </a:lnTo>
                <a:lnTo>
                  <a:pt x="103" y="1598"/>
                </a:lnTo>
                <a:lnTo>
                  <a:pt x="0" y="1598"/>
                </a:lnTo>
                <a:moveTo>
                  <a:pt x="0" y="1366"/>
                </a:moveTo>
                <a:lnTo>
                  <a:pt x="0" y="1227"/>
                </a:lnTo>
                <a:lnTo>
                  <a:pt x="103" y="1227"/>
                </a:lnTo>
                <a:lnTo>
                  <a:pt x="103" y="1366"/>
                </a:lnTo>
                <a:lnTo>
                  <a:pt x="0" y="1366"/>
                </a:lnTo>
                <a:moveTo>
                  <a:pt x="0" y="1135"/>
                </a:moveTo>
                <a:lnTo>
                  <a:pt x="0" y="996"/>
                </a:lnTo>
                <a:lnTo>
                  <a:pt x="103" y="996"/>
                </a:lnTo>
                <a:lnTo>
                  <a:pt x="103" y="1135"/>
                </a:lnTo>
                <a:lnTo>
                  <a:pt x="0" y="1135"/>
                </a:lnTo>
                <a:moveTo>
                  <a:pt x="0" y="903"/>
                </a:moveTo>
                <a:lnTo>
                  <a:pt x="0" y="764"/>
                </a:lnTo>
                <a:lnTo>
                  <a:pt x="103" y="764"/>
                </a:lnTo>
                <a:lnTo>
                  <a:pt x="103" y="903"/>
                </a:lnTo>
                <a:lnTo>
                  <a:pt x="0" y="903"/>
                </a:lnTo>
                <a:moveTo>
                  <a:pt x="0" y="672"/>
                </a:moveTo>
                <a:lnTo>
                  <a:pt x="0" y="532"/>
                </a:lnTo>
                <a:lnTo>
                  <a:pt x="103" y="532"/>
                </a:lnTo>
                <a:lnTo>
                  <a:pt x="103" y="672"/>
                </a:lnTo>
                <a:lnTo>
                  <a:pt x="0" y="672"/>
                </a:lnTo>
                <a:moveTo>
                  <a:pt x="0" y="440"/>
                </a:moveTo>
                <a:lnTo>
                  <a:pt x="0" y="301"/>
                </a:lnTo>
                <a:lnTo>
                  <a:pt x="103" y="301"/>
                </a:lnTo>
                <a:lnTo>
                  <a:pt x="103" y="440"/>
                </a:lnTo>
                <a:lnTo>
                  <a:pt x="0" y="440"/>
                </a:lnTo>
                <a:moveTo>
                  <a:pt x="1" y="207"/>
                </a:moveTo>
                <a:cubicBezTo>
                  <a:pt x="3" y="141"/>
                  <a:pt x="30" y="88"/>
                  <a:pt x="81" y="47"/>
                </a:cubicBezTo>
                <a:lnTo>
                  <a:pt x="145" y="127"/>
                </a:lnTo>
                <a:cubicBezTo>
                  <a:pt x="118" y="148"/>
                  <a:pt x="104" y="176"/>
                  <a:pt x="103" y="210"/>
                </a:cubicBezTo>
                <a:lnTo>
                  <a:pt x="1" y="207"/>
                </a:lnTo>
                <a:moveTo>
                  <a:pt x="194" y="1"/>
                </a:moveTo>
                <a:cubicBezTo>
                  <a:pt x="200" y="1"/>
                  <a:pt x="207" y="0"/>
                  <a:pt x="214" y="0"/>
                </a:cubicBezTo>
                <a:lnTo>
                  <a:pt x="353" y="0"/>
                </a:lnTo>
                <a:lnTo>
                  <a:pt x="353" y="103"/>
                </a:lnTo>
                <a:lnTo>
                  <a:pt x="214" y="103"/>
                </a:lnTo>
                <a:cubicBezTo>
                  <a:pt x="210" y="103"/>
                  <a:pt x="207" y="103"/>
                  <a:pt x="203" y="103"/>
                </a:cubicBezTo>
                <a:lnTo>
                  <a:pt x="194" y="1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자유형 1213">
            <a:extLst>
              <a:ext uri="{FF2B5EF4-FFF2-40B4-BE49-F238E27FC236}">
                <a16:creationId xmlns:a16="http://schemas.microsoft.com/office/drawing/2014/main" id="{3C3230A3-3041-4817-9B38-8965BBB4BD42}"/>
              </a:ext>
            </a:extLst>
          </p:cNvPr>
          <p:cNvSpPr/>
          <p:nvPr/>
        </p:nvSpPr>
        <p:spPr>
          <a:xfrm>
            <a:off x="2316212" y="6525385"/>
            <a:ext cx="8060040" cy="30960"/>
          </a:xfrm>
          <a:custGeom>
            <a:avLst/>
            <a:gdLst/>
            <a:ahLst/>
            <a:cxnLst/>
            <a:rect l="0" t="0" r="r" b="b"/>
            <a:pathLst>
              <a:path w="22389" h="86">
                <a:moveTo>
                  <a:pt x="67" y="40"/>
                </a:moveTo>
                <a:lnTo>
                  <a:pt x="146" y="40"/>
                </a:lnTo>
                <a:lnTo>
                  <a:pt x="146" y="86"/>
                </a:lnTo>
                <a:lnTo>
                  <a:pt x="67" y="86"/>
                </a:lnTo>
                <a:cubicBezTo>
                  <a:pt x="44" y="86"/>
                  <a:pt x="21" y="82"/>
                  <a:pt x="0" y="73"/>
                </a:cubicBezTo>
                <a:lnTo>
                  <a:pt x="16" y="31"/>
                </a:lnTo>
                <a:cubicBezTo>
                  <a:pt x="32" y="37"/>
                  <a:pt x="49" y="40"/>
                  <a:pt x="67" y="40"/>
                </a:cubicBezTo>
                <a:moveTo>
                  <a:pt x="378" y="40"/>
                </a:moveTo>
                <a:lnTo>
                  <a:pt x="378" y="86"/>
                </a:lnTo>
                <a:lnTo>
                  <a:pt x="239" y="86"/>
                </a:lnTo>
                <a:lnTo>
                  <a:pt x="239" y="40"/>
                </a:lnTo>
                <a:lnTo>
                  <a:pt x="378" y="40"/>
                </a:lnTo>
                <a:moveTo>
                  <a:pt x="610" y="40"/>
                </a:moveTo>
                <a:lnTo>
                  <a:pt x="610" y="86"/>
                </a:lnTo>
                <a:lnTo>
                  <a:pt x="470" y="86"/>
                </a:lnTo>
                <a:lnTo>
                  <a:pt x="470" y="40"/>
                </a:lnTo>
                <a:lnTo>
                  <a:pt x="610" y="40"/>
                </a:lnTo>
                <a:moveTo>
                  <a:pt x="841" y="40"/>
                </a:moveTo>
                <a:lnTo>
                  <a:pt x="841" y="86"/>
                </a:lnTo>
                <a:lnTo>
                  <a:pt x="702" y="86"/>
                </a:lnTo>
                <a:lnTo>
                  <a:pt x="702" y="40"/>
                </a:lnTo>
                <a:lnTo>
                  <a:pt x="841" y="40"/>
                </a:lnTo>
                <a:moveTo>
                  <a:pt x="1073" y="40"/>
                </a:moveTo>
                <a:lnTo>
                  <a:pt x="1073" y="86"/>
                </a:lnTo>
                <a:lnTo>
                  <a:pt x="934" y="86"/>
                </a:lnTo>
                <a:lnTo>
                  <a:pt x="934" y="40"/>
                </a:lnTo>
                <a:lnTo>
                  <a:pt x="1073" y="40"/>
                </a:lnTo>
                <a:moveTo>
                  <a:pt x="1304" y="40"/>
                </a:moveTo>
                <a:lnTo>
                  <a:pt x="1304" y="86"/>
                </a:lnTo>
                <a:lnTo>
                  <a:pt x="1165" y="86"/>
                </a:lnTo>
                <a:lnTo>
                  <a:pt x="1165" y="40"/>
                </a:lnTo>
                <a:lnTo>
                  <a:pt x="1304" y="40"/>
                </a:lnTo>
                <a:moveTo>
                  <a:pt x="1536" y="40"/>
                </a:moveTo>
                <a:lnTo>
                  <a:pt x="1536" y="86"/>
                </a:lnTo>
                <a:lnTo>
                  <a:pt x="1397" y="86"/>
                </a:lnTo>
                <a:lnTo>
                  <a:pt x="1397" y="40"/>
                </a:lnTo>
                <a:lnTo>
                  <a:pt x="1536" y="40"/>
                </a:lnTo>
                <a:moveTo>
                  <a:pt x="1768" y="40"/>
                </a:moveTo>
                <a:lnTo>
                  <a:pt x="1768" y="86"/>
                </a:lnTo>
                <a:lnTo>
                  <a:pt x="1628" y="86"/>
                </a:lnTo>
                <a:lnTo>
                  <a:pt x="1628" y="40"/>
                </a:lnTo>
                <a:lnTo>
                  <a:pt x="1768" y="40"/>
                </a:lnTo>
                <a:moveTo>
                  <a:pt x="1999" y="40"/>
                </a:moveTo>
                <a:lnTo>
                  <a:pt x="1999" y="86"/>
                </a:lnTo>
                <a:lnTo>
                  <a:pt x="1860" y="86"/>
                </a:lnTo>
                <a:lnTo>
                  <a:pt x="1860" y="40"/>
                </a:lnTo>
                <a:lnTo>
                  <a:pt x="1999" y="40"/>
                </a:lnTo>
                <a:moveTo>
                  <a:pt x="2231" y="40"/>
                </a:moveTo>
                <a:lnTo>
                  <a:pt x="2231" y="86"/>
                </a:lnTo>
                <a:lnTo>
                  <a:pt x="2092" y="86"/>
                </a:lnTo>
                <a:lnTo>
                  <a:pt x="2092" y="40"/>
                </a:lnTo>
                <a:lnTo>
                  <a:pt x="2231" y="40"/>
                </a:lnTo>
                <a:moveTo>
                  <a:pt x="2463" y="40"/>
                </a:moveTo>
                <a:lnTo>
                  <a:pt x="2463" y="86"/>
                </a:lnTo>
                <a:lnTo>
                  <a:pt x="2323" y="86"/>
                </a:lnTo>
                <a:lnTo>
                  <a:pt x="2323" y="40"/>
                </a:lnTo>
                <a:lnTo>
                  <a:pt x="2463" y="40"/>
                </a:lnTo>
                <a:moveTo>
                  <a:pt x="2694" y="40"/>
                </a:moveTo>
                <a:lnTo>
                  <a:pt x="2694" y="86"/>
                </a:lnTo>
                <a:lnTo>
                  <a:pt x="2555" y="86"/>
                </a:lnTo>
                <a:lnTo>
                  <a:pt x="2555" y="40"/>
                </a:lnTo>
                <a:lnTo>
                  <a:pt x="2694" y="40"/>
                </a:lnTo>
                <a:moveTo>
                  <a:pt x="2926" y="40"/>
                </a:moveTo>
                <a:lnTo>
                  <a:pt x="2926" y="86"/>
                </a:lnTo>
                <a:lnTo>
                  <a:pt x="2787" y="86"/>
                </a:lnTo>
                <a:lnTo>
                  <a:pt x="2787" y="40"/>
                </a:lnTo>
                <a:lnTo>
                  <a:pt x="2926" y="40"/>
                </a:lnTo>
                <a:moveTo>
                  <a:pt x="3157" y="40"/>
                </a:moveTo>
                <a:lnTo>
                  <a:pt x="3157" y="86"/>
                </a:lnTo>
                <a:lnTo>
                  <a:pt x="3018" y="86"/>
                </a:lnTo>
                <a:lnTo>
                  <a:pt x="3018" y="40"/>
                </a:lnTo>
                <a:lnTo>
                  <a:pt x="3157" y="40"/>
                </a:lnTo>
                <a:moveTo>
                  <a:pt x="3389" y="40"/>
                </a:moveTo>
                <a:lnTo>
                  <a:pt x="3389" y="86"/>
                </a:lnTo>
                <a:lnTo>
                  <a:pt x="3250" y="86"/>
                </a:lnTo>
                <a:lnTo>
                  <a:pt x="3250" y="40"/>
                </a:lnTo>
                <a:lnTo>
                  <a:pt x="3389" y="40"/>
                </a:lnTo>
                <a:moveTo>
                  <a:pt x="3621" y="40"/>
                </a:moveTo>
                <a:lnTo>
                  <a:pt x="3621" y="86"/>
                </a:lnTo>
                <a:lnTo>
                  <a:pt x="3481" y="86"/>
                </a:lnTo>
                <a:lnTo>
                  <a:pt x="3481" y="40"/>
                </a:lnTo>
                <a:lnTo>
                  <a:pt x="3621" y="40"/>
                </a:lnTo>
                <a:moveTo>
                  <a:pt x="3852" y="40"/>
                </a:moveTo>
                <a:lnTo>
                  <a:pt x="3852" y="86"/>
                </a:lnTo>
                <a:lnTo>
                  <a:pt x="3713" y="86"/>
                </a:lnTo>
                <a:lnTo>
                  <a:pt x="3713" y="40"/>
                </a:lnTo>
                <a:lnTo>
                  <a:pt x="3852" y="40"/>
                </a:lnTo>
                <a:moveTo>
                  <a:pt x="4084" y="40"/>
                </a:moveTo>
                <a:lnTo>
                  <a:pt x="4084" y="86"/>
                </a:lnTo>
                <a:lnTo>
                  <a:pt x="3945" y="86"/>
                </a:lnTo>
                <a:lnTo>
                  <a:pt x="3945" y="40"/>
                </a:lnTo>
                <a:lnTo>
                  <a:pt x="4084" y="40"/>
                </a:lnTo>
                <a:moveTo>
                  <a:pt x="4316" y="40"/>
                </a:moveTo>
                <a:lnTo>
                  <a:pt x="4316" y="86"/>
                </a:lnTo>
                <a:lnTo>
                  <a:pt x="4176" y="86"/>
                </a:lnTo>
                <a:lnTo>
                  <a:pt x="4176" y="40"/>
                </a:lnTo>
                <a:lnTo>
                  <a:pt x="4316" y="40"/>
                </a:lnTo>
                <a:moveTo>
                  <a:pt x="4547" y="40"/>
                </a:moveTo>
                <a:lnTo>
                  <a:pt x="4547" y="86"/>
                </a:lnTo>
                <a:lnTo>
                  <a:pt x="4408" y="86"/>
                </a:lnTo>
                <a:lnTo>
                  <a:pt x="4408" y="40"/>
                </a:lnTo>
                <a:lnTo>
                  <a:pt x="4547" y="40"/>
                </a:lnTo>
                <a:moveTo>
                  <a:pt x="4779" y="40"/>
                </a:moveTo>
                <a:lnTo>
                  <a:pt x="4779" y="86"/>
                </a:lnTo>
                <a:lnTo>
                  <a:pt x="4640" y="86"/>
                </a:lnTo>
                <a:lnTo>
                  <a:pt x="4640" y="40"/>
                </a:lnTo>
                <a:lnTo>
                  <a:pt x="4779" y="40"/>
                </a:lnTo>
                <a:moveTo>
                  <a:pt x="5011" y="40"/>
                </a:moveTo>
                <a:lnTo>
                  <a:pt x="5011" y="86"/>
                </a:lnTo>
                <a:lnTo>
                  <a:pt x="4871" y="86"/>
                </a:lnTo>
                <a:lnTo>
                  <a:pt x="4871" y="40"/>
                </a:lnTo>
                <a:lnTo>
                  <a:pt x="5011" y="40"/>
                </a:lnTo>
                <a:moveTo>
                  <a:pt x="5242" y="40"/>
                </a:moveTo>
                <a:lnTo>
                  <a:pt x="5242" y="86"/>
                </a:lnTo>
                <a:lnTo>
                  <a:pt x="5103" y="86"/>
                </a:lnTo>
                <a:lnTo>
                  <a:pt x="5103" y="40"/>
                </a:lnTo>
                <a:lnTo>
                  <a:pt x="5242" y="40"/>
                </a:lnTo>
                <a:moveTo>
                  <a:pt x="5474" y="40"/>
                </a:moveTo>
                <a:lnTo>
                  <a:pt x="5474" y="86"/>
                </a:lnTo>
                <a:lnTo>
                  <a:pt x="5334" y="86"/>
                </a:lnTo>
                <a:lnTo>
                  <a:pt x="5334" y="40"/>
                </a:lnTo>
                <a:lnTo>
                  <a:pt x="5474" y="40"/>
                </a:lnTo>
                <a:moveTo>
                  <a:pt x="5705" y="40"/>
                </a:moveTo>
                <a:lnTo>
                  <a:pt x="5705" y="86"/>
                </a:lnTo>
                <a:lnTo>
                  <a:pt x="5566" y="86"/>
                </a:lnTo>
                <a:lnTo>
                  <a:pt x="5566" y="40"/>
                </a:lnTo>
                <a:lnTo>
                  <a:pt x="5705" y="40"/>
                </a:lnTo>
                <a:moveTo>
                  <a:pt x="5937" y="40"/>
                </a:moveTo>
                <a:lnTo>
                  <a:pt x="5937" y="86"/>
                </a:lnTo>
                <a:lnTo>
                  <a:pt x="5798" y="86"/>
                </a:lnTo>
                <a:lnTo>
                  <a:pt x="5798" y="40"/>
                </a:lnTo>
                <a:lnTo>
                  <a:pt x="5937" y="40"/>
                </a:lnTo>
                <a:moveTo>
                  <a:pt x="6169" y="40"/>
                </a:moveTo>
                <a:lnTo>
                  <a:pt x="6169" y="86"/>
                </a:lnTo>
                <a:lnTo>
                  <a:pt x="6029" y="86"/>
                </a:lnTo>
                <a:lnTo>
                  <a:pt x="6029" y="40"/>
                </a:lnTo>
                <a:lnTo>
                  <a:pt x="6169" y="40"/>
                </a:lnTo>
                <a:moveTo>
                  <a:pt x="6400" y="40"/>
                </a:moveTo>
                <a:lnTo>
                  <a:pt x="6400" y="86"/>
                </a:lnTo>
                <a:lnTo>
                  <a:pt x="6261" y="86"/>
                </a:lnTo>
                <a:lnTo>
                  <a:pt x="6261" y="40"/>
                </a:lnTo>
                <a:lnTo>
                  <a:pt x="6400" y="40"/>
                </a:lnTo>
                <a:moveTo>
                  <a:pt x="6632" y="40"/>
                </a:moveTo>
                <a:lnTo>
                  <a:pt x="6632" y="86"/>
                </a:lnTo>
                <a:lnTo>
                  <a:pt x="6493" y="86"/>
                </a:lnTo>
                <a:lnTo>
                  <a:pt x="6493" y="40"/>
                </a:lnTo>
                <a:lnTo>
                  <a:pt x="6632" y="40"/>
                </a:lnTo>
                <a:moveTo>
                  <a:pt x="6864" y="40"/>
                </a:moveTo>
                <a:lnTo>
                  <a:pt x="6864" y="86"/>
                </a:lnTo>
                <a:lnTo>
                  <a:pt x="6724" y="86"/>
                </a:lnTo>
                <a:lnTo>
                  <a:pt x="6724" y="40"/>
                </a:lnTo>
                <a:lnTo>
                  <a:pt x="6864" y="40"/>
                </a:lnTo>
                <a:moveTo>
                  <a:pt x="7095" y="40"/>
                </a:moveTo>
                <a:lnTo>
                  <a:pt x="7095" y="86"/>
                </a:lnTo>
                <a:lnTo>
                  <a:pt x="6956" y="86"/>
                </a:lnTo>
                <a:lnTo>
                  <a:pt x="6956" y="40"/>
                </a:lnTo>
                <a:lnTo>
                  <a:pt x="7095" y="40"/>
                </a:lnTo>
                <a:moveTo>
                  <a:pt x="7327" y="40"/>
                </a:moveTo>
                <a:lnTo>
                  <a:pt x="7327" y="86"/>
                </a:lnTo>
                <a:lnTo>
                  <a:pt x="7188" y="86"/>
                </a:lnTo>
                <a:lnTo>
                  <a:pt x="7188" y="40"/>
                </a:lnTo>
                <a:lnTo>
                  <a:pt x="7327" y="40"/>
                </a:lnTo>
                <a:moveTo>
                  <a:pt x="7559" y="40"/>
                </a:moveTo>
                <a:lnTo>
                  <a:pt x="7559" y="86"/>
                </a:lnTo>
                <a:lnTo>
                  <a:pt x="7419" y="86"/>
                </a:lnTo>
                <a:lnTo>
                  <a:pt x="7419" y="40"/>
                </a:lnTo>
                <a:lnTo>
                  <a:pt x="7559" y="40"/>
                </a:lnTo>
                <a:moveTo>
                  <a:pt x="7791" y="40"/>
                </a:moveTo>
                <a:lnTo>
                  <a:pt x="7791" y="86"/>
                </a:lnTo>
                <a:lnTo>
                  <a:pt x="7652" y="86"/>
                </a:lnTo>
                <a:lnTo>
                  <a:pt x="7652" y="40"/>
                </a:lnTo>
                <a:lnTo>
                  <a:pt x="7791" y="40"/>
                </a:lnTo>
                <a:moveTo>
                  <a:pt x="8023" y="40"/>
                </a:moveTo>
                <a:lnTo>
                  <a:pt x="8023" y="86"/>
                </a:lnTo>
                <a:lnTo>
                  <a:pt x="7883" y="86"/>
                </a:lnTo>
                <a:lnTo>
                  <a:pt x="7883" y="40"/>
                </a:lnTo>
                <a:lnTo>
                  <a:pt x="8023" y="40"/>
                </a:lnTo>
                <a:moveTo>
                  <a:pt x="8254" y="40"/>
                </a:moveTo>
                <a:lnTo>
                  <a:pt x="8254" y="86"/>
                </a:lnTo>
                <a:lnTo>
                  <a:pt x="8115" y="86"/>
                </a:lnTo>
                <a:lnTo>
                  <a:pt x="8115" y="40"/>
                </a:lnTo>
                <a:lnTo>
                  <a:pt x="8254" y="40"/>
                </a:lnTo>
                <a:moveTo>
                  <a:pt x="8486" y="40"/>
                </a:moveTo>
                <a:lnTo>
                  <a:pt x="8486" y="86"/>
                </a:lnTo>
                <a:lnTo>
                  <a:pt x="8347" y="86"/>
                </a:lnTo>
                <a:lnTo>
                  <a:pt x="8347" y="40"/>
                </a:lnTo>
                <a:lnTo>
                  <a:pt x="8486" y="40"/>
                </a:lnTo>
                <a:moveTo>
                  <a:pt x="8718" y="40"/>
                </a:moveTo>
                <a:lnTo>
                  <a:pt x="8718" y="86"/>
                </a:lnTo>
                <a:lnTo>
                  <a:pt x="8578" y="86"/>
                </a:lnTo>
                <a:lnTo>
                  <a:pt x="8578" y="40"/>
                </a:lnTo>
                <a:lnTo>
                  <a:pt x="8718" y="40"/>
                </a:lnTo>
                <a:moveTo>
                  <a:pt x="8949" y="40"/>
                </a:moveTo>
                <a:lnTo>
                  <a:pt x="8949" y="86"/>
                </a:lnTo>
                <a:lnTo>
                  <a:pt x="8810" y="86"/>
                </a:lnTo>
                <a:lnTo>
                  <a:pt x="8810" y="40"/>
                </a:lnTo>
                <a:lnTo>
                  <a:pt x="8949" y="40"/>
                </a:lnTo>
                <a:moveTo>
                  <a:pt x="9181" y="40"/>
                </a:moveTo>
                <a:lnTo>
                  <a:pt x="9181" y="86"/>
                </a:lnTo>
                <a:lnTo>
                  <a:pt x="9042" y="86"/>
                </a:lnTo>
                <a:lnTo>
                  <a:pt x="9042" y="40"/>
                </a:lnTo>
                <a:lnTo>
                  <a:pt x="9181" y="40"/>
                </a:lnTo>
                <a:moveTo>
                  <a:pt x="9412" y="40"/>
                </a:moveTo>
                <a:lnTo>
                  <a:pt x="9412" y="86"/>
                </a:lnTo>
                <a:lnTo>
                  <a:pt x="9273" y="86"/>
                </a:lnTo>
                <a:lnTo>
                  <a:pt x="9273" y="40"/>
                </a:lnTo>
                <a:lnTo>
                  <a:pt x="9412" y="40"/>
                </a:lnTo>
                <a:moveTo>
                  <a:pt x="9644" y="40"/>
                </a:moveTo>
                <a:lnTo>
                  <a:pt x="9644" y="86"/>
                </a:lnTo>
                <a:lnTo>
                  <a:pt x="9505" y="86"/>
                </a:lnTo>
                <a:lnTo>
                  <a:pt x="9505" y="40"/>
                </a:lnTo>
                <a:lnTo>
                  <a:pt x="9644" y="40"/>
                </a:lnTo>
                <a:moveTo>
                  <a:pt x="9876" y="40"/>
                </a:moveTo>
                <a:lnTo>
                  <a:pt x="9876" y="86"/>
                </a:lnTo>
                <a:lnTo>
                  <a:pt x="9736" y="86"/>
                </a:lnTo>
                <a:lnTo>
                  <a:pt x="9736" y="40"/>
                </a:lnTo>
                <a:lnTo>
                  <a:pt x="9876" y="40"/>
                </a:lnTo>
                <a:moveTo>
                  <a:pt x="10107" y="40"/>
                </a:moveTo>
                <a:lnTo>
                  <a:pt x="10107" y="86"/>
                </a:lnTo>
                <a:lnTo>
                  <a:pt x="9968" y="86"/>
                </a:lnTo>
                <a:lnTo>
                  <a:pt x="9968" y="40"/>
                </a:lnTo>
                <a:lnTo>
                  <a:pt x="10107" y="40"/>
                </a:lnTo>
                <a:moveTo>
                  <a:pt x="10339" y="40"/>
                </a:moveTo>
                <a:lnTo>
                  <a:pt x="10339" y="86"/>
                </a:lnTo>
                <a:lnTo>
                  <a:pt x="10200" y="86"/>
                </a:lnTo>
                <a:lnTo>
                  <a:pt x="10200" y="40"/>
                </a:lnTo>
                <a:lnTo>
                  <a:pt x="10339" y="40"/>
                </a:lnTo>
                <a:moveTo>
                  <a:pt x="10571" y="40"/>
                </a:moveTo>
                <a:lnTo>
                  <a:pt x="10571" y="86"/>
                </a:lnTo>
                <a:lnTo>
                  <a:pt x="10431" y="86"/>
                </a:lnTo>
                <a:lnTo>
                  <a:pt x="10431" y="40"/>
                </a:lnTo>
                <a:lnTo>
                  <a:pt x="10571" y="40"/>
                </a:lnTo>
                <a:moveTo>
                  <a:pt x="10802" y="40"/>
                </a:moveTo>
                <a:lnTo>
                  <a:pt x="10802" y="86"/>
                </a:lnTo>
                <a:lnTo>
                  <a:pt x="10663" y="86"/>
                </a:lnTo>
                <a:lnTo>
                  <a:pt x="10663" y="40"/>
                </a:lnTo>
                <a:lnTo>
                  <a:pt x="10802" y="40"/>
                </a:lnTo>
                <a:moveTo>
                  <a:pt x="11034" y="40"/>
                </a:moveTo>
                <a:lnTo>
                  <a:pt x="11034" y="86"/>
                </a:lnTo>
                <a:lnTo>
                  <a:pt x="10895" y="86"/>
                </a:lnTo>
                <a:lnTo>
                  <a:pt x="10895" y="40"/>
                </a:lnTo>
                <a:lnTo>
                  <a:pt x="11034" y="40"/>
                </a:lnTo>
                <a:moveTo>
                  <a:pt x="11265" y="40"/>
                </a:moveTo>
                <a:lnTo>
                  <a:pt x="11265" y="86"/>
                </a:lnTo>
                <a:lnTo>
                  <a:pt x="11126" y="86"/>
                </a:lnTo>
                <a:lnTo>
                  <a:pt x="11126" y="40"/>
                </a:lnTo>
                <a:lnTo>
                  <a:pt x="11265" y="40"/>
                </a:lnTo>
                <a:moveTo>
                  <a:pt x="11497" y="40"/>
                </a:moveTo>
                <a:lnTo>
                  <a:pt x="11497" y="86"/>
                </a:lnTo>
                <a:lnTo>
                  <a:pt x="11358" y="86"/>
                </a:lnTo>
                <a:lnTo>
                  <a:pt x="11358" y="40"/>
                </a:lnTo>
                <a:lnTo>
                  <a:pt x="11497" y="40"/>
                </a:lnTo>
                <a:moveTo>
                  <a:pt x="11729" y="40"/>
                </a:moveTo>
                <a:lnTo>
                  <a:pt x="11729" y="86"/>
                </a:lnTo>
                <a:lnTo>
                  <a:pt x="11589" y="86"/>
                </a:lnTo>
                <a:lnTo>
                  <a:pt x="11589" y="40"/>
                </a:lnTo>
                <a:lnTo>
                  <a:pt x="11729" y="40"/>
                </a:lnTo>
                <a:moveTo>
                  <a:pt x="11960" y="40"/>
                </a:moveTo>
                <a:lnTo>
                  <a:pt x="11960" y="86"/>
                </a:lnTo>
                <a:lnTo>
                  <a:pt x="11821" y="86"/>
                </a:lnTo>
                <a:lnTo>
                  <a:pt x="11821" y="40"/>
                </a:lnTo>
                <a:lnTo>
                  <a:pt x="11960" y="40"/>
                </a:lnTo>
                <a:moveTo>
                  <a:pt x="12192" y="40"/>
                </a:moveTo>
                <a:lnTo>
                  <a:pt x="12192" y="86"/>
                </a:lnTo>
                <a:lnTo>
                  <a:pt x="12053" y="86"/>
                </a:lnTo>
                <a:lnTo>
                  <a:pt x="12053" y="40"/>
                </a:lnTo>
                <a:lnTo>
                  <a:pt x="12192" y="40"/>
                </a:lnTo>
                <a:moveTo>
                  <a:pt x="12424" y="40"/>
                </a:moveTo>
                <a:lnTo>
                  <a:pt x="12424" y="86"/>
                </a:lnTo>
                <a:lnTo>
                  <a:pt x="12284" y="86"/>
                </a:lnTo>
                <a:lnTo>
                  <a:pt x="12284" y="40"/>
                </a:lnTo>
                <a:lnTo>
                  <a:pt x="12424" y="40"/>
                </a:lnTo>
                <a:moveTo>
                  <a:pt x="12655" y="40"/>
                </a:moveTo>
                <a:lnTo>
                  <a:pt x="12655" y="86"/>
                </a:lnTo>
                <a:lnTo>
                  <a:pt x="12516" y="86"/>
                </a:lnTo>
                <a:lnTo>
                  <a:pt x="12516" y="40"/>
                </a:lnTo>
                <a:lnTo>
                  <a:pt x="12655" y="40"/>
                </a:lnTo>
                <a:moveTo>
                  <a:pt x="12887" y="40"/>
                </a:moveTo>
                <a:lnTo>
                  <a:pt x="12887" y="86"/>
                </a:lnTo>
                <a:lnTo>
                  <a:pt x="12748" y="86"/>
                </a:lnTo>
                <a:lnTo>
                  <a:pt x="12748" y="40"/>
                </a:lnTo>
                <a:lnTo>
                  <a:pt x="12887" y="40"/>
                </a:lnTo>
                <a:moveTo>
                  <a:pt x="13119" y="40"/>
                </a:moveTo>
                <a:lnTo>
                  <a:pt x="13119" y="86"/>
                </a:lnTo>
                <a:lnTo>
                  <a:pt x="12979" y="86"/>
                </a:lnTo>
                <a:lnTo>
                  <a:pt x="12979" y="40"/>
                </a:lnTo>
                <a:lnTo>
                  <a:pt x="13119" y="40"/>
                </a:lnTo>
                <a:moveTo>
                  <a:pt x="13350" y="40"/>
                </a:moveTo>
                <a:lnTo>
                  <a:pt x="13350" y="86"/>
                </a:lnTo>
                <a:lnTo>
                  <a:pt x="13211" y="86"/>
                </a:lnTo>
                <a:lnTo>
                  <a:pt x="13211" y="40"/>
                </a:lnTo>
                <a:lnTo>
                  <a:pt x="13350" y="40"/>
                </a:lnTo>
                <a:moveTo>
                  <a:pt x="13582" y="40"/>
                </a:moveTo>
                <a:lnTo>
                  <a:pt x="13582" y="86"/>
                </a:lnTo>
                <a:lnTo>
                  <a:pt x="13442" y="86"/>
                </a:lnTo>
                <a:lnTo>
                  <a:pt x="13442" y="40"/>
                </a:lnTo>
                <a:lnTo>
                  <a:pt x="13582" y="40"/>
                </a:lnTo>
                <a:moveTo>
                  <a:pt x="13813" y="40"/>
                </a:moveTo>
                <a:lnTo>
                  <a:pt x="13813" y="86"/>
                </a:lnTo>
                <a:lnTo>
                  <a:pt x="13674" y="86"/>
                </a:lnTo>
                <a:lnTo>
                  <a:pt x="13674" y="40"/>
                </a:lnTo>
                <a:lnTo>
                  <a:pt x="13813" y="40"/>
                </a:lnTo>
                <a:moveTo>
                  <a:pt x="14045" y="40"/>
                </a:moveTo>
                <a:lnTo>
                  <a:pt x="14045" y="86"/>
                </a:lnTo>
                <a:lnTo>
                  <a:pt x="13906" y="86"/>
                </a:lnTo>
                <a:lnTo>
                  <a:pt x="13906" y="40"/>
                </a:lnTo>
                <a:lnTo>
                  <a:pt x="14045" y="40"/>
                </a:lnTo>
                <a:moveTo>
                  <a:pt x="14277" y="40"/>
                </a:moveTo>
                <a:lnTo>
                  <a:pt x="14277" y="86"/>
                </a:lnTo>
                <a:lnTo>
                  <a:pt x="14137" y="86"/>
                </a:lnTo>
                <a:lnTo>
                  <a:pt x="14137" y="40"/>
                </a:lnTo>
                <a:lnTo>
                  <a:pt x="14277" y="40"/>
                </a:lnTo>
                <a:moveTo>
                  <a:pt x="14508" y="40"/>
                </a:moveTo>
                <a:lnTo>
                  <a:pt x="14508" y="86"/>
                </a:lnTo>
                <a:lnTo>
                  <a:pt x="14369" y="86"/>
                </a:lnTo>
                <a:lnTo>
                  <a:pt x="14369" y="40"/>
                </a:lnTo>
                <a:lnTo>
                  <a:pt x="14508" y="40"/>
                </a:lnTo>
                <a:moveTo>
                  <a:pt x="14740" y="40"/>
                </a:moveTo>
                <a:lnTo>
                  <a:pt x="14740" y="86"/>
                </a:lnTo>
                <a:lnTo>
                  <a:pt x="14601" y="86"/>
                </a:lnTo>
                <a:lnTo>
                  <a:pt x="14601" y="40"/>
                </a:lnTo>
                <a:lnTo>
                  <a:pt x="14740" y="40"/>
                </a:lnTo>
                <a:moveTo>
                  <a:pt x="14972" y="40"/>
                </a:moveTo>
                <a:lnTo>
                  <a:pt x="14972" y="86"/>
                </a:lnTo>
                <a:lnTo>
                  <a:pt x="14832" y="86"/>
                </a:lnTo>
                <a:lnTo>
                  <a:pt x="14832" y="40"/>
                </a:lnTo>
                <a:lnTo>
                  <a:pt x="14972" y="40"/>
                </a:lnTo>
                <a:moveTo>
                  <a:pt x="15203" y="40"/>
                </a:moveTo>
                <a:lnTo>
                  <a:pt x="15203" y="86"/>
                </a:lnTo>
                <a:lnTo>
                  <a:pt x="15064" y="86"/>
                </a:lnTo>
                <a:lnTo>
                  <a:pt x="15064" y="40"/>
                </a:lnTo>
                <a:lnTo>
                  <a:pt x="15203" y="40"/>
                </a:lnTo>
                <a:moveTo>
                  <a:pt x="15435" y="40"/>
                </a:moveTo>
                <a:lnTo>
                  <a:pt x="15435" y="86"/>
                </a:lnTo>
                <a:lnTo>
                  <a:pt x="15296" y="86"/>
                </a:lnTo>
                <a:lnTo>
                  <a:pt x="15296" y="40"/>
                </a:lnTo>
                <a:lnTo>
                  <a:pt x="15435" y="40"/>
                </a:lnTo>
                <a:moveTo>
                  <a:pt x="15666" y="40"/>
                </a:moveTo>
                <a:lnTo>
                  <a:pt x="15666" y="86"/>
                </a:lnTo>
                <a:lnTo>
                  <a:pt x="15527" y="86"/>
                </a:lnTo>
                <a:lnTo>
                  <a:pt x="15527" y="40"/>
                </a:lnTo>
                <a:lnTo>
                  <a:pt x="15666" y="40"/>
                </a:lnTo>
                <a:moveTo>
                  <a:pt x="15898" y="40"/>
                </a:moveTo>
                <a:lnTo>
                  <a:pt x="15898" y="86"/>
                </a:lnTo>
                <a:lnTo>
                  <a:pt x="15759" y="86"/>
                </a:lnTo>
                <a:lnTo>
                  <a:pt x="15759" y="40"/>
                </a:lnTo>
                <a:lnTo>
                  <a:pt x="15898" y="40"/>
                </a:lnTo>
                <a:moveTo>
                  <a:pt x="16130" y="40"/>
                </a:moveTo>
                <a:lnTo>
                  <a:pt x="16130" y="86"/>
                </a:lnTo>
                <a:lnTo>
                  <a:pt x="15990" y="86"/>
                </a:lnTo>
                <a:lnTo>
                  <a:pt x="15990" y="40"/>
                </a:lnTo>
                <a:lnTo>
                  <a:pt x="16130" y="40"/>
                </a:lnTo>
                <a:moveTo>
                  <a:pt x="16361" y="40"/>
                </a:moveTo>
                <a:lnTo>
                  <a:pt x="16361" y="86"/>
                </a:lnTo>
                <a:lnTo>
                  <a:pt x="16222" y="86"/>
                </a:lnTo>
                <a:lnTo>
                  <a:pt x="16222" y="40"/>
                </a:lnTo>
                <a:lnTo>
                  <a:pt x="16361" y="40"/>
                </a:lnTo>
                <a:moveTo>
                  <a:pt x="16593" y="40"/>
                </a:moveTo>
                <a:lnTo>
                  <a:pt x="16593" y="86"/>
                </a:lnTo>
                <a:lnTo>
                  <a:pt x="16454" y="86"/>
                </a:lnTo>
                <a:lnTo>
                  <a:pt x="16454" y="40"/>
                </a:lnTo>
                <a:lnTo>
                  <a:pt x="16593" y="40"/>
                </a:lnTo>
                <a:moveTo>
                  <a:pt x="16825" y="40"/>
                </a:moveTo>
                <a:lnTo>
                  <a:pt x="16825" y="86"/>
                </a:lnTo>
                <a:lnTo>
                  <a:pt x="16685" y="86"/>
                </a:lnTo>
                <a:lnTo>
                  <a:pt x="16685" y="40"/>
                </a:lnTo>
                <a:lnTo>
                  <a:pt x="16825" y="40"/>
                </a:lnTo>
                <a:moveTo>
                  <a:pt x="17056" y="40"/>
                </a:moveTo>
                <a:lnTo>
                  <a:pt x="17056" y="86"/>
                </a:lnTo>
                <a:lnTo>
                  <a:pt x="16917" y="86"/>
                </a:lnTo>
                <a:lnTo>
                  <a:pt x="16917" y="40"/>
                </a:lnTo>
                <a:lnTo>
                  <a:pt x="17056" y="40"/>
                </a:lnTo>
                <a:moveTo>
                  <a:pt x="17288" y="40"/>
                </a:moveTo>
                <a:lnTo>
                  <a:pt x="17288" y="86"/>
                </a:lnTo>
                <a:lnTo>
                  <a:pt x="17149" y="86"/>
                </a:lnTo>
                <a:lnTo>
                  <a:pt x="17149" y="40"/>
                </a:lnTo>
                <a:lnTo>
                  <a:pt x="17288" y="40"/>
                </a:lnTo>
                <a:moveTo>
                  <a:pt x="17519" y="40"/>
                </a:moveTo>
                <a:lnTo>
                  <a:pt x="17519" y="86"/>
                </a:lnTo>
                <a:lnTo>
                  <a:pt x="17380" y="86"/>
                </a:lnTo>
                <a:lnTo>
                  <a:pt x="17380" y="40"/>
                </a:lnTo>
                <a:lnTo>
                  <a:pt x="17519" y="40"/>
                </a:lnTo>
                <a:moveTo>
                  <a:pt x="17751" y="40"/>
                </a:moveTo>
                <a:lnTo>
                  <a:pt x="17751" y="86"/>
                </a:lnTo>
                <a:lnTo>
                  <a:pt x="17612" y="86"/>
                </a:lnTo>
                <a:lnTo>
                  <a:pt x="17612" y="40"/>
                </a:lnTo>
                <a:lnTo>
                  <a:pt x="17751" y="40"/>
                </a:lnTo>
                <a:moveTo>
                  <a:pt x="17983" y="40"/>
                </a:moveTo>
                <a:lnTo>
                  <a:pt x="17983" y="86"/>
                </a:lnTo>
                <a:lnTo>
                  <a:pt x="17843" y="86"/>
                </a:lnTo>
                <a:lnTo>
                  <a:pt x="17843" y="40"/>
                </a:lnTo>
                <a:lnTo>
                  <a:pt x="17983" y="40"/>
                </a:lnTo>
                <a:moveTo>
                  <a:pt x="18214" y="40"/>
                </a:moveTo>
                <a:lnTo>
                  <a:pt x="18214" y="86"/>
                </a:lnTo>
                <a:lnTo>
                  <a:pt x="18075" y="86"/>
                </a:lnTo>
                <a:lnTo>
                  <a:pt x="18075" y="40"/>
                </a:lnTo>
                <a:lnTo>
                  <a:pt x="18214" y="40"/>
                </a:lnTo>
                <a:moveTo>
                  <a:pt x="18446" y="40"/>
                </a:moveTo>
                <a:lnTo>
                  <a:pt x="18446" y="86"/>
                </a:lnTo>
                <a:lnTo>
                  <a:pt x="18307" y="86"/>
                </a:lnTo>
                <a:lnTo>
                  <a:pt x="18307" y="40"/>
                </a:lnTo>
                <a:lnTo>
                  <a:pt x="18446" y="40"/>
                </a:lnTo>
                <a:moveTo>
                  <a:pt x="18678" y="40"/>
                </a:moveTo>
                <a:lnTo>
                  <a:pt x="18678" y="86"/>
                </a:lnTo>
                <a:lnTo>
                  <a:pt x="18538" y="86"/>
                </a:lnTo>
                <a:lnTo>
                  <a:pt x="18538" y="40"/>
                </a:lnTo>
                <a:lnTo>
                  <a:pt x="18678" y="40"/>
                </a:lnTo>
                <a:moveTo>
                  <a:pt x="18909" y="40"/>
                </a:moveTo>
                <a:lnTo>
                  <a:pt x="18909" y="86"/>
                </a:lnTo>
                <a:lnTo>
                  <a:pt x="18770" y="86"/>
                </a:lnTo>
                <a:lnTo>
                  <a:pt x="18770" y="40"/>
                </a:lnTo>
                <a:lnTo>
                  <a:pt x="18909" y="40"/>
                </a:lnTo>
                <a:moveTo>
                  <a:pt x="19141" y="40"/>
                </a:moveTo>
                <a:lnTo>
                  <a:pt x="19141" y="86"/>
                </a:lnTo>
                <a:lnTo>
                  <a:pt x="19002" y="86"/>
                </a:lnTo>
                <a:lnTo>
                  <a:pt x="19002" y="40"/>
                </a:lnTo>
                <a:lnTo>
                  <a:pt x="19141" y="40"/>
                </a:lnTo>
                <a:moveTo>
                  <a:pt x="19372" y="40"/>
                </a:moveTo>
                <a:lnTo>
                  <a:pt x="19372" y="86"/>
                </a:lnTo>
                <a:lnTo>
                  <a:pt x="19233" y="86"/>
                </a:lnTo>
                <a:lnTo>
                  <a:pt x="19233" y="40"/>
                </a:lnTo>
                <a:lnTo>
                  <a:pt x="19372" y="40"/>
                </a:lnTo>
                <a:moveTo>
                  <a:pt x="19604" y="40"/>
                </a:moveTo>
                <a:lnTo>
                  <a:pt x="19604" y="86"/>
                </a:lnTo>
                <a:lnTo>
                  <a:pt x="19465" y="86"/>
                </a:lnTo>
                <a:lnTo>
                  <a:pt x="19465" y="40"/>
                </a:lnTo>
                <a:lnTo>
                  <a:pt x="19604" y="40"/>
                </a:lnTo>
                <a:moveTo>
                  <a:pt x="19836" y="40"/>
                </a:moveTo>
                <a:lnTo>
                  <a:pt x="19836" y="86"/>
                </a:lnTo>
                <a:lnTo>
                  <a:pt x="19696" y="86"/>
                </a:lnTo>
                <a:lnTo>
                  <a:pt x="19696" y="40"/>
                </a:lnTo>
                <a:lnTo>
                  <a:pt x="19836" y="40"/>
                </a:lnTo>
                <a:moveTo>
                  <a:pt x="20067" y="40"/>
                </a:moveTo>
                <a:lnTo>
                  <a:pt x="20067" y="86"/>
                </a:lnTo>
                <a:lnTo>
                  <a:pt x="19928" y="86"/>
                </a:lnTo>
                <a:lnTo>
                  <a:pt x="19928" y="40"/>
                </a:lnTo>
                <a:lnTo>
                  <a:pt x="20067" y="40"/>
                </a:lnTo>
                <a:moveTo>
                  <a:pt x="20299" y="40"/>
                </a:moveTo>
                <a:lnTo>
                  <a:pt x="20299" y="86"/>
                </a:lnTo>
                <a:lnTo>
                  <a:pt x="20160" y="86"/>
                </a:lnTo>
                <a:lnTo>
                  <a:pt x="20160" y="40"/>
                </a:lnTo>
                <a:lnTo>
                  <a:pt x="20299" y="40"/>
                </a:lnTo>
                <a:moveTo>
                  <a:pt x="20531" y="40"/>
                </a:moveTo>
                <a:lnTo>
                  <a:pt x="20531" y="86"/>
                </a:lnTo>
                <a:lnTo>
                  <a:pt x="20391" y="86"/>
                </a:lnTo>
                <a:lnTo>
                  <a:pt x="20391" y="40"/>
                </a:lnTo>
                <a:lnTo>
                  <a:pt x="20531" y="40"/>
                </a:lnTo>
                <a:moveTo>
                  <a:pt x="20762" y="40"/>
                </a:moveTo>
                <a:lnTo>
                  <a:pt x="20762" y="86"/>
                </a:lnTo>
                <a:lnTo>
                  <a:pt x="20623" y="86"/>
                </a:lnTo>
                <a:lnTo>
                  <a:pt x="20623" y="40"/>
                </a:lnTo>
                <a:lnTo>
                  <a:pt x="20762" y="40"/>
                </a:lnTo>
                <a:moveTo>
                  <a:pt x="20994" y="40"/>
                </a:moveTo>
                <a:lnTo>
                  <a:pt x="20994" y="86"/>
                </a:lnTo>
                <a:lnTo>
                  <a:pt x="20855" y="86"/>
                </a:lnTo>
                <a:lnTo>
                  <a:pt x="20855" y="40"/>
                </a:lnTo>
                <a:lnTo>
                  <a:pt x="20994" y="40"/>
                </a:lnTo>
                <a:moveTo>
                  <a:pt x="21225" y="40"/>
                </a:moveTo>
                <a:lnTo>
                  <a:pt x="21225" y="86"/>
                </a:lnTo>
                <a:lnTo>
                  <a:pt x="21086" y="86"/>
                </a:lnTo>
                <a:lnTo>
                  <a:pt x="21086" y="40"/>
                </a:lnTo>
                <a:lnTo>
                  <a:pt x="21225" y="40"/>
                </a:lnTo>
                <a:moveTo>
                  <a:pt x="21457" y="40"/>
                </a:moveTo>
                <a:lnTo>
                  <a:pt x="21457" y="86"/>
                </a:lnTo>
                <a:lnTo>
                  <a:pt x="21318" y="86"/>
                </a:lnTo>
                <a:lnTo>
                  <a:pt x="21318" y="40"/>
                </a:lnTo>
                <a:lnTo>
                  <a:pt x="21457" y="40"/>
                </a:lnTo>
                <a:moveTo>
                  <a:pt x="21689" y="40"/>
                </a:moveTo>
                <a:lnTo>
                  <a:pt x="21689" y="86"/>
                </a:lnTo>
                <a:lnTo>
                  <a:pt x="21549" y="86"/>
                </a:lnTo>
                <a:lnTo>
                  <a:pt x="21549" y="40"/>
                </a:lnTo>
                <a:lnTo>
                  <a:pt x="21689" y="40"/>
                </a:lnTo>
                <a:moveTo>
                  <a:pt x="21920" y="40"/>
                </a:moveTo>
                <a:lnTo>
                  <a:pt x="21920" y="86"/>
                </a:lnTo>
                <a:lnTo>
                  <a:pt x="21781" y="86"/>
                </a:lnTo>
                <a:lnTo>
                  <a:pt x="21781" y="40"/>
                </a:lnTo>
                <a:lnTo>
                  <a:pt x="21920" y="40"/>
                </a:lnTo>
                <a:moveTo>
                  <a:pt x="22152" y="40"/>
                </a:moveTo>
                <a:lnTo>
                  <a:pt x="22152" y="86"/>
                </a:lnTo>
                <a:lnTo>
                  <a:pt x="22013" y="86"/>
                </a:lnTo>
                <a:lnTo>
                  <a:pt x="22013" y="40"/>
                </a:lnTo>
                <a:lnTo>
                  <a:pt x="22152" y="40"/>
                </a:lnTo>
                <a:moveTo>
                  <a:pt x="22260" y="40"/>
                </a:moveTo>
                <a:cubicBezTo>
                  <a:pt x="22297" y="40"/>
                  <a:pt x="22330" y="27"/>
                  <a:pt x="22356" y="0"/>
                </a:cubicBezTo>
                <a:lnTo>
                  <a:pt x="22389" y="34"/>
                </a:lnTo>
                <a:cubicBezTo>
                  <a:pt x="22372" y="50"/>
                  <a:pt x="22352" y="63"/>
                  <a:pt x="22331" y="72"/>
                </a:cubicBezTo>
                <a:cubicBezTo>
                  <a:pt x="22308" y="81"/>
                  <a:pt x="22284" y="86"/>
                  <a:pt x="22260" y="86"/>
                </a:cubicBezTo>
                <a:lnTo>
                  <a:pt x="22244" y="86"/>
                </a:lnTo>
                <a:lnTo>
                  <a:pt x="22244" y="40"/>
                </a:lnTo>
                <a:lnTo>
                  <a:pt x="22260" y="40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자유형 1214">
            <a:extLst>
              <a:ext uri="{FF2B5EF4-FFF2-40B4-BE49-F238E27FC236}">
                <a16:creationId xmlns:a16="http://schemas.microsoft.com/office/drawing/2014/main" id="{492DB858-8899-420E-BD92-697359830475}"/>
              </a:ext>
            </a:extLst>
          </p:cNvPr>
          <p:cNvSpPr/>
          <p:nvPr/>
        </p:nvSpPr>
        <p:spPr>
          <a:xfrm>
            <a:off x="2263292" y="4949665"/>
            <a:ext cx="8143200" cy="1616760"/>
          </a:xfrm>
          <a:custGeom>
            <a:avLst/>
            <a:gdLst/>
            <a:ahLst/>
            <a:cxnLst/>
            <a:rect l="0" t="0" r="r" b="b"/>
            <a:pathLst>
              <a:path w="22620" h="4491">
                <a:moveTo>
                  <a:pt x="446" y="0"/>
                </a:moveTo>
                <a:lnTo>
                  <a:pt x="585" y="0"/>
                </a:lnTo>
                <a:lnTo>
                  <a:pt x="585" y="103"/>
                </a:lnTo>
                <a:lnTo>
                  <a:pt x="446" y="103"/>
                </a:lnTo>
                <a:lnTo>
                  <a:pt x="446" y="0"/>
                </a:lnTo>
                <a:moveTo>
                  <a:pt x="677" y="0"/>
                </a:moveTo>
                <a:lnTo>
                  <a:pt x="817" y="0"/>
                </a:lnTo>
                <a:lnTo>
                  <a:pt x="817" y="103"/>
                </a:lnTo>
                <a:lnTo>
                  <a:pt x="677" y="103"/>
                </a:lnTo>
                <a:lnTo>
                  <a:pt x="677" y="0"/>
                </a:lnTo>
                <a:moveTo>
                  <a:pt x="909" y="0"/>
                </a:moveTo>
                <a:lnTo>
                  <a:pt x="1048" y="0"/>
                </a:lnTo>
                <a:lnTo>
                  <a:pt x="1048" y="103"/>
                </a:lnTo>
                <a:lnTo>
                  <a:pt x="909" y="103"/>
                </a:lnTo>
                <a:lnTo>
                  <a:pt x="909" y="0"/>
                </a:lnTo>
                <a:moveTo>
                  <a:pt x="1141" y="0"/>
                </a:moveTo>
                <a:lnTo>
                  <a:pt x="1280" y="0"/>
                </a:lnTo>
                <a:lnTo>
                  <a:pt x="1280" y="103"/>
                </a:lnTo>
                <a:lnTo>
                  <a:pt x="1141" y="103"/>
                </a:lnTo>
                <a:lnTo>
                  <a:pt x="1141" y="0"/>
                </a:lnTo>
                <a:moveTo>
                  <a:pt x="1372" y="0"/>
                </a:moveTo>
                <a:lnTo>
                  <a:pt x="1511" y="0"/>
                </a:lnTo>
                <a:lnTo>
                  <a:pt x="1511" y="103"/>
                </a:lnTo>
                <a:lnTo>
                  <a:pt x="1372" y="103"/>
                </a:lnTo>
                <a:lnTo>
                  <a:pt x="1372" y="0"/>
                </a:lnTo>
                <a:moveTo>
                  <a:pt x="1604" y="0"/>
                </a:moveTo>
                <a:lnTo>
                  <a:pt x="1743" y="0"/>
                </a:lnTo>
                <a:lnTo>
                  <a:pt x="1743" y="103"/>
                </a:lnTo>
                <a:lnTo>
                  <a:pt x="1604" y="103"/>
                </a:lnTo>
                <a:lnTo>
                  <a:pt x="1604" y="0"/>
                </a:lnTo>
                <a:moveTo>
                  <a:pt x="1835" y="0"/>
                </a:moveTo>
                <a:lnTo>
                  <a:pt x="1975" y="0"/>
                </a:lnTo>
                <a:lnTo>
                  <a:pt x="1975" y="103"/>
                </a:lnTo>
                <a:lnTo>
                  <a:pt x="1835" y="103"/>
                </a:lnTo>
                <a:lnTo>
                  <a:pt x="1835" y="0"/>
                </a:lnTo>
                <a:moveTo>
                  <a:pt x="2067" y="0"/>
                </a:moveTo>
                <a:lnTo>
                  <a:pt x="2206" y="0"/>
                </a:lnTo>
                <a:lnTo>
                  <a:pt x="2206" y="103"/>
                </a:lnTo>
                <a:lnTo>
                  <a:pt x="2067" y="103"/>
                </a:lnTo>
                <a:lnTo>
                  <a:pt x="2067" y="0"/>
                </a:lnTo>
                <a:moveTo>
                  <a:pt x="2299" y="0"/>
                </a:moveTo>
                <a:lnTo>
                  <a:pt x="2438" y="0"/>
                </a:lnTo>
                <a:lnTo>
                  <a:pt x="2438" y="103"/>
                </a:lnTo>
                <a:lnTo>
                  <a:pt x="2299" y="103"/>
                </a:lnTo>
                <a:lnTo>
                  <a:pt x="2299" y="0"/>
                </a:lnTo>
                <a:moveTo>
                  <a:pt x="2530" y="0"/>
                </a:moveTo>
                <a:lnTo>
                  <a:pt x="2670" y="0"/>
                </a:lnTo>
                <a:lnTo>
                  <a:pt x="2670" y="103"/>
                </a:lnTo>
                <a:lnTo>
                  <a:pt x="2530" y="103"/>
                </a:lnTo>
                <a:lnTo>
                  <a:pt x="2530" y="0"/>
                </a:lnTo>
                <a:moveTo>
                  <a:pt x="2762" y="0"/>
                </a:moveTo>
                <a:lnTo>
                  <a:pt x="2901" y="0"/>
                </a:lnTo>
                <a:lnTo>
                  <a:pt x="2901" y="103"/>
                </a:lnTo>
                <a:lnTo>
                  <a:pt x="2762" y="103"/>
                </a:lnTo>
                <a:lnTo>
                  <a:pt x="2762" y="0"/>
                </a:lnTo>
                <a:moveTo>
                  <a:pt x="2994" y="0"/>
                </a:moveTo>
                <a:lnTo>
                  <a:pt x="3133" y="0"/>
                </a:lnTo>
                <a:lnTo>
                  <a:pt x="3133" y="103"/>
                </a:lnTo>
                <a:lnTo>
                  <a:pt x="2994" y="103"/>
                </a:lnTo>
                <a:lnTo>
                  <a:pt x="2994" y="0"/>
                </a:lnTo>
                <a:moveTo>
                  <a:pt x="3225" y="0"/>
                </a:moveTo>
                <a:lnTo>
                  <a:pt x="3364" y="0"/>
                </a:lnTo>
                <a:lnTo>
                  <a:pt x="3364" y="103"/>
                </a:lnTo>
                <a:lnTo>
                  <a:pt x="3225" y="103"/>
                </a:lnTo>
                <a:lnTo>
                  <a:pt x="3225" y="0"/>
                </a:lnTo>
                <a:moveTo>
                  <a:pt x="3457" y="0"/>
                </a:moveTo>
                <a:lnTo>
                  <a:pt x="3596" y="0"/>
                </a:lnTo>
                <a:lnTo>
                  <a:pt x="3596" y="103"/>
                </a:lnTo>
                <a:lnTo>
                  <a:pt x="3457" y="103"/>
                </a:lnTo>
                <a:lnTo>
                  <a:pt x="3457" y="0"/>
                </a:lnTo>
                <a:moveTo>
                  <a:pt x="3688" y="0"/>
                </a:moveTo>
                <a:lnTo>
                  <a:pt x="3828" y="0"/>
                </a:lnTo>
                <a:lnTo>
                  <a:pt x="3828" y="103"/>
                </a:lnTo>
                <a:lnTo>
                  <a:pt x="3688" y="103"/>
                </a:lnTo>
                <a:lnTo>
                  <a:pt x="3688" y="0"/>
                </a:lnTo>
                <a:moveTo>
                  <a:pt x="3920" y="0"/>
                </a:moveTo>
                <a:lnTo>
                  <a:pt x="4059" y="0"/>
                </a:lnTo>
                <a:lnTo>
                  <a:pt x="4059" y="103"/>
                </a:lnTo>
                <a:lnTo>
                  <a:pt x="3920" y="103"/>
                </a:lnTo>
                <a:lnTo>
                  <a:pt x="3920" y="0"/>
                </a:lnTo>
                <a:moveTo>
                  <a:pt x="4152" y="0"/>
                </a:moveTo>
                <a:lnTo>
                  <a:pt x="4291" y="0"/>
                </a:lnTo>
                <a:lnTo>
                  <a:pt x="4291" y="103"/>
                </a:lnTo>
                <a:lnTo>
                  <a:pt x="4152" y="103"/>
                </a:lnTo>
                <a:lnTo>
                  <a:pt x="4152" y="0"/>
                </a:lnTo>
                <a:moveTo>
                  <a:pt x="4383" y="0"/>
                </a:moveTo>
                <a:lnTo>
                  <a:pt x="4523" y="0"/>
                </a:lnTo>
                <a:lnTo>
                  <a:pt x="4523" y="103"/>
                </a:lnTo>
                <a:lnTo>
                  <a:pt x="4383" y="103"/>
                </a:lnTo>
                <a:lnTo>
                  <a:pt x="4383" y="0"/>
                </a:lnTo>
                <a:moveTo>
                  <a:pt x="4615" y="0"/>
                </a:moveTo>
                <a:lnTo>
                  <a:pt x="4754" y="0"/>
                </a:lnTo>
                <a:lnTo>
                  <a:pt x="4754" y="103"/>
                </a:lnTo>
                <a:lnTo>
                  <a:pt x="4615" y="103"/>
                </a:lnTo>
                <a:lnTo>
                  <a:pt x="4615" y="0"/>
                </a:lnTo>
                <a:moveTo>
                  <a:pt x="4847" y="0"/>
                </a:moveTo>
                <a:lnTo>
                  <a:pt x="4986" y="0"/>
                </a:lnTo>
                <a:lnTo>
                  <a:pt x="4986" y="103"/>
                </a:lnTo>
                <a:lnTo>
                  <a:pt x="4847" y="103"/>
                </a:lnTo>
                <a:lnTo>
                  <a:pt x="4847" y="0"/>
                </a:lnTo>
                <a:moveTo>
                  <a:pt x="5078" y="0"/>
                </a:moveTo>
                <a:lnTo>
                  <a:pt x="5217" y="0"/>
                </a:lnTo>
                <a:lnTo>
                  <a:pt x="5217" y="103"/>
                </a:lnTo>
                <a:lnTo>
                  <a:pt x="5078" y="103"/>
                </a:lnTo>
                <a:lnTo>
                  <a:pt x="5078" y="0"/>
                </a:lnTo>
                <a:moveTo>
                  <a:pt x="5310" y="0"/>
                </a:moveTo>
                <a:lnTo>
                  <a:pt x="5449" y="0"/>
                </a:lnTo>
                <a:lnTo>
                  <a:pt x="5449" y="103"/>
                </a:lnTo>
                <a:lnTo>
                  <a:pt x="5310" y="103"/>
                </a:lnTo>
                <a:lnTo>
                  <a:pt x="5310" y="0"/>
                </a:lnTo>
                <a:moveTo>
                  <a:pt x="5541" y="0"/>
                </a:moveTo>
                <a:lnTo>
                  <a:pt x="5681" y="0"/>
                </a:lnTo>
                <a:lnTo>
                  <a:pt x="5681" y="103"/>
                </a:lnTo>
                <a:lnTo>
                  <a:pt x="5541" y="103"/>
                </a:lnTo>
                <a:lnTo>
                  <a:pt x="5541" y="0"/>
                </a:lnTo>
                <a:moveTo>
                  <a:pt x="5773" y="0"/>
                </a:moveTo>
                <a:lnTo>
                  <a:pt x="5912" y="0"/>
                </a:lnTo>
                <a:lnTo>
                  <a:pt x="5912" y="103"/>
                </a:lnTo>
                <a:lnTo>
                  <a:pt x="5773" y="103"/>
                </a:lnTo>
                <a:lnTo>
                  <a:pt x="5773" y="0"/>
                </a:lnTo>
                <a:moveTo>
                  <a:pt x="6005" y="0"/>
                </a:moveTo>
                <a:lnTo>
                  <a:pt x="6144" y="0"/>
                </a:lnTo>
                <a:lnTo>
                  <a:pt x="6144" y="103"/>
                </a:lnTo>
                <a:lnTo>
                  <a:pt x="6005" y="103"/>
                </a:lnTo>
                <a:lnTo>
                  <a:pt x="6005" y="0"/>
                </a:lnTo>
                <a:moveTo>
                  <a:pt x="6236" y="0"/>
                </a:moveTo>
                <a:lnTo>
                  <a:pt x="6376" y="0"/>
                </a:lnTo>
                <a:lnTo>
                  <a:pt x="6376" y="103"/>
                </a:lnTo>
                <a:lnTo>
                  <a:pt x="6236" y="103"/>
                </a:lnTo>
                <a:lnTo>
                  <a:pt x="6236" y="0"/>
                </a:lnTo>
                <a:moveTo>
                  <a:pt x="6468" y="0"/>
                </a:moveTo>
                <a:lnTo>
                  <a:pt x="6607" y="0"/>
                </a:lnTo>
                <a:lnTo>
                  <a:pt x="6607" y="103"/>
                </a:lnTo>
                <a:lnTo>
                  <a:pt x="6468" y="103"/>
                </a:lnTo>
                <a:lnTo>
                  <a:pt x="6468" y="0"/>
                </a:lnTo>
                <a:moveTo>
                  <a:pt x="6700" y="0"/>
                </a:moveTo>
                <a:lnTo>
                  <a:pt x="6839" y="0"/>
                </a:lnTo>
                <a:lnTo>
                  <a:pt x="6839" y="103"/>
                </a:lnTo>
                <a:lnTo>
                  <a:pt x="6700" y="103"/>
                </a:lnTo>
                <a:lnTo>
                  <a:pt x="6700" y="0"/>
                </a:lnTo>
                <a:moveTo>
                  <a:pt x="6931" y="0"/>
                </a:moveTo>
                <a:lnTo>
                  <a:pt x="7071" y="0"/>
                </a:lnTo>
                <a:lnTo>
                  <a:pt x="7071" y="103"/>
                </a:lnTo>
                <a:lnTo>
                  <a:pt x="6931" y="103"/>
                </a:lnTo>
                <a:lnTo>
                  <a:pt x="6931" y="0"/>
                </a:lnTo>
                <a:moveTo>
                  <a:pt x="7163" y="0"/>
                </a:moveTo>
                <a:lnTo>
                  <a:pt x="7302" y="0"/>
                </a:lnTo>
                <a:lnTo>
                  <a:pt x="7302" y="103"/>
                </a:lnTo>
                <a:lnTo>
                  <a:pt x="7163" y="103"/>
                </a:lnTo>
                <a:lnTo>
                  <a:pt x="7163" y="0"/>
                </a:lnTo>
                <a:moveTo>
                  <a:pt x="7394" y="0"/>
                </a:moveTo>
                <a:lnTo>
                  <a:pt x="7534" y="0"/>
                </a:lnTo>
                <a:lnTo>
                  <a:pt x="7534" y="103"/>
                </a:lnTo>
                <a:lnTo>
                  <a:pt x="7394" y="103"/>
                </a:lnTo>
                <a:lnTo>
                  <a:pt x="7394" y="0"/>
                </a:lnTo>
                <a:moveTo>
                  <a:pt x="7626" y="0"/>
                </a:moveTo>
                <a:lnTo>
                  <a:pt x="7766" y="0"/>
                </a:lnTo>
                <a:lnTo>
                  <a:pt x="7766" y="103"/>
                </a:lnTo>
                <a:lnTo>
                  <a:pt x="7626" y="103"/>
                </a:lnTo>
                <a:lnTo>
                  <a:pt x="7626" y="0"/>
                </a:lnTo>
                <a:moveTo>
                  <a:pt x="7859" y="0"/>
                </a:moveTo>
                <a:lnTo>
                  <a:pt x="7998" y="0"/>
                </a:lnTo>
                <a:lnTo>
                  <a:pt x="7998" y="103"/>
                </a:lnTo>
                <a:lnTo>
                  <a:pt x="7859" y="103"/>
                </a:lnTo>
                <a:lnTo>
                  <a:pt x="7859" y="0"/>
                </a:lnTo>
                <a:moveTo>
                  <a:pt x="8090" y="0"/>
                </a:moveTo>
                <a:lnTo>
                  <a:pt x="8230" y="0"/>
                </a:lnTo>
                <a:lnTo>
                  <a:pt x="8230" y="103"/>
                </a:lnTo>
                <a:lnTo>
                  <a:pt x="8090" y="103"/>
                </a:lnTo>
                <a:lnTo>
                  <a:pt x="8090" y="0"/>
                </a:lnTo>
                <a:moveTo>
                  <a:pt x="8322" y="0"/>
                </a:moveTo>
                <a:lnTo>
                  <a:pt x="8461" y="0"/>
                </a:lnTo>
                <a:lnTo>
                  <a:pt x="8461" y="103"/>
                </a:lnTo>
                <a:lnTo>
                  <a:pt x="8322" y="103"/>
                </a:lnTo>
                <a:lnTo>
                  <a:pt x="8322" y="0"/>
                </a:lnTo>
                <a:moveTo>
                  <a:pt x="8554" y="0"/>
                </a:moveTo>
                <a:lnTo>
                  <a:pt x="8693" y="0"/>
                </a:lnTo>
                <a:lnTo>
                  <a:pt x="8693" y="103"/>
                </a:lnTo>
                <a:lnTo>
                  <a:pt x="8554" y="103"/>
                </a:lnTo>
                <a:lnTo>
                  <a:pt x="8554" y="0"/>
                </a:lnTo>
                <a:moveTo>
                  <a:pt x="8785" y="0"/>
                </a:moveTo>
                <a:lnTo>
                  <a:pt x="8925" y="0"/>
                </a:lnTo>
                <a:lnTo>
                  <a:pt x="8925" y="103"/>
                </a:lnTo>
                <a:lnTo>
                  <a:pt x="8785" y="103"/>
                </a:lnTo>
                <a:lnTo>
                  <a:pt x="8785" y="0"/>
                </a:lnTo>
                <a:moveTo>
                  <a:pt x="9017" y="0"/>
                </a:moveTo>
                <a:lnTo>
                  <a:pt x="9156" y="0"/>
                </a:lnTo>
                <a:lnTo>
                  <a:pt x="9156" y="103"/>
                </a:lnTo>
                <a:lnTo>
                  <a:pt x="9017" y="103"/>
                </a:lnTo>
                <a:lnTo>
                  <a:pt x="9017" y="0"/>
                </a:lnTo>
                <a:moveTo>
                  <a:pt x="9249" y="0"/>
                </a:moveTo>
                <a:lnTo>
                  <a:pt x="9388" y="0"/>
                </a:lnTo>
                <a:lnTo>
                  <a:pt x="9388" y="103"/>
                </a:lnTo>
                <a:lnTo>
                  <a:pt x="9249" y="103"/>
                </a:lnTo>
                <a:lnTo>
                  <a:pt x="9249" y="0"/>
                </a:lnTo>
                <a:moveTo>
                  <a:pt x="9480" y="0"/>
                </a:moveTo>
                <a:lnTo>
                  <a:pt x="9619" y="0"/>
                </a:lnTo>
                <a:lnTo>
                  <a:pt x="9619" y="103"/>
                </a:lnTo>
                <a:lnTo>
                  <a:pt x="9480" y="103"/>
                </a:lnTo>
                <a:lnTo>
                  <a:pt x="9480" y="0"/>
                </a:lnTo>
                <a:moveTo>
                  <a:pt x="9712" y="0"/>
                </a:moveTo>
                <a:lnTo>
                  <a:pt x="9851" y="0"/>
                </a:lnTo>
                <a:lnTo>
                  <a:pt x="9851" y="103"/>
                </a:lnTo>
                <a:lnTo>
                  <a:pt x="9712" y="103"/>
                </a:lnTo>
                <a:lnTo>
                  <a:pt x="9712" y="0"/>
                </a:lnTo>
                <a:moveTo>
                  <a:pt x="9943" y="0"/>
                </a:moveTo>
                <a:lnTo>
                  <a:pt x="10083" y="0"/>
                </a:lnTo>
                <a:lnTo>
                  <a:pt x="10083" y="103"/>
                </a:lnTo>
                <a:lnTo>
                  <a:pt x="9943" y="103"/>
                </a:lnTo>
                <a:lnTo>
                  <a:pt x="9943" y="0"/>
                </a:lnTo>
                <a:moveTo>
                  <a:pt x="10175" y="0"/>
                </a:moveTo>
                <a:lnTo>
                  <a:pt x="10314" y="0"/>
                </a:lnTo>
                <a:lnTo>
                  <a:pt x="10314" y="103"/>
                </a:lnTo>
                <a:lnTo>
                  <a:pt x="10175" y="103"/>
                </a:lnTo>
                <a:lnTo>
                  <a:pt x="10175" y="0"/>
                </a:lnTo>
                <a:moveTo>
                  <a:pt x="10407" y="0"/>
                </a:moveTo>
                <a:lnTo>
                  <a:pt x="10546" y="0"/>
                </a:lnTo>
                <a:lnTo>
                  <a:pt x="10546" y="103"/>
                </a:lnTo>
                <a:lnTo>
                  <a:pt x="10407" y="103"/>
                </a:lnTo>
                <a:lnTo>
                  <a:pt x="10407" y="0"/>
                </a:lnTo>
                <a:moveTo>
                  <a:pt x="10638" y="0"/>
                </a:moveTo>
                <a:lnTo>
                  <a:pt x="10778" y="0"/>
                </a:lnTo>
                <a:lnTo>
                  <a:pt x="10778" y="103"/>
                </a:lnTo>
                <a:lnTo>
                  <a:pt x="10638" y="103"/>
                </a:lnTo>
                <a:lnTo>
                  <a:pt x="10638" y="0"/>
                </a:lnTo>
                <a:moveTo>
                  <a:pt x="10870" y="0"/>
                </a:moveTo>
                <a:lnTo>
                  <a:pt x="11009" y="0"/>
                </a:lnTo>
                <a:lnTo>
                  <a:pt x="11009" y="103"/>
                </a:lnTo>
                <a:lnTo>
                  <a:pt x="10870" y="103"/>
                </a:lnTo>
                <a:lnTo>
                  <a:pt x="10870" y="0"/>
                </a:lnTo>
                <a:moveTo>
                  <a:pt x="11102" y="0"/>
                </a:moveTo>
                <a:lnTo>
                  <a:pt x="11241" y="0"/>
                </a:lnTo>
                <a:lnTo>
                  <a:pt x="11241" y="103"/>
                </a:lnTo>
                <a:lnTo>
                  <a:pt x="11102" y="103"/>
                </a:lnTo>
                <a:lnTo>
                  <a:pt x="11102" y="0"/>
                </a:lnTo>
                <a:moveTo>
                  <a:pt x="11333" y="0"/>
                </a:moveTo>
                <a:lnTo>
                  <a:pt x="11472" y="0"/>
                </a:lnTo>
                <a:lnTo>
                  <a:pt x="11472" y="103"/>
                </a:lnTo>
                <a:lnTo>
                  <a:pt x="11333" y="103"/>
                </a:lnTo>
                <a:lnTo>
                  <a:pt x="11333" y="0"/>
                </a:lnTo>
                <a:moveTo>
                  <a:pt x="11565" y="0"/>
                </a:moveTo>
                <a:lnTo>
                  <a:pt x="11704" y="0"/>
                </a:lnTo>
                <a:lnTo>
                  <a:pt x="11704" y="103"/>
                </a:lnTo>
                <a:lnTo>
                  <a:pt x="11565" y="103"/>
                </a:lnTo>
                <a:lnTo>
                  <a:pt x="11565" y="0"/>
                </a:lnTo>
                <a:moveTo>
                  <a:pt x="11796" y="0"/>
                </a:moveTo>
                <a:lnTo>
                  <a:pt x="11936" y="0"/>
                </a:lnTo>
                <a:lnTo>
                  <a:pt x="11936" y="103"/>
                </a:lnTo>
                <a:lnTo>
                  <a:pt x="11796" y="103"/>
                </a:lnTo>
                <a:lnTo>
                  <a:pt x="11796" y="0"/>
                </a:lnTo>
                <a:moveTo>
                  <a:pt x="12028" y="0"/>
                </a:moveTo>
                <a:lnTo>
                  <a:pt x="12167" y="0"/>
                </a:lnTo>
                <a:lnTo>
                  <a:pt x="12167" y="103"/>
                </a:lnTo>
                <a:lnTo>
                  <a:pt x="12028" y="103"/>
                </a:lnTo>
                <a:lnTo>
                  <a:pt x="12028" y="0"/>
                </a:lnTo>
                <a:moveTo>
                  <a:pt x="12260" y="0"/>
                </a:moveTo>
                <a:lnTo>
                  <a:pt x="12399" y="0"/>
                </a:lnTo>
                <a:lnTo>
                  <a:pt x="12399" y="103"/>
                </a:lnTo>
                <a:lnTo>
                  <a:pt x="12260" y="103"/>
                </a:lnTo>
                <a:lnTo>
                  <a:pt x="12260" y="0"/>
                </a:lnTo>
                <a:moveTo>
                  <a:pt x="12491" y="0"/>
                </a:moveTo>
                <a:lnTo>
                  <a:pt x="12631" y="0"/>
                </a:lnTo>
                <a:lnTo>
                  <a:pt x="12631" y="103"/>
                </a:lnTo>
                <a:lnTo>
                  <a:pt x="12491" y="103"/>
                </a:lnTo>
                <a:lnTo>
                  <a:pt x="12491" y="0"/>
                </a:lnTo>
                <a:moveTo>
                  <a:pt x="12723" y="0"/>
                </a:moveTo>
                <a:lnTo>
                  <a:pt x="12862" y="0"/>
                </a:lnTo>
                <a:lnTo>
                  <a:pt x="12862" y="103"/>
                </a:lnTo>
                <a:lnTo>
                  <a:pt x="12723" y="103"/>
                </a:lnTo>
                <a:lnTo>
                  <a:pt x="12723" y="0"/>
                </a:lnTo>
                <a:moveTo>
                  <a:pt x="12955" y="0"/>
                </a:moveTo>
                <a:lnTo>
                  <a:pt x="13094" y="0"/>
                </a:lnTo>
                <a:lnTo>
                  <a:pt x="13094" y="103"/>
                </a:lnTo>
                <a:lnTo>
                  <a:pt x="12955" y="103"/>
                </a:lnTo>
                <a:lnTo>
                  <a:pt x="12955" y="0"/>
                </a:lnTo>
                <a:moveTo>
                  <a:pt x="13186" y="0"/>
                </a:moveTo>
                <a:lnTo>
                  <a:pt x="13325" y="0"/>
                </a:lnTo>
                <a:lnTo>
                  <a:pt x="13325" y="103"/>
                </a:lnTo>
                <a:lnTo>
                  <a:pt x="13186" y="103"/>
                </a:lnTo>
                <a:lnTo>
                  <a:pt x="13186" y="0"/>
                </a:lnTo>
                <a:moveTo>
                  <a:pt x="13418" y="0"/>
                </a:moveTo>
                <a:lnTo>
                  <a:pt x="13557" y="0"/>
                </a:lnTo>
                <a:lnTo>
                  <a:pt x="13557" y="103"/>
                </a:lnTo>
                <a:lnTo>
                  <a:pt x="13418" y="103"/>
                </a:lnTo>
                <a:lnTo>
                  <a:pt x="13418" y="0"/>
                </a:lnTo>
                <a:moveTo>
                  <a:pt x="13649" y="0"/>
                </a:moveTo>
                <a:lnTo>
                  <a:pt x="13789" y="0"/>
                </a:lnTo>
                <a:lnTo>
                  <a:pt x="13789" y="103"/>
                </a:lnTo>
                <a:lnTo>
                  <a:pt x="13649" y="103"/>
                </a:lnTo>
                <a:lnTo>
                  <a:pt x="13649" y="0"/>
                </a:lnTo>
                <a:moveTo>
                  <a:pt x="13881" y="0"/>
                </a:moveTo>
                <a:lnTo>
                  <a:pt x="14020" y="0"/>
                </a:lnTo>
                <a:lnTo>
                  <a:pt x="14020" y="103"/>
                </a:lnTo>
                <a:lnTo>
                  <a:pt x="13881" y="103"/>
                </a:lnTo>
                <a:lnTo>
                  <a:pt x="13881" y="0"/>
                </a:lnTo>
                <a:moveTo>
                  <a:pt x="14113" y="0"/>
                </a:moveTo>
                <a:lnTo>
                  <a:pt x="14252" y="0"/>
                </a:lnTo>
                <a:lnTo>
                  <a:pt x="14252" y="103"/>
                </a:lnTo>
                <a:lnTo>
                  <a:pt x="14113" y="103"/>
                </a:lnTo>
                <a:lnTo>
                  <a:pt x="14113" y="0"/>
                </a:lnTo>
                <a:moveTo>
                  <a:pt x="14344" y="0"/>
                </a:moveTo>
                <a:lnTo>
                  <a:pt x="14484" y="0"/>
                </a:lnTo>
                <a:lnTo>
                  <a:pt x="14484" y="103"/>
                </a:lnTo>
                <a:lnTo>
                  <a:pt x="14344" y="103"/>
                </a:lnTo>
                <a:lnTo>
                  <a:pt x="14344" y="0"/>
                </a:lnTo>
                <a:moveTo>
                  <a:pt x="14576" y="0"/>
                </a:moveTo>
                <a:lnTo>
                  <a:pt x="14715" y="0"/>
                </a:lnTo>
                <a:lnTo>
                  <a:pt x="14715" y="103"/>
                </a:lnTo>
                <a:lnTo>
                  <a:pt x="14576" y="103"/>
                </a:lnTo>
                <a:lnTo>
                  <a:pt x="14576" y="0"/>
                </a:lnTo>
                <a:moveTo>
                  <a:pt x="14808" y="0"/>
                </a:moveTo>
                <a:lnTo>
                  <a:pt x="14947" y="0"/>
                </a:lnTo>
                <a:lnTo>
                  <a:pt x="14947" y="103"/>
                </a:lnTo>
                <a:lnTo>
                  <a:pt x="14808" y="103"/>
                </a:lnTo>
                <a:lnTo>
                  <a:pt x="14808" y="0"/>
                </a:lnTo>
                <a:moveTo>
                  <a:pt x="15039" y="0"/>
                </a:moveTo>
                <a:lnTo>
                  <a:pt x="15178" y="0"/>
                </a:lnTo>
                <a:lnTo>
                  <a:pt x="15178" y="103"/>
                </a:lnTo>
                <a:lnTo>
                  <a:pt x="15039" y="103"/>
                </a:lnTo>
                <a:lnTo>
                  <a:pt x="15039" y="0"/>
                </a:lnTo>
                <a:moveTo>
                  <a:pt x="15271" y="0"/>
                </a:moveTo>
                <a:lnTo>
                  <a:pt x="15410" y="0"/>
                </a:lnTo>
                <a:lnTo>
                  <a:pt x="15410" y="103"/>
                </a:lnTo>
                <a:lnTo>
                  <a:pt x="15271" y="103"/>
                </a:lnTo>
                <a:lnTo>
                  <a:pt x="15271" y="0"/>
                </a:lnTo>
                <a:moveTo>
                  <a:pt x="15502" y="0"/>
                </a:moveTo>
                <a:lnTo>
                  <a:pt x="15642" y="0"/>
                </a:lnTo>
                <a:lnTo>
                  <a:pt x="15642" y="103"/>
                </a:lnTo>
                <a:lnTo>
                  <a:pt x="15502" y="103"/>
                </a:lnTo>
                <a:lnTo>
                  <a:pt x="15502" y="0"/>
                </a:lnTo>
                <a:moveTo>
                  <a:pt x="15734" y="0"/>
                </a:moveTo>
                <a:lnTo>
                  <a:pt x="15873" y="0"/>
                </a:lnTo>
                <a:lnTo>
                  <a:pt x="15873" y="103"/>
                </a:lnTo>
                <a:lnTo>
                  <a:pt x="15734" y="103"/>
                </a:lnTo>
                <a:lnTo>
                  <a:pt x="15734" y="0"/>
                </a:lnTo>
                <a:moveTo>
                  <a:pt x="15966" y="0"/>
                </a:moveTo>
                <a:lnTo>
                  <a:pt x="16105" y="0"/>
                </a:lnTo>
                <a:lnTo>
                  <a:pt x="16105" y="103"/>
                </a:lnTo>
                <a:lnTo>
                  <a:pt x="15966" y="103"/>
                </a:lnTo>
                <a:lnTo>
                  <a:pt x="15966" y="0"/>
                </a:lnTo>
                <a:moveTo>
                  <a:pt x="16197" y="0"/>
                </a:moveTo>
                <a:lnTo>
                  <a:pt x="16337" y="0"/>
                </a:lnTo>
                <a:lnTo>
                  <a:pt x="16337" y="103"/>
                </a:lnTo>
                <a:lnTo>
                  <a:pt x="16197" y="103"/>
                </a:lnTo>
                <a:lnTo>
                  <a:pt x="16197" y="0"/>
                </a:lnTo>
                <a:moveTo>
                  <a:pt x="16429" y="0"/>
                </a:moveTo>
                <a:lnTo>
                  <a:pt x="16568" y="0"/>
                </a:lnTo>
                <a:lnTo>
                  <a:pt x="16568" y="103"/>
                </a:lnTo>
                <a:lnTo>
                  <a:pt x="16429" y="103"/>
                </a:lnTo>
                <a:lnTo>
                  <a:pt x="16429" y="0"/>
                </a:lnTo>
                <a:moveTo>
                  <a:pt x="16661" y="0"/>
                </a:moveTo>
                <a:lnTo>
                  <a:pt x="16800" y="0"/>
                </a:lnTo>
                <a:lnTo>
                  <a:pt x="16800" y="103"/>
                </a:lnTo>
                <a:lnTo>
                  <a:pt x="16661" y="103"/>
                </a:lnTo>
                <a:lnTo>
                  <a:pt x="16661" y="0"/>
                </a:lnTo>
                <a:moveTo>
                  <a:pt x="16892" y="0"/>
                </a:moveTo>
                <a:lnTo>
                  <a:pt x="17032" y="0"/>
                </a:lnTo>
                <a:lnTo>
                  <a:pt x="17032" y="103"/>
                </a:lnTo>
                <a:lnTo>
                  <a:pt x="16892" y="103"/>
                </a:lnTo>
                <a:lnTo>
                  <a:pt x="16892" y="0"/>
                </a:lnTo>
                <a:moveTo>
                  <a:pt x="17124" y="0"/>
                </a:moveTo>
                <a:lnTo>
                  <a:pt x="17263" y="0"/>
                </a:lnTo>
                <a:lnTo>
                  <a:pt x="17263" y="103"/>
                </a:lnTo>
                <a:lnTo>
                  <a:pt x="17124" y="103"/>
                </a:lnTo>
                <a:lnTo>
                  <a:pt x="17124" y="0"/>
                </a:lnTo>
                <a:moveTo>
                  <a:pt x="17355" y="0"/>
                </a:moveTo>
                <a:lnTo>
                  <a:pt x="17495" y="0"/>
                </a:lnTo>
                <a:lnTo>
                  <a:pt x="17495" y="103"/>
                </a:lnTo>
                <a:lnTo>
                  <a:pt x="17355" y="103"/>
                </a:lnTo>
                <a:lnTo>
                  <a:pt x="17355" y="0"/>
                </a:lnTo>
                <a:moveTo>
                  <a:pt x="17587" y="0"/>
                </a:moveTo>
                <a:lnTo>
                  <a:pt x="17726" y="0"/>
                </a:lnTo>
                <a:lnTo>
                  <a:pt x="17726" y="103"/>
                </a:lnTo>
                <a:lnTo>
                  <a:pt x="17587" y="103"/>
                </a:lnTo>
                <a:lnTo>
                  <a:pt x="17587" y="0"/>
                </a:lnTo>
                <a:moveTo>
                  <a:pt x="17819" y="0"/>
                </a:moveTo>
                <a:lnTo>
                  <a:pt x="17958" y="0"/>
                </a:lnTo>
                <a:lnTo>
                  <a:pt x="17958" y="103"/>
                </a:lnTo>
                <a:lnTo>
                  <a:pt x="17819" y="103"/>
                </a:lnTo>
                <a:lnTo>
                  <a:pt x="17819" y="0"/>
                </a:lnTo>
                <a:moveTo>
                  <a:pt x="18050" y="0"/>
                </a:moveTo>
                <a:lnTo>
                  <a:pt x="18190" y="0"/>
                </a:lnTo>
                <a:lnTo>
                  <a:pt x="18190" y="103"/>
                </a:lnTo>
                <a:lnTo>
                  <a:pt x="18050" y="103"/>
                </a:lnTo>
                <a:lnTo>
                  <a:pt x="18050" y="0"/>
                </a:lnTo>
                <a:moveTo>
                  <a:pt x="18282" y="0"/>
                </a:moveTo>
                <a:lnTo>
                  <a:pt x="18421" y="0"/>
                </a:lnTo>
                <a:lnTo>
                  <a:pt x="18421" y="103"/>
                </a:lnTo>
                <a:lnTo>
                  <a:pt x="18282" y="103"/>
                </a:lnTo>
                <a:lnTo>
                  <a:pt x="18282" y="0"/>
                </a:lnTo>
                <a:moveTo>
                  <a:pt x="18514" y="0"/>
                </a:moveTo>
                <a:lnTo>
                  <a:pt x="18653" y="0"/>
                </a:lnTo>
                <a:lnTo>
                  <a:pt x="18653" y="103"/>
                </a:lnTo>
                <a:lnTo>
                  <a:pt x="18514" y="103"/>
                </a:lnTo>
                <a:lnTo>
                  <a:pt x="18514" y="0"/>
                </a:lnTo>
                <a:moveTo>
                  <a:pt x="18745" y="0"/>
                </a:moveTo>
                <a:lnTo>
                  <a:pt x="18885" y="0"/>
                </a:lnTo>
                <a:lnTo>
                  <a:pt x="18885" y="103"/>
                </a:lnTo>
                <a:lnTo>
                  <a:pt x="18745" y="103"/>
                </a:lnTo>
                <a:lnTo>
                  <a:pt x="18745" y="0"/>
                </a:lnTo>
                <a:moveTo>
                  <a:pt x="18977" y="0"/>
                </a:moveTo>
                <a:lnTo>
                  <a:pt x="19116" y="0"/>
                </a:lnTo>
                <a:lnTo>
                  <a:pt x="19116" y="103"/>
                </a:lnTo>
                <a:lnTo>
                  <a:pt x="18977" y="103"/>
                </a:lnTo>
                <a:lnTo>
                  <a:pt x="18977" y="0"/>
                </a:lnTo>
                <a:moveTo>
                  <a:pt x="19209" y="0"/>
                </a:moveTo>
                <a:lnTo>
                  <a:pt x="19348" y="0"/>
                </a:lnTo>
                <a:lnTo>
                  <a:pt x="19348" y="103"/>
                </a:lnTo>
                <a:lnTo>
                  <a:pt x="19209" y="103"/>
                </a:lnTo>
                <a:lnTo>
                  <a:pt x="19209" y="0"/>
                </a:lnTo>
                <a:moveTo>
                  <a:pt x="19440" y="0"/>
                </a:moveTo>
                <a:lnTo>
                  <a:pt x="19579" y="0"/>
                </a:lnTo>
                <a:lnTo>
                  <a:pt x="19579" y="103"/>
                </a:lnTo>
                <a:lnTo>
                  <a:pt x="19440" y="103"/>
                </a:lnTo>
                <a:lnTo>
                  <a:pt x="19440" y="0"/>
                </a:lnTo>
                <a:moveTo>
                  <a:pt x="19672" y="0"/>
                </a:moveTo>
                <a:lnTo>
                  <a:pt x="19811" y="0"/>
                </a:lnTo>
                <a:lnTo>
                  <a:pt x="19811" y="103"/>
                </a:lnTo>
                <a:lnTo>
                  <a:pt x="19672" y="103"/>
                </a:lnTo>
                <a:lnTo>
                  <a:pt x="19672" y="0"/>
                </a:lnTo>
                <a:moveTo>
                  <a:pt x="19903" y="0"/>
                </a:moveTo>
                <a:lnTo>
                  <a:pt x="20043" y="0"/>
                </a:lnTo>
                <a:lnTo>
                  <a:pt x="20043" y="103"/>
                </a:lnTo>
                <a:lnTo>
                  <a:pt x="19903" y="103"/>
                </a:lnTo>
                <a:lnTo>
                  <a:pt x="19903" y="0"/>
                </a:lnTo>
                <a:moveTo>
                  <a:pt x="20135" y="0"/>
                </a:moveTo>
                <a:lnTo>
                  <a:pt x="20274" y="0"/>
                </a:lnTo>
                <a:lnTo>
                  <a:pt x="20274" y="103"/>
                </a:lnTo>
                <a:lnTo>
                  <a:pt x="20135" y="103"/>
                </a:lnTo>
                <a:lnTo>
                  <a:pt x="20135" y="0"/>
                </a:lnTo>
                <a:moveTo>
                  <a:pt x="20367" y="0"/>
                </a:moveTo>
                <a:lnTo>
                  <a:pt x="20506" y="0"/>
                </a:lnTo>
                <a:lnTo>
                  <a:pt x="20506" y="103"/>
                </a:lnTo>
                <a:lnTo>
                  <a:pt x="20367" y="103"/>
                </a:lnTo>
                <a:lnTo>
                  <a:pt x="20367" y="0"/>
                </a:lnTo>
                <a:moveTo>
                  <a:pt x="20598" y="0"/>
                </a:moveTo>
                <a:lnTo>
                  <a:pt x="20738" y="0"/>
                </a:lnTo>
                <a:lnTo>
                  <a:pt x="20738" y="103"/>
                </a:lnTo>
                <a:lnTo>
                  <a:pt x="20598" y="103"/>
                </a:lnTo>
                <a:lnTo>
                  <a:pt x="20598" y="0"/>
                </a:lnTo>
                <a:moveTo>
                  <a:pt x="20830" y="0"/>
                </a:moveTo>
                <a:lnTo>
                  <a:pt x="20969" y="0"/>
                </a:lnTo>
                <a:lnTo>
                  <a:pt x="20969" y="103"/>
                </a:lnTo>
                <a:lnTo>
                  <a:pt x="20830" y="103"/>
                </a:lnTo>
                <a:lnTo>
                  <a:pt x="20830" y="0"/>
                </a:lnTo>
                <a:moveTo>
                  <a:pt x="21062" y="0"/>
                </a:moveTo>
                <a:lnTo>
                  <a:pt x="21201" y="0"/>
                </a:lnTo>
                <a:lnTo>
                  <a:pt x="21201" y="103"/>
                </a:lnTo>
                <a:lnTo>
                  <a:pt x="21062" y="103"/>
                </a:lnTo>
                <a:lnTo>
                  <a:pt x="21062" y="0"/>
                </a:lnTo>
                <a:moveTo>
                  <a:pt x="21293" y="0"/>
                </a:moveTo>
                <a:lnTo>
                  <a:pt x="21432" y="0"/>
                </a:lnTo>
                <a:lnTo>
                  <a:pt x="21432" y="103"/>
                </a:lnTo>
                <a:lnTo>
                  <a:pt x="21293" y="103"/>
                </a:lnTo>
                <a:lnTo>
                  <a:pt x="21293" y="0"/>
                </a:lnTo>
                <a:moveTo>
                  <a:pt x="21525" y="0"/>
                </a:moveTo>
                <a:lnTo>
                  <a:pt x="21664" y="0"/>
                </a:lnTo>
                <a:lnTo>
                  <a:pt x="21664" y="103"/>
                </a:lnTo>
                <a:lnTo>
                  <a:pt x="21525" y="103"/>
                </a:lnTo>
                <a:lnTo>
                  <a:pt x="21525" y="0"/>
                </a:lnTo>
                <a:moveTo>
                  <a:pt x="21756" y="0"/>
                </a:moveTo>
                <a:lnTo>
                  <a:pt x="21896" y="0"/>
                </a:lnTo>
                <a:lnTo>
                  <a:pt x="21896" y="103"/>
                </a:lnTo>
                <a:lnTo>
                  <a:pt x="21756" y="103"/>
                </a:lnTo>
                <a:lnTo>
                  <a:pt x="21756" y="0"/>
                </a:lnTo>
                <a:moveTo>
                  <a:pt x="21988" y="0"/>
                </a:moveTo>
                <a:lnTo>
                  <a:pt x="22127" y="0"/>
                </a:lnTo>
                <a:lnTo>
                  <a:pt x="22127" y="103"/>
                </a:lnTo>
                <a:lnTo>
                  <a:pt x="21988" y="103"/>
                </a:lnTo>
                <a:lnTo>
                  <a:pt x="21988" y="0"/>
                </a:lnTo>
                <a:moveTo>
                  <a:pt x="22220" y="0"/>
                </a:moveTo>
                <a:lnTo>
                  <a:pt x="22359" y="0"/>
                </a:lnTo>
                <a:lnTo>
                  <a:pt x="22359" y="103"/>
                </a:lnTo>
                <a:lnTo>
                  <a:pt x="22220" y="103"/>
                </a:lnTo>
                <a:lnTo>
                  <a:pt x="22220" y="0"/>
                </a:lnTo>
                <a:moveTo>
                  <a:pt x="22464" y="8"/>
                </a:moveTo>
                <a:cubicBezTo>
                  <a:pt x="22528" y="26"/>
                  <a:pt x="22573" y="65"/>
                  <a:pt x="22601" y="125"/>
                </a:cubicBezTo>
                <a:lnTo>
                  <a:pt x="22508" y="168"/>
                </a:lnTo>
                <a:cubicBezTo>
                  <a:pt x="22494" y="136"/>
                  <a:pt x="22470" y="116"/>
                  <a:pt x="22437" y="107"/>
                </a:cubicBezTo>
                <a:lnTo>
                  <a:pt x="22464" y="8"/>
                </a:lnTo>
                <a:moveTo>
                  <a:pt x="22620" y="237"/>
                </a:moveTo>
                <a:lnTo>
                  <a:pt x="22620" y="376"/>
                </a:lnTo>
                <a:lnTo>
                  <a:pt x="22518" y="376"/>
                </a:lnTo>
                <a:lnTo>
                  <a:pt x="22518" y="237"/>
                </a:lnTo>
                <a:lnTo>
                  <a:pt x="22620" y="237"/>
                </a:lnTo>
                <a:moveTo>
                  <a:pt x="22620" y="468"/>
                </a:moveTo>
                <a:lnTo>
                  <a:pt x="22620" y="608"/>
                </a:lnTo>
                <a:lnTo>
                  <a:pt x="22518" y="608"/>
                </a:lnTo>
                <a:lnTo>
                  <a:pt x="22518" y="468"/>
                </a:lnTo>
                <a:lnTo>
                  <a:pt x="22620" y="468"/>
                </a:lnTo>
                <a:moveTo>
                  <a:pt x="22620" y="700"/>
                </a:moveTo>
                <a:lnTo>
                  <a:pt x="22620" y="839"/>
                </a:lnTo>
                <a:lnTo>
                  <a:pt x="22518" y="839"/>
                </a:lnTo>
                <a:lnTo>
                  <a:pt x="22518" y="700"/>
                </a:lnTo>
                <a:lnTo>
                  <a:pt x="22620" y="700"/>
                </a:lnTo>
                <a:moveTo>
                  <a:pt x="22620" y="932"/>
                </a:moveTo>
                <a:lnTo>
                  <a:pt x="22620" y="1071"/>
                </a:lnTo>
                <a:lnTo>
                  <a:pt x="22518" y="1071"/>
                </a:lnTo>
                <a:lnTo>
                  <a:pt x="22518" y="932"/>
                </a:lnTo>
                <a:lnTo>
                  <a:pt x="22620" y="932"/>
                </a:lnTo>
                <a:moveTo>
                  <a:pt x="22620" y="1163"/>
                </a:moveTo>
                <a:lnTo>
                  <a:pt x="22620" y="1302"/>
                </a:lnTo>
                <a:lnTo>
                  <a:pt x="22518" y="1302"/>
                </a:lnTo>
                <a:lnTo>
                  <a:pt x="22518" y="1163"/>
                </a:lnTo>
                <a:lnTo>
                  <a:pt x="22620" y="1163"/>
                </a:lnTo>
                <a:moveTo>
                  <a:pt x="22620" y="1395"/>
                </a:moveTo>
                <a:lnTo>
                  <a:pt x="22620" y="1534"/>
                </a:lnTo>
                <a:lnTo>
                  <a:pt x="22518" y="1534"/>
                </a:lnTo>
                <a:lnTo>
                  <a:pt x="22518" y="1395"/>
                </a:lnTo>
                <a:lnTo>
                  <a:pt x="22620" y="1395"/>
                </a:lnTo>
                <a:moveTo>
                  <a:pt x="22620" y="1626"/>
                </a:moveTo>
                <a:lnTo>
                  <a:pt x="22620" y="1766"/>
                </a:lnTo>
                <a:lnTo>
                  <a:pt x="22518" y="1766"/>
                </a:lnTo>
                <a:lnTo>
                  <a:pt x="22518" y="1626"/>
                </a:lnTo>
                <a:lnTo>
                  <a:pt x="22620" y="1626"/>
                </a:lnTo>
                <a:moveTo>
                  <a:pt x="22620" y="1858"/>
                </a:moveTo>
                <a:lnTo>
                  <a:pt x="22620" y="1997"/>
                </a:lnTo>
                <a:lnTo>
                  <a:pt x="22518" y="1997"/>
                </a:lnTo>
                <a:lnTo>
                  <a:pt x="22518" y="1858"/>
                </a:lnTo>
                <a:lnTo>
                  <a:pt x="22620" y="1858"/>
                </a:lnTo>
                <a:moveTo>
                  <a:pt x="22620" y="2090"/>
                </a:moveTo>
                <a:lnTo>
                  <a:pt x="22620" y="2229"/>
                </a:lnTo>
                <a:lnTo>
                  <a:pt x="22518" y="2229"/>
                </a:lnTo>
                <a:lnTo>
                  <a:pt x="22518" y="2090"/>
                </a:lnTo>
                <a:lnTo>
                  <a:pt x="22620" y="2090"/>
                </a:lnTo>
                <a:moveTo>
                  <a:pt x="22620" y="2321"/>
                </a:moveTo>
                <a:lnTo>
                  <a:pt x="22620" y="2461"/>
                </a:lnTo>
                <a:lnTo>
                  <a:pt x="22518" y="2461"/>
                </a:lnTo>
                <a:lnTo>
                  <a:pt x="22518" y="2321"/>
                </a:lnTo>
                <a:lnTo>
                  <a:pt x="22620" y="2321"/>
                </a:lnTo>
                <a:moveTo>
                  <a:pt x="22620" y="2553"/>
                </a:moveTo>
                <a:lnTo>
                  <a:pt x="22620" y="2692"/>
                </a:lnTo>
                <a:lnTo>
                  <a:pt x="22518" y="2692"/>
                </a:lnTo>
                <a:lnTo>
                  <a:pt x="22518" y="2553"/>
                </a:lnTo>
                <a:lnTo>
                  <a:pt x="22620" y="2553"/>
                </a:lnTo>
                <a:moveTo>
                  <a:pt x="22620" y="2785"/>
                </a:moveTo>
                <a:lnTo>
                  <a:pt x="22620" y="2924"/>
                </a:lnTo>
                <a:lnTo>
                  <a:pt x="22518" y="2924"/>
                </a:lnTo>
                <a:lnTo>
                  <a:pt x="22518" y="2785"/>
                </a:lnTo>
                <a:lnTo>
                  <a:pt x="22620" y="2785"/>
                </a:lnTo>
                <a:moveTo>
                  <a:pt x="22620" y="3016"/>
                </a:moveTo>
                <a:lnTo>
                  <a:pt x="22620" y="3155"/>
                </a:lnTo>
                <a:lnTo>
                  <a:pt x="22518" y="3155"/>
                </a:lnTo>
                <a:lnTo>
                  <a:pt x="22518" y="3016"/>
                </a:lnTo>
                <a:lnTo>
                  <a:pt x="22620" y="3016"/>
                </a:lnTo>
                <a:moveTo>
                  <a:pt x="22620" y="3248"/>
                </a:moveTo>
                <a:lnTo>
                  <a:pt x="22620" y="3387"/>
                </a:lnTo>
                <a:lnTo>
                  <a:pt x="22518" y="3387"/>
                </a:lnTo>
                <a:lnTo>
                  <a:pt x="22518" y="3248"/>
                </a:lnTo>
                <a:lnTo>
                  <a:pt x="22620" y="3248"/>
                </a:lnTo>
                <a:moveTo>
                  <a:pt x="22620" y="3479"/>
                </a:moveTo>
                <a:lnTo>
                  <a:pt x="22620" y="3620"/>
                </a:lnTo>
                <a:lnTo>
                  <a:pt x="22518" y="3620"/>
                </a:lnTo>
                <a:lnTo>
                  <a:pt x="22518" y="3479"/>
                </a:lnTo>
                <a:lnTo>
                  <a:pt x="22620" y="3479"/>
                </a:lnTo>
                <a:moveTo>
                  <a:pt x="22620" y="3712"/>
                </a:moveTo>
                <a:lnTo>
                  <a:pt x="22620" y="3851"/>
                </a:lnTo>
                <a:lnTo>
                  <a:pt x="22518" y="3851"/>
                </a:lnTo>
                <a:lnTo>
                  <a:pt x="22518" y="3712"/>
                </a:lnTo>
                <a:lnTo>
                  <a:pt x="22620" y="3712"/>
                </a:lnTo>
                <a:moveTo>
                  <a:pt x="22620" y="3944"/>
                </a:moveTo>
                <a:lnTo>
                  <a:pt x="22620" y="4083"/>
                </a:lnTo>
                <a:lnTo>
                  <a:pt x="22518" y="4083"/>
                </a:lnTo>
                <a:lnTo>
                  <a:pt x="22518" y="3944"/>
                </a:lnTo>
                <a:lnTo>
                  <a:pt x="22620" y="3944"/>
                </a:lnTo>
                <a:moveTo>
                  <a:pt x="22620" y="4175"/>
                </a:moveTo>
                <a:lnTo>
                  <a:pt x="22620" y="4277"/>
                </a:lnTo>
                <a:cubicBezTo>
                  <a:pt x="22620" y="4293"/>
                  <a:pt x="22618" y="4309"/>
                  <a:pt x="22615" y="4325"/>
                </a:cubicBezTo>
                <a:lnTo>
                  <a:pt x="22515" y="4302"/>
                </a:lnTo>
                <a:cubicBezTo>
                  <a:pt x="22517" y="4294"/>
                  <a:pt x="22518" y="4286"/>
                  <a:pt x="22518" y="4277"/>
                </a:cubicBezTo>
                <a:lnTo>
                  <a:pt x="22518" y="4175"/>
                </a:lnTo>
                <a:lnTo>
                  <a:pt x="22620" y="4175"/>
                </a:lnTo>
                <a:moveTo>
                  <a:pt x="22555" y="4431"/>
                </a:moveTo>
                <a:cubicBezTo>
                  <a:pt x="22514" y="4471"/>
                  <a:pt x="22464" y="4491"/>
                  <a:pt x="22407" y="4491"/>
                </a:cubicBezTo>
                <a:lnTo>
                  <a:pt x="22391" y="4491"/>
                </a:lnTo>
                <a:lnTo>
                  <a:pt x="22391" y="4389"/>
                </a:lnTo>
                <a:lnTo>
                  <a:pt x="22407" y="4389"/>
                </a:lnTo>
                <a:cubicBezTo>
                  <a:pt x="22437" y="4389"/>
                  <a:pt x="22462" y="4378"/>
                  <a:pt x="22484" y="4358"/>
                </a:cubicBezTo>
                <a:lnTo>
                  <a:pt x="22555" y="4431"/>
                </a:lnTo>
                <a:moveTo>
                  <a:pt x="22299" y="4491"/>
                </a:moveTo>
                <a:lnTo>
                  <a:pt x="22160" y="4491"/>
                </a:lnTo>
                <a:lnTo>
                  <a:pt x="22160" y="4389"/>
                </a:lnTo>
                <a:lnTo>
                  <a:pt x="22299" y="4389"/>
                </a:lnTo>
                <a:lnTo>
                  <a:pt x="22299" y="4491"/>
                </a:lnTo>
                <a:moveTo>
                  <a:pt x="22067" y="4491"/>
                </a:moveTo>
                <a:lnTo>
                  <a:pt x="21928" y="4491"/>
                </a:lnTo>
                <a:lnTo>
                  <a:pt x="21928" y="4389"/>
                </a:lnTo>
                <a:lnTo>
                  <a:pt x="22067" y="4389"/>
                </a:lnTo>
                <a:lnTo>
                  <a:pt x="22067" y="4491"/>
                </a:lnTo>
                <a:moveTo>
                  <a:pt x="21836" y="4491"/>
                </a:moveTo>
                <a:lnTo>
                  <a:pt x="21696" y="4491"/>
                </a:lnTo>
                <a:lnTo>
                  <a:pt x="21696" y="4389"/>
                </a:lnTo>
                <a:lnTo>
                  <a:pt x="21836" y="4389"/>
                </a:lnTo>
                <a:lnTo>
                  <a:pt x="21836" y="4491"/>
                </a:lnTo>
                <a:moveTo>
                  <a:pt x="21604" y="4491"/>
                </a:moveTo>
                <a:lnTo>
                  <a:pt x="21465" y="4491"/>
                </a:lnTo>
                <a:lnTo>
                  <a:pt x="21465" y="4389"/>
                </a:lnTo>
                <a:lnTo>
                  <a:pt x="21604" y="4389"/>
                </a:lnTo>
                <a:lnTo>
                  <a:pt x="21604" y="4491"/>
                </a:lnTo>
                <a:moveTo>
                  <a:pt x="21372" y="4491"/>
                </a:moveTo>
                <a:lnTo>
                  <a:pt x="21233" y="4491"/>
                </a:lnTo>
                <a:lnTo>
                  <a:pt x="21233" y="4389"/>
                </a:lnTo>
                <a:lnTo>
                  <a:pt x="21372" y="4389"/>
                </a:lnTo>
                <a:lnTo>
                  <a:pt x="21372" y="4491"/>
                </a:lnTo>
                <a:moveTo>
                  <a:pt x="21141" y="4491"/>
                </a:moveTo>
                <a:lnTo>
                  <a:pt x="21002" y="4491"/>
                </a:lnTo>
                <a:lnTo>
                  <a:pt x="21002" y="4389"/>
                </a:lnTo>
                <a:lnTo>
                  <a:pt x="21141" y="4389"/>
                </a:lnTo>
                <a:lnTo>
                  <a:pt x="21141" y="4491"/>
                </a:lnTo>
                <a:moveTo>
                  <a:pt x="20909" y="4491"/>
                </a:moveTo>
                <a:lnTo>
                  <a:pt x="20770" y="4491"/>
                </a:lnTo>
                <a:lnTo>
                  <a:pt x="20770" y="4389"/>
                </a:lnTo>
                <a:lnTo>
                  <a:pt x="20909" y="4389"/>
                </a:lnTo>
                <a:lnTo>
                  <a:pt x="20909" y="4491"/>
                </a:lnTo>
                <a:moveTo>
                  <a:pt x="20678" y="4491"/>
                </a:moveTo>
                <a:lnTo>
                  <a:pt x="20538" y="4491"/>
                </a:lnTo>
                <a:lnTo>
                  <a:pt x="20538" y="4389"/>
                </a:lnTo>
                <a:lnTo>
                  <a:pt x="20678" y="4389"/>
                </a:lnTo>
                <a:lnTo>
                  <a:pt x="20678" y="4491"/>
                </a:lnTo>
                <a:moveTo>
                  <a:pt x="20446" y="4491"/>
                </a:moveTo>
                <a:lnTo>
                  <a:pt x="20307" y="4491"/>
                </a:lnTo>
                <a:lnTo>
                  <a:pt x="20307" y="4389"/>
                </a:lnTo>
                <a:lnTo>
                  <a:pt x="20446" y="4389"/>
                </a:lnTo>
                <a:lnTo>
                  <a:pt x="20446" y="4491"/>
                </a:lnTo>
                <a:moveTo>
                  <a:pt x="20214" y="4491"/>
                </a:moveTo>
                <a:lnTo>
                  <a:pt x="20075" y="4491"/>
                </a:lnTo>
                <a:lnTo>
                  <a:pt x="20075" y="4389"/>
                </a:lnTo>
                <a:lnTo>
                  <a:pt x="20214" y="4389"/>
                </a:lnTo>
                <a:lnTo>
                  <a:pt x="20214" y="4491"/>
                </a:lnTo>
                <a:moveTo>
                  <a:pt x="19983" y="4491"/>
                </a:moveTo>
                <a:lnTo>
                  <a:pt x="19843" y="4491"/>
                </a:lnTo>
                <a:lnTo>
                  <a:pt x="19843" y="4389"/>
                </a:lnTo>
                <a:lnTo>
                  <a:pt x="19983" y="4389"/>
                </a:lnTo>
                <a:lnTo>
                  <a:pt x="19983" y="4491"/>
                </a:lnTo>
                <a:moveTo>
                  <a:pt x="19751" y="4491"/>
                </a:moveTo>
                <a:lnTo>
                  <a:pt x="19612" y="4491"/>
                </a:lnTo>
                <a:lnTo>
                  <a:pt x="19612" y="4389"/>
                </a:lnTo>
                <a:lnTo>
                  <a:pt x="19751" y="4389"/>
                </a:lnTo>
                <a:lnTo>
                  <a:pt x="19751" y="4491"/>
                </a:lnTo>
                <a:moveTo>
                  <a:pt x="19519" y="4491"/>
                </a:moveTo>
                <a:lnTo>
                  <a:pt x="19380" y="4491"/>
                </a:lnTo>
                <a:lnTo>
                  <a:pt x="19380" y="4389"/>
                </a:lnTo>
                <a:lnTo>
                  <a:pt x="19519" y="4389"/>
                </a:lnTo>
                <a:lnTo>
                  <a:pt x="19519" y="4491"/>
                </a:lnTo>
                <a:moveTo>
                  <a:pt x="19288" y="4491"/>
                </a:moveTo>
                <a:lnTo>
                  <a:pt x="19149" y="4491"/>
                </a:lnTo>
                <a:lnTo>
                  <a:pt x="19149" y="4389"/>
                </a:lnTo>
                <a:lnTo>
                  <a:pt x="19288" y="4389"/>
                </a:lnTo>
                <a:lnTo>
                  <a:pt x="19288" y="4491"/>
                </a:lnTo>
                <a:moveTo>
                  <a:pt x="19056" y="4491"/>
                </a:moveTo>
                <a:lnTo>
                  <a:pt x="18917" y="4491"/>
                </a:lnTo>
                <a:lnTo>
                  <a:pt x="18917" y="4389"/>
                </a:lnTo>
                <a:lnTo>
                  <a:pt x="19056" y="4389"/>
                </a:lnTo>
                <a:lnTo>
                  <a:pt x="19056" y="4491"/>
                </a:lnTo>
                <a:moveTo>
                  <a:pt x="18825" y="4491"/>
                </a:moveTo>
                <a:lnTo>
                  <a:pt x="18685" y="4491"/>
                </a:lnTo>
                <a:lnTo>
                  <a:pt x="18685" y="4389"/>
                </a:lnTo>
                <a:lnTo>
                  <a:pt x="18825" y="4389"/>
                </a:lnTo>
                <a:lnTo>
                  <a:pt x="18825" y="4491"/>
                </a:lnTo>
                <a:moveTo>
                  <a:pt x="18593" y="4491"/>
                </a:moveTo>
                <a:lnTo>
                  <a:pt x="18454" y="4491"/>
                </a:lnTo>
                <a:lnTo>
                  <a:pt x="18454" y="4389"/>
                </a:lnTo>
                <a:lnTo>
                  <a:pt x="18593" y="4389"/>
                </a:lnTo>
                <a:lnTo>
                  <a:pt x="18593" y="4491"/>
                </a:lnTo>
                <a:moveTo>
                  <a:pt x="18361" y="4491"/>
                </a:moveTo>
                <a:lnTo>
                  <a:pt x="18222" y="4491"/>
                </a:lnTo>
                <a:lnTo>
                  <a:pt x="18222" y="4389"/>
                </a:lnTo>
                <a:lnTo>
                  <a:pt x="18361" y="4389"/>
                </a:lnTo>
                <a:lnTo>
                  <a:pt x="18361" y="4491"/>
                </a:lnTo>
                <a:moveTo>
                  <a:pt x="18130" y="4491"/>
                </a:moveTo>
                <a:lnTo>
                  <a:pt x="17990" y="4491"/>
                </a:lnTo>
                <a:lnTo>
                  <a:pt x="17990" y="4389"/>
                </a:lnTo>
                <a:lnTo>
                  <a:pt x="18130" y="4389"/>
                </a:lnTo>
                <a:lnTo>
                  <a:pt x="18130" y="4491"/>
                </a:lnTo>
                <a:moveTo>
                  <a:pt x="17898" y="4491"/>
                </a:moveTo>
                <a:lnTo>
                  <a:pt x="17759" y="4491"/>
                </a:lnTo>
                <a:lnTo>
                  <a:pt x="17759" y="4389"/>
                </a:lnTo>
                <a:lnTo>
                  <a:pt x="17898" y="4389"/>
                </a:lnTo>
                <a:lnTo>
                  <a:pt x="17898" y="4491"/>
                </a:lnTo>
                <a:moveTo>
                  <a:pt x="17666" y="4491"/>
                </a:moveTo>
                <a:lnTo>
                  <a:pt x="17527" y="4491"/>
                </a:lnTo>
                <a:lnTo>
                  <a:pt x="17527" y="4389"/>
                </a:lnTo>
                <a:lnTo>
                  <a:pt x="17666" y="4389"/>
                </a:lnTo>
                <a:lnTo>
                  <a:pt x="17666" y="4491"/>
                </a:lnTo>
                <a:moveTo>
                  <a:pt x="17435" y="4491"/>
                </a:moveTo>
                <a:lnTo>
                  <a:pt x="17296" y="4491"/>
                </a:lnTo>
                <a:lnTo>
                  <a:pt x="17296" y="4389"/>
                </a:lnTo>
                <a:lnTo>
                  <a:pt x="17435" y="4389"/>
                </a:lnTo>
                <a:lnTo>
                  <a:pt x="17435" y="4491"/>
                </a:lnTo>
                <a:moveTo>
                  <a:pt x="17203" y="4491"/>
                </a:moveTo>
                <a:lnTo>
                  <a:pt x="17064" y="4491"/>
                </a:lnTo>
                <a:lnTo>
                  <a:pt x="17064" y="4389"/>
                </a:lnTo>
                <a:lnTo>
                  <a:pt x="17203" y="4389"/>
                </a:lnTo>
                <a:lnTo>
                  <a:pt x="17203" y="4491"/>
                </a:lnTo>
                <a:moveTo>
                  <a:pt x="16972" y="4491"/>
                </a:moveTo>
                <a:lnTo>
                  <a:pt x="16832" y="4491"/>
                </a:lnTo>
                <a:lnTo>
                  <a:pt x="16832" y="4389"/>
                </a:lnTo>
                <a:lnTo>
                  <a:pt x="16972" y="4389"/>
                </a:lnTo>
                <a:lnTo>
                  <a:pt x="16972" y="4491"/>
                </a:lnTo>
                <a:moveTo>
                  <a:pt x="16740" y="4491"/>
                </a:moveTo>
                <a:lnTo>
                  <a:pt x="16601" y="4491"/>
                </a:lnTo>
                <a:lnTo>
                  <a:pt x="16601" y="4389"/>
                </a:lnTo>
                <a:lnTo>
                  <a:pt x="16740" y="4389"/>
                </a:lnTo>
                <a:lnTo>
                  <a:pt x="16740" y="4491"/>
                </a:lnTo>
                <a:moveTo>
                  <a:pt x="16508" y="4491"/>
                </a:moveTo>
                <a:lnTo>
                  <a:pt x="16369" y="4491"/>
                </a:lnTo>
                <a:lnTo>
                  <a:pt x="16369" y="4389"/>
                </a:lnTo>
                <a:lnTo>
                  <a:pt x="16508" y="4389"/>
                </a:lnTo>
                <a:lnTo>
                  <a:pt x="16508" y="4491"/>
                </a:lnTo>
                <a:moveTo>
                  <a:pt x="16277" y="4491"/>
                </a:moveTo>
                <a:lnTo>
                  <a:pt x="16137" y="4491"/>
                </a:lnTo>
                <a:lnTo>
                  <a:pt x="16137" y="4389"/>
                </a:lnTo>
                <a:lnTo>
                  <a:pt x="16277" y="4389"/>
                </a:lnTo>
                <a:lnTo>
                  <a:pt x="16277" y="4491"/>
                </a:lnTo>
                <a:moveTo>
                  <a:pt x="16045" y="4491"/>
                </a:moveTo>
                <a:lnTo>
                  <a:pt x="15906" y="4491"/>
                </a:lnTo>
                <a:lnTo>
                  <a:pt x="15906" y="4389"/>
                </a:lnTo>
                <a:lnTo>
                  <a:pt x="16045" y="4389"/>
                </a:lnTo>
                <a:lnTo>
                  <a:pt x="16045" y="4491"/>
                </a:lnTo>
                <a:moveTo>
                  <a:pt x="15813" y="4491"/>
                </a:moveTo>
                <a:lnTo>
                  <a:pt x="15674" y="4491"/>
                </a:lnTo>
                <a:lnTo>
                  <a:pt x="15674" y="4389"/>
                </a:lnTo>
                <a:lnTo>
                  <a:pt x="15813" y="4389"/>
                </a:lnTo>
                <a:lnTo>
                  <a:pt x="15813" y="4491"/>
                </a:lnTo>
                <a:moveTo>
                  <a:pt x="15582" y="4491"/>
                </a:moveTo>
                <a:lnTo>
                  <a:pt x="15443" y="4491"/>
                </a:lnTo>
                <a:lnTo>
                  <a:pt x="15443" y="4389"/>
                </a:lnTo>
                <a:lnTo>
                  <a:pt x="15582" y="4389"/>
                </a:lnTo>
                <a:lnTo>
                  <a:pt x="15582" y="4491"/>
                </a:lnTo>
                <a:moveTo>
                  <a:pt x="15350" y="4491"/>
                </a:moveTo>
                <a:lnTo>
                  <a:pt x="15211" y="4491"/>
                </a:lnTo>
                <a:lnTo>
                  <a:pt x="15211" y="4389"/>
                </a:lnTo>
                <a:lnTo>
                  <a:pt x="15350" y="4389"/>
                </a:lnTo>
                <a:lnTo>
                  <a:pt x="15350" y="4491"/>
                </a:lnTo>
                <a:moveTo>
                  <a:pt x="15119" y="4491"/>
                </a:moveTo>
                <a:lnTo>
                  <a:pt x="14979" y="4491"/>
                </a:lnTo>
                <a:lnTo>
                  <a:pt x="14979" y="4389"/>
                </a:lnTo>
                <a:lnTo>
                  <a:pt x="15119" y="4389"/>
                </a:lnTo>
                <a:lnTo>
                  <a:pt x="15119" y="4491"/>
                </a:lnTo>
                <a:moveTo>
                  <a:pt x="14887" y="4491"/>
                </a:moveTo>
                <a:lnTo>
                  <a:pt x="14748" y="4491"/>
                </a:lnTo>
                <a:lnTo>
                  <a:pt x="14748" y="4389"/>
                </a:lnTo>
                <a:lnTo>
                  <a:pt x="14887" y="4389"/>
                </a:lnTo>
                <a:lnTo>
                  <a:pt x="14887" y="4491"/>
                </a:lnTo>
                <a:moveTo>
                  <a:pt x="14655" y="4491"/>
                </a:moveTo>
                <a:lnTo>
                  <a:pt x="14516" y="4491"/>
                </a:lnTo>
                <a:lnTo>
                  <a:pt x="14516" y="4389"/>
                </a:lnTo>
                <a:lnTo>
                  <a:pt x="14655" y="4389"/>
                </a:lnTo>
                <a:lnTo>
                  <a:pt x="14655" y="4491"/>
                </a:lnTo>
                <a:moveTo>
                  <a:pt x="14424" y="4491"/>
                </a:moveTo>
                <a:lnTo>
                  <a:pt x="14284" y="4491"/>
                </a:lnTo>
                <a:lnTo>
                  <a:pt x="14284" y="4389"/>
                </a:lnTo>
                <a:lnTo>
                  <a:pt x="14424" y="4389"/>
                </a:lnTo>
                <a:lnTo>
                  <a:pt x="14424" y="4491"/>
                </a:lnTo>
                <a:moveTo>
                  <a:pt x="14192" y="4491"/>
                </a:moveTo>
                <a:lnTo>
                  <a:pt x="14053" y="4491"/>
                </a:lnTo>
                <a:lnTo>
                  <a:pt x="14053" y="4389"/>
                </a:lnTo>
                <a:lnTo>
                  <a:pt x="14192" y="4389"/>
                </a:lnTo>
                <a:lnTo>
                  <a:pt x="14192" y="4491"/>
                </a:lnTo>
                <a:moveTo>
                  <a:pt x="13960" y="4491"/>
                </a:moveTo>
                <a:lnTo>
                  <a:pt x="13821" y="4491"/>
                </a:lnTo>
                <a:lnTo>
                  <a:pt x="13821" y="4389"/>
                </a:lnTo>
                <a:lnTo>
                  <a:pt x="13960" y="4389"/>
                </a:lnTo>
                <a:lnTo>
                  <a:pt x="13960" y="4491"/>
                </a:lnTo>
                <a:moveTo>
                  <a:pt x="13729" y="4491"/>
                </a:moveTo>
                <a:lnTo>
                  <a:pt x="13589" y="4491"/>
                </a:lnTo>
                <a:lnTo>
                  <a:pt x="13589" y="4389"/>
                </a:lnTo>
                <a:lnTo>
                  <a:pt x="13729" y="4389"/>
                </a:lnTo>
                <a:lnTo>
                  <a:pt x="13729" y="4491"/>
                </a:lnTo>
                <a:moveTo>
                  <a:pt x="13497" y="4491"/>
                </a:moveTo>
                <a:lnTo>
                  <a:pt x="13358" y="4491"/>
                </a:lnTo>
                <a:lnTo>
                  <a:pt x="13358" y="4389"/>
                </a:lnTo>
                <a:lnTo>
                  <a:pt x="13497" y="4389"/>
                </a:lnTo>
                <a:lnTo>
                  <a:pt x="13497" y="4491"/>
                </a:lnTo>
                <a:moveTo>
                  <a:pt x="13266" y="4491"/>
                </a:moveTo>
                <a:lnTo>
                  <a:pt x="13126" y="4491"/>
                </a:lnTo>
                <a:lnTo>
                  <a:pt x="13126" y="4389"/>
                </a:lnTo>
                <a:lnTo>
                  <a:pt x="13266" y="4389"/>
                </a:lnTo>
                <a:lnTo>
                  <a:pt x="13266" y="4491"/>
                </a:lnTo>
                <a:moveTo>
                  <a:pt x="13034" y="4491"/>
                </a:moveTo>
                <a:lnTo>
                  <a:pt x="12895" y="4491"/>
                </a:lnTo>
                <a:lnTo>
                  <a:pt x="12895" y="4389"/>
                </a:lnTo>
                <a:lnTo>
                  <a:pt x="13034" y="4389"/>
                </a:lnTo>
                <a:lnTo>
                  <a:pt x="13034" y="4491"/>
                </a:lnTo>
                <a:moveTo>
                  <a:pt x="12802" y="4491"/>
                </a:moveTo>
                <a:lnTo>
                  <a:pt x="12663" y="4491"/>
                </a:lnTo>
                <a:lnTo>
                  <a:pt x="12663" y="4389"/>
                </a:lnTo>
                <a:lnTo>
                  <a:pt x="12802" y="4389"/>
                </a:lnTo>
                <a:lnTo>
                  <a:pt x="12802" y="4491"/>
                </a:lnTo>
                <a:moveTo>
                  <a:pt x="12571" y="4491"/>
                </a:moveTo>
                <a:lnTo>
                  <a:pt x="12431" y="4491"/>
                </a:lnTo>
                <a:lnTo>
                  <a:pt x="12431" y="4389"/>
                </a:lnTo>
                <a:lnTo>
                  <a:pt x="12571" y="4389"/>
                </a:lnTo>
                <a:lnTo>
                  <a:pt x="12571" y="4491"/>
                </a:lnTo>
                <a:moveTo>
                  <a:pt x="12339" y="4491"/>
                </a:moveTo>
                <a:lnTo>
                  <a:pt x="12200" y="4491"/>
                </a:lnTo>
                <a:lnTo>
                  <a:pt x="12200" y="4389"/>
                </a:lnTo>
                <a:lnTo>
                  <a:pt x="12339" y="4389"/>
                </a:lnTo>
                <a:lnTo>
                  <a:pt x="12339" y="4491"/>
                </a:lnTo>
                <a:moveTo>
                  <a:pt x="12107" y="4491"/>
                </a:moveTo>
                <a:lnTo>
                  <a:pt x="11968" y="4491"/>
                </a:lnTo>
                <a:lnTo>
                  <a:pt x="11968" y="4389"/>
                </a:lnTo>
                <a:lnTo>
                  <a:pt x="12107" y="4389"/>
                </a:lnTo>
                <a:lnTo>
                  <a:pt x="12107" y="4491"/>
                </a:lnTo>
                <a:moveTo>
                  <a:pt x="11876" y="4491"/>
                </a:moveTo>
                <a:lnTo>
                  <a:pt x="11736" y="4491"/>
                </a:lnTo>
                <a:lnTo>
                  <a:pt x="11736" y="4389"/>
                </a:lnTo>
                <a:lnTo>
                  <a:pt x="11876" y="4389"/>
                </a:lnTo>
                <a:lnTo>
                  <a:pt x="11876" y="4491"/>
                </a:lnTo>
                <a:moveTo>
                  <a:pt x="11644" y="4491"/>
                </a:moveTo>
                <a:lnTo>
                  <a:pt x="11505" y="4491"/>
                </a:lnTo>
                <a:lnTo>
                  <a:pt x="11505" y="4389"/>
                </a:lnTo>
                <a:lnTo>
                  <a:pt x="11644" y="4389"/>
                </a:lnTo>
                <a:lnTo>
                  <a:pt x="11644" y="4491"/>
                </a:lnTo>
                <a:moveTo>
                  <a:pt x="11412" y="4491"/>
                </a:moveTo>
                <a:lnTo>
                  <a:pt x="11273" y="4491"/>
                </a:lnTo>
                <a:lnTo>
                  <a:pt x="11273" y="4389"/>
                </a:lnTo>
                <a:lnTo>
                  <a:pt x="11412" y="4389"/>
                </a:lnTo>
                <a:lnTo>
                  <a:pt x="11412" y="4491"/>
                </a:lnTo>
                <a:moveTo>
                  <a:pt x="11181" y="4491"/>
                </a:moveTo>
                <a:lnTo>
                  <a:pt x="11042" y="4491"/>
                </a:lnTo>
                <a:lnTo>
                  <a:pt x="11042" y="4389"/>
                </a:lnTo>
                <a:lnTo>
                  <a:pt x="11181" y="4389"/>
                </a:lnTo>
                <a:lnTo>
                  <a:pt x="11181" y="4491"/>
                </a:lnTo>
                <a:moveTo>
                  <a:pt x="10949" y="4491"/>
                </a:moveTo>
                <a:lnTo>
                  <a:pt x="10810" y="4491"/>
                </a:lnTo>
                <a:lnTo>
                  <a:pt x="10810" y="4389"/>
                </a:lnTo>
                <a:lnTo>
                  <a:pt x="10949" y="4389"/>
                </a:lnTo>
                <a:lnTo>
                  <a:pt x="10949" y="4491"/>
                </a:lnTo>
                <a:moveTo>
                  <a:pt x="10718" y="4491"/>
                </a:moveTo>
                <a:lnTo>
                  <a:pt x="10578" y="4491"/>
                </a:lnTo>
                <a:lnTo>
                  <a:pt x="10578" y="4389"/>
                </a:lnTo>
                <a:lnTo>
                  <a:pt x="10718" y="4389"/>
                </a:lnTo>
                <a:lnTo>
                  <a:pt x="10718" y="4491"/>
                </a:lnTo>
                <a:moveTo>
                  <a:pt x="10486" y="4491"/>
                </a:moveTo>
                <a:lnTo>
                  <a:pt x="10347" y="4491"/>
                </a:lnTo>
                <a:lnTo>
                  <a:pt x="10347" y="4389"/>
                </a:lnTo>
                <a:lnTo>
                  <a:pt x="10486" y="4389"/>
                </a:lnTo>
                <a:lnTo>
                  <a:pt x="10486" y="4491"/>
                </a:lnTo>
                <a:moveTo>
                  <a:pt x="10254" y="4491"/>
                </a:moveTo>
                <a:lnTo>
                  <a:pt x="10115" y="4491"/>
                </a:lnTo>
                <a:lnTo>
                  <a:pt x="10115" y="4389"/>
                </a:lnTo>
                <a:lnTo>
                  <a:pt x="10254" y="4389"/>
                </a:lnTo>
                <a:lnTo>
                  <a:pt x="10254" y="4491"/>
                </a:lnTo>
                <a:moveTo>
                  <a:pt x="10023" y="4491"/>
                </a:moveTo>
                <a:lnTo>
                  <a:pt x="9883" y="4491"/>
                </a:lnTo>
                <a:lnTo>
                  <a:pt x="9883" y="4389"/>
                </a:lnTo>
                <a:lnTo>
                  <a:pt x="10023" y="4389"/>
                </a:lnTo>
                <a:lnTo>
                  <a:pt x="10023" y="4491"/>
                </a:lnTo>
                <a:moveTo>
                  <a:pt x="9791" y="4491"/>
                </a:moveTo>
                <a:lnTo>
                  <a:pt x="9652" y="4491"/>
                </a:lnTo>
                <a:lnTo>
                  <a:pt x="9652" y="4389"/>
                </a:lnTo>
                <a:lnTo>
                  <a:pt x="9791" y="4389"/>
                </a:lnTo>
                <a:lnTo>
                  <a:pt x="9791" y="4491"/>
                </a:lnTo>
                <a:moveTo>
                  <a:pt x="9559" y="4491"/>
                </a:moveTo>
                <a:lnTo>
                  <a:pt x="9420" y="4491"/>
                </a:lnTo>
                <a:lnTo>
                  <a:pt x="9420" y="4389"/>
                </a:lnTo>
                <a:lnTo>
                  <a:pt x="9559" y="4389"/>
                </a:lnTo>
                <a:lnTo>
                  <a:pt x="9559" y="4491"/>
                </a:lnTo>
                <a:moveTo>
                  <a:pt x="9328" y="4491"/>
                </a:moveTo>
                <a:lnTo>
                  <a:pt x="9189" y="4491"/>
                </a:lnTo>
                <a:lnTo>
                  <a:pt x="9189" y="4389"/>
                </a:lnTo>
                <a:lnTo>
                  <a:pt x="9328" y="4389"/>
                </a:lnTo>
                <a:lnTo>
                  <a:pt x="9328" y="4491"/>
                </a:lnTo>
                <a:moveTo>
                  <a:pt x="9096" y="4491"/>
                </a:moveTo>
                <a:lnTo>
                  <a:pt x="8957" y="4491"/>
                </a:lnTo>
                <a:lnTo>
                  <a:pt x="8957" y="4389"/>
                </a:lnTo>
                <a:lnTo>
                  <a:pt x="9096" y="4389"/>
                </a:lnTo>
                <a:lnTo>
                  <a:pt x="9096" y="4491"/>
                </a:lnTo>
                <a:moveTo>
                  <a:pt x="8865" y="4491"/>
                </a:moveTo>
                <a:lnTo>
                  <a:pt x="8725" y="4491"/>
                </a:lnTo>
                <a:lnTo>
                  <a:pt x="8725" y="4389"/>
                </a:lnTo>
                <a:lnTo>
                  <a:pt x="8865" y="4389"/>
                </a:lnTo>
                <a:lnTo>
                  <a:pt x="8865" y="4491"/>
                </a:lnTo>
                <a:moveTo>
                  <a:pt x="8633" y="4491"/>
                </a:moveTo>
                <a:lnTo>
                  <a:pt x="8494" y="4491"/>
                </a:lnTo>
                <a:lnTo>
                  <a:pt x="8494" y="4389"/>
                </a:lnTo>
                <a:lnTo>
                  <a:pt x="8633" y="4389"/>
                </a:lnTo>
                <a:lnTo>
                  <a:pt x="8633" y="4491"/>
                </a:lnTo>
                <a:moveTo>
                  <a:pt x="8401" y="4491"/>
                </a:moveTo>
                <a:lnTo>
                  <a:pt x="8262" y="4491"/>
                </a:lnTo>
                <a:lnTo>
                  <a:pt x="8262" y="4389"/>
                </a:lnTo>
                <a:lnTo>
                  <a:pt x="8401" y="4389"/>
                </a:lnTo>
                <a:lnTo>
                  <a:pt x="8401" y="4491"/>
                </a:lnTo>
                <a:moveTo>
                  <a:pt x="8170" y="4491"/>
                </a:moveTo>
                <a:lnTo>
                  <a:pt x="8030" y="4491"/>
                </a:lnTo>
                <a:lnTo>
                  <a:pt x="8030" y="4389"/>
                </a:lnTo>
                <a:lnTo>
                  <a:pt x="8170" y="4389"/>
                </a:lnTo>
                <a:lnTo>
                  <a:pt x="8170" y="4491"/>
                </a:lnTo>
                <a:moveTo>
                  <a:pt x="7938" y="4491"/>
                </a:moveTo>
                <a:lnTo>
                  <a:pt x="7799" y="4491"/>
                </a:lnTo>
                <a:lnTo>
                  <a:pt x="7799" y="4389"/>
                </a:lnTo>
                <a:lnTo>
                  <a:pt x="7938" y="4389"/>
                </a:lnTo>
                <a:lnTo>
                  <a:pt x="7938" y="4491"/>
                </a:lnTo>
                <a:moveTo>
                  <a:pt x="7705" y="4491"/>
                </a:moveTo>
                <a:lnTo>
                  <a:pt x="7566" y="4491"/>
                </a:lnTo>
                <a:lnTo>
                  <a:pt x="7566" y="4389"/>
                </a:lnTo>
                <a:lnTo>
                  <a:pt x="7705" y="4389"/>
                </a:lnTo>
                <a:lnTo>
                  <a:pt x="7705" y="4491"/>
                </a:lnTo>
                <a:moveTo>
                  <a:pt x="7474" y="4491"/>
                </a:moveTo>
                <a:lnTo>
                  <a:pt x="7335" y="4491"/>
                </a:lnTo>
                <a:lnTo>
                  <a:pt x="7335" y="4389"/>
                </a:lnTo>
                <a:lnTo>
                  <a:pt x="7474" y="4389"/>
                </a:lnTo>
                <a:lnTo>
                  <a:pt x="7474" y="4491"/>
                </a:lnTo>
                <a:moveTo>
                  <a:pt x="7242" y="4491"/>
                </a:moveTo>
                <a:lnTo>
                  <a:pt x="7103" y="4491"/>
                </a:lnTo>
                <a:lnTo>
                  <a:pt x="7103" y="4389"/>
                </a:lnTo>
                <a:lnTo>
                  <a:pt x="7242" y="4389"/>
                </a:lnTo>
                <a:lnTo>
                  <a:pt x="7242" y="4491"/>
                </a:lnTo>
                <a:moveTo>
                  <a:pt x="7011" y="4491"/>
                </a:moveTo>
                <a:lnTo>
                  <a:pt x="6871" y="4491"/>
                </a:lnTo>
                <a:lnTo>
                  <a:pt x="6871" y="4389"/>
                </a:lnTo>
                <a:lnTo>
                  <a:pt x="7011" y="4389"/>
                </a:lnTo>
                <a:lnTo>
                  <a:pt x="7011" y="4491"/>
                </a:lnTo>
                <a:moveTo>
                  <a:pt x="6779" y="4491"/>
                </a:moveTo>
                <a:lnTo>
                  <a:pt x="6640" y="4491"/>
                </a:lnTo>
                <a:lnTo>
                  <a:pt x="6640" y="4389"/>
                </a:lnTo>
                <a:lnTo>
                  <a:pt x="6779" y="4389"/>
                </a:lnTo>
                <a:lnTo>
                  <a:pt x="6779" y="4491"/>
                </a:lnTo>
                <a:moveTo>
                  <a:pt x="6547" y="4491"/>
                </a:moveTo>
                <a:lnTo>
                  <a:pt x="6408" y="4491"/>
                </a:lnTo>
                <a:lnTo>
                  <a:pt x="6408" y="4389"/>
                </a:lnTo>
                <a:lnTo>
                  <a:pt x="6547" y="4389"/>
                </a:lnTo>
                <a:lnTo>
                  <a:pt x="6547" y="4491"/>
                </a:lnTo>
                <a:moveTo>
                  <a:pt x="6316" y="4491"/>
                </a:moveTo>
                <a:lnTo>
                  <a:pt x="6176" y="4491"/>
                </a:lnTo>
                <a:lnTo>
                  <a:pt x="6176" y="4389"/>
                </a:lnTo>
                <a:lnTo>
                  <a:pt x="6316" y="4389"/>
                </a:lnTo>
                <a:lnTo>
                  <a:pt x="6316" y="4491"/>
                </a:lnTo>
                <a:moveTo>
                  <a:pt x="6084" y="4491"/>
                </a:moveTo>
                <a:lnTo>
                  <a:pt x="5945" y="4491"/>
                </a:lnTo>
                <a:lnTo>
                  <a:pt x="5945" y="4389"/>
                </a:lnTo>
                <a:lnTo>
                  <a:pt x="6084" y="4389"/>
                </a:lnTo>
                <a:lnTo>
                  <a:pt x="6084" y="4491"/>
                </a:lnTo>
                <a:moveTo>
                  <a:pt x="5852" y="4491"/>
                </a:moveTo>
                <a:lnTo>
                  <a:pt x="5713" y="4491"/>
                </a:lnTo>
                <a:lnTo>
                  <a:pt x="5713" y="4389"/>
                </a:lnTo>
                <a:lnTo>
                  <a:pt x="5852" y="4389"/>
                </a:lnTo>
                <a:lnTo>
                  <a:pt x="5852" y="4491"/>
                </a:lnTo>
                <a:moveTo>
                  <a:pt x="5621" y="4491"/>
                </a:moveTo>
                <a:lnTo>
                  <a:pt x="5481" y="4491"/>
                </a:lnTo>
                <a:lnTo>
                  <a:pt x="5481" y="4389"/>
                </a:lnTo>
                <a:lnTo>
                  <a:pt x="5621" y="4389"/>
                </a:lnTo>
                <a:lnTo>
                  <a:pt x="5621" y="4491"/>
                </a:lnTo>
                <a:moveTo>
                  <a:pt x="5389" y="4491"/>
                </a:moveTo>
                <a:lnTo>
                  <a:pt x="5250" y="4491"/>
                </a:lnTo>
                <a:lnTo>
                  <a:pt x="5250" y="4389"/>
                </a:lnTo>
                <a:lnTo>
                  <a:pt x="5389" y="4389"/>
                </a:lnTo>
                <a:lnTo>
                  <a:pt x="5389" y="4491"/>
                </a:lnTo>
                <a:moveTo>
                  <a:pt x="5158" y="4491"/>
                </a:moveTo>
                <a:lnTo>
                  <a:pt x="5018" y="4491"/>
                </a:lnTo>
                <a:lnTo>
                  <a:pt x="5018" y="4389"/>
                </a:lnTo>
                <a:lnTo>
                  <a:pt x="5158" y="4389"/>
                </a:lnTo>
                <a:lnTo>
                  <a:pt x="5158" y="4491"/>
                </a:lnTo>
                <a:moveTo>
                  <a:pt x="4926" y="4491"/>
                </a:moveTo>
                <a:lnTo>
                  <a:pt x="4787" y="4491"/>
                </a:lnTo>
                <a:lnTo>
                  <a:pt x="4787" y="4389"/>
                </a:lnTo>
                <a:lnTo>
                  <a:pt x="4926" y="4389"/>
                </a:lnTo>
                <a:lnTo>
                  <a:pt x="4926" y="4491"/>
                </a:lnTo>
                <a:moveTo>
                  <a:pt x="4694" y="4491"/>
                </a:moveTo>
                <a:lnTo>
                  <a:pt x="4555" y="4491"/>
                </a:lnTo>
                <a:lnTo>
                  <a:pt x="4555" y="4389"/>
                </a:lnTo>
                <a:lnTo>
                  <a:pt x="4694" y="4389"/>
                </a:lnTo>
                <a:lnTo>
                  <a:pt x="4694" y="4491"/>
                </a:lnTo>
                <a:moveTo>
                  <a:pt x="4463" y="4491"/>
                </a:moveTo>
                <a:lnTo>
                  <a:pt x="4323" y="4491"/>
                </a:lnTo>
                <a:lnTo>
                  <a:pt x="4323" y="4389"/>
                </a:lnTo>
                <a:lnTo>
                  <a:pt x="4463" y="4389"/>
                </a:lnTo>
                <a:lnTo>
                  <a:pt x="4463" y="4491"/>
                </a:lnTo>
                <a:moveTo>
                  <a:pt x="4231" y="4491"/>
                </a:moveTo>
                <a:lnTo>
                  <a:pt x="4092" y="4491"/>
                </a:lnTo>
                <a:lnTo>
                  <a:pt x="4092" y="4389"/>
                </a:lnTo>
                <a:lnTo>
                  <a:pt x="4231" y="4389"/>
                </a:lnTo>
                <a:lnTo>
                  <a:pt x="4231" y="4491"/>
                </a:lnTo>
                <a:moveTo>
                  <a:pt x="3999" y="4491"/>
                </a:moveTo>
                <a:lnTo>
                  <a:pt x="3860" y="4491"/>
                </a:lnTo>
                <a:lnTo>
                  <a:pt x="3860" y="4389"/>
                </a:lnTo>
                <a:lnTo>
                  <a:pt x="3999" y="4389"/>
                </a:lnTo>
                <a:lnTo>
                  <a:pt x="3999" y="4491"/>
                </a:lnTo>
                <a:moveTo>
                  <a:pt x="3768" y="4491"/>
                </a:moveTo>
                <a:lnTo>
                  <a:pt x="3628" y="4491"/>
                </a:lnTo>
                <a:lnTo>
                  <a:pt x="3628" y="4389"/>
                </a:lnTo>
                <a:lnTo>
                  <a:pt x="3768" y="4389"/>
                </a:lnTo>
                <a:lnTo>
                  <a:pt x="3768" y="4491"/>
                </a:lnTo>
                <a:moveTo>
                  <a:pt x="3536" y="4491"/>
                </a:moveTo>
                <a:lnTo>
                  <a:pt x="3397" y="4491"/>
                </a:lnTo>
                <a:lnTo>
                  <a:pt x="3397" y="4389"/>
                </a:lnTo>
                <a:lnTo>
                  <a:pt x="3536" y="4389"/>
                </a:lnTo>
                <a:lnTo>
                  <a:pt x="3536" y="4491"/>
                </a:lnTo>
                <a:moveTo>
                  <a:pt x="3304" y="4491"/>
                </a:moveTo>
                <a:lnTo>
                  <a:pt x="3165" y="4491"/>
                </a:lnTo>
                <a:lnTo>
                  <a:pt x="3165" y="4389"/>
                </a:lnTo>
                <a:lnTo>
                  <a:pt x="3304" y="4389"/>
                </a:lnTo>
                <a:lnTo>
                  <a:pt x="3304" y="4491"/>
                </a:lnTo>
                <a:moveTo>
                  <a:pt x="3073" y="4491"/>
                </a:moveTo>
                <a:lnTo>
                  <a:pt x="2934" y="4491"/>
                </a:lnTo>
                <a:lnTo>
                  <a:pt x="2934" y="4389"/>
                </a:lnTo>
                <a:lnTo>
                  <a:pt x="3073" y="4389"/>
                </a:lnTo>
                <a:lnTo>
                  <a:pt x="3073" y="4491"/>
                </a:lnTo>
                <a:moveTo>
                  <a:pt x="2841" y="4491"/>
                </a:moveTo>
                <a:lnTo>
                  <a:pt x="2702" y="4491"/>
                </a:lnTo>
                <a:lnTo>
                  <a:pt x="2702" y="4389"/>
                </a:lnTo>
                <a:lnTo>
                  <a:pt x="2841" y="4389"/>
                </a:lnTo>
                <a:lnTo>
                  <a:pt x="2841" y="4491"/>
                </a:lnTo>
                <a:moveTo>
                  <a:pt x="2610" y="4491"/>
                </a:moveTo>
                <a:lnTo>
                  <a:pt x="2470" y="4491"/>
                </a:lnTo>
                <a:lnTo>
                  <a:pt x="2470" y="4389"/>
                </a:lnTo>
                <a:lnTo>
                  <a:pt x="2610" y="4389"/>
                </a:lnTo>
                <a:lnTo>
                  <a:pt x="2610" y="4491"/>
                </a:lnTo>
                <a:moveTo>
                  <a:pt x="2378" y="4491"/>
                </a:moveTo>
                <a:lnTo>
                  <a:pt x="2239" y="4491"/>
                </a:lnTo>
                <a:lnTo>
                  <a:pt x="2239" y="4389"/>
                </a:lnTo>
                <a:lnTo>
                  <a:pt x="2378" y="4389"/>
                </a:lnTo>
                <a:lnTo>
                  <a:pt x="2378" y="4491"/>
                </a:lnTo>
                <a:moveTo>
                  <a:pt x="2146" y="4491"/>
                </a:moveTo>
                <a:lnTo>
                  <a:pt x="2007" y="4491"/>
                </a:lnTo>
                <a:lnTo>
                  <a:pt x="2007" y="4389"/>
                </a:lnTo>
                <a:lnTo>
                  <a:pt x="2146" y="4389"/>
                </a:lnTo>
                <a:lnTo>
                  <a:pt x="2146" y="4491"/>
                </a:lnTo>
                <a:moveTo>
                  <a:pt x="1915" y="4491"/>
                </a:moveTo>
                <a:lnTo>
                  <a:pt x="1775" y="4491"/>
                </a:lnTo>
                <a:lnTo>
                  <a:pt x="1775" y="4389"/>
                </a:lnTo>
                <a:lnTo>
                  <a:pt x="1915" y="4389"/>
                </a:lnTo>
                <a:lnTo>
                  <a:pt x="1915" y="4491"/>
                </a:lnTo>
                <a:moveTo>
                  <a:pt x="1683" y="4491"/>
                </a:moveTo>
                <a:lnTo>
                  <a:pt x="1544" y="4491"/>
                </a:lnTo>
                <a:lnTo>
                  <a:pt x="1544" y="4389"/>
                </a:lnTo>
                <a:lnTo>
                  <a:pt x="1683" y="4389"/>
                </a:lnTo>
                <a:lnTo>
                  <a:pt x="1683" y="4491"/>
                </a:lnTo>
                <a:moveTo>
                  <a:pt x="1451" y="4491"/>
                </a:moveTo>
                <a:lnTo>
                  <a:pt x="1312" y="4491"/>
                </a:lnTo>
                <a:lnTo>
                  <a:pt x="1312" y="4389"/>
                </a:lnTo>
                <a:lnTo>
                  <a:pt x="1451" y="4389"/>
                </a:lnTo>
                <a:lnTo>
                  <a:pt x="1451" y="4491"/>
                </a:lnTo>
                <a:moveTo>
                  <a:pt x="1220" y="4491"/>
                </a:moveTo>
                <a:lnTo>
                  <a:pt x="1081" y="4491"/>
                </a:lnTo>
                <a:lnTo>
                  <a:pt x="1081" y="4389"/>
                </a:lnTo>
                <a:lnTo>
                  <a:pt x="1220" y="4389"/>
                </a:lnTo>
                <a:lnTo>
                  <a:pt x="1220" y="4491"/>
                </a:lnTo>
                <a:moveTo>
                  <a:pt x="988" y="4491"/>
                </a:moveTo>
                <a:lnTo>
                  <a:pt x="849" y="4491"/>
                </a:lnTo>
                <a:lnTo>
                  <a:pt x="849" y="4389"/>
                </a:lnTo>
                <a:lnTo>
                  <a:pt x="988" y="4389"/>
                </a:lnTo>
                <a:lnTo>
                  <a:pt x="988" y="4491"/>
                </a:lnTo>
                <a:moveTo>
                  <a:pt x="757" y="4491"/>
                </a:moveTo>
                <a:lnTo>
                  <a:pt x="617" y="4491"/>
                </a:lnTo>
                <a:lnTo>
                  <a:pt x="617" y="4389"/>
                </a:lnTo>
                <a:lnTo>
                  <a:pt x="757" y="4389"/>
                </a:lnTo>
                <a:lnTo>
                  <a:pt x="757" y="4491"/>
                </a:lnTo>
                <a:moveTo>
                  <a:pt x="525" y="4491"/>
                </a:moveTo>
                <a:lnTo>
                  <a:pt x="386" y="4491"/>
                </a:lnTo>
                <a:lnTo>
                  <a:pt x="386" y="4389"/>
                </a:lnTo>
                <a:lnTo>
                  <a:pt x="525" y="4389"/>
                </a:lnTo>
                <a:lnTo>
                  <a:pt x="525" y="4491"/>
                </a:lnTo>
                <a:moveTo>
                  <a:pt x="293" y="4491"/>
                </a:moveTo>
                <a:lnTo>
                  <a:pt x="214" y="4491"/>
                </a:lnTo>
                <a:cubicBezTo>
                  <a:pt x="187" y="4491"/>
                  <a:pt x="161" y="4486"/>
                  <a:pt x="137" y="4476"/>
                </a:cubicBezTo>
                <a:lnTo>
                  <a:pt x="174" y="4381"/>
                </a:lnTo>
                <a:cubicBezTo>
                  <a:pt x="187" y="4386"/>
                  <a:pt x="200" y="4389"/>
                  <a:pt x="214" y="4389"/>
                </a:cubicBezTo>
                <a:lnTo>
                  <a:pt x="293" y="4389"/>
                </a:lnTo>
                <a:lnTo>
                  <a:pt x="293" y="4491"/>
                </a:lnTo>
                <a:moveTo>
                  <a:pt x="41" y="4402"/>
                </a:moveTo>
                <a:cubicBezTo>
                  <a:pt x="14" y="4365"/>
                  <a:pt x="0" y="4323"/>
                  <a:pt x="0" y="4277"/>
                </a:cubicBezTo>
                <a:lnTo>
                  <a:pt x="0" y="4239"/>
                </a:lnTo>
                <a:lnTo>
                  <a:pt x="103" y="4239"/>
                </a:lnTo>
                <a:lnTo>
                  <a:pt x="103" y="4277"/>
                </a:lnTo>
                <a:cubicBezTo>
                  <a:pt x="103" y="4301"/>
                  <a:pt x="110" y="4323"/>
                  <a:pt x="124" y="4343"/>
                </a:cubicBezTo>
                <a:lnTo>
                  <a:pt x="41" y="4402"/>
                </a:lnTo>
                <a:moveTo>
                  <a:pt x="0" y="4147"/>
                </a:moveTo>
                <a:lnTo>
                  <a:pt x="0" y="4008"/>
                </a:lnTo>
                <a:lnTo>
                  <a:pt x="103" y="4008"/>
                </a:lnTo>
                <a:lnTo>
                  <a:pt x="103" y="4147"/>
                </a:lnTo>
                <a:lnTo>
                  <a:pt x="0" y="4147"/>
                </a:lnTo>
                <a:moveTo>
                  <a:pt x="0" y="3915"/>
                </a:moveTo>
                <a:lnTo>
                  <a:pt x="0" y="3776"/>
                </a:lnTo>
                <a:lnTo>
                  <a:pt x="103" y="3776"/>
                </a:lnTo>
                <a:lnTo>
                  <a:pt x="103" y="3915"/>
                </a:lnTo>
                <a:lnTo>
                  <a:pt x="0" y="3915"/>
                </a:lnTo>
                <a:moveTo>
                  <a:pt x="0" y="3684"/>
                </a:moveTo>
                <a:lnTo>
                  <a:pt x="0" y="3544"/>
                </a:lnTo>
                <a:lnTo>
                  <a:pt x="103" y="3544"/>
                </a:lnTo>
                <a:lnTo>
                  <a:pt x="103" y="3684"/>
                </a:lnTo>
                <a:lnTo>
                  <a:pt x="0" y="3684"/>
                </a:lnTo>
                <a:moveTo>
                  <a:pt x="0" y="3451"/>
                </a:moveTo>
                <a:lnTo>
                  <a:pt x="0" y="3312"/>
                </a:lnTo>
                <a:lnTo>
                  <a:pt x="103" y="3312"/>
                </a:lnTo>
                <a:lnTo>
                  <a:pt x="103" y="3451"/>
                </a:lnTo>
                <a:lnTo>
                  <a:pt x="0" y="3451"/>
                </a:lnTo>
                <a:moveTo>
                  <a:pt x="0" y="3219"/>
                </a:moveTo>
                <a:lnTo>
                  <a:pt x="0" y="3080"/>
                </a:lnTo>
                <a:lnTo>
                  <a:pt x="103" y="3080"/>
                </a:lnTo>
                <a:lnTo>
                  <a:pt x="103" y="3219"/>
                </a:lnTo>
                <a:lnTo>
                  <a:pt x="0" y="3219"/>
                </a:lnTo>
                <a:moveTo>
                  <a:pt x="0" y="2988"/>
                </a:moveTo>
                <a:lnTo>
                  <a:pt x="0" y="2849"/>
                </a:lnTo>
                <a:lnTo>
                  <a:pt x="103" y="2849"/>
                </a:lnTo>
                <a:lnTo>
                  <a:pt x="103" y="2988"/>
                </a:lnTo>
                <a:lnTo>
                  <a:pt x="0" y="2988"/>
                </a:lnTo>
                <a:moveTo>
                  <a:pt x="0" y="2756"/>
                </a:moveTo>
                <a:lnTo>
                  <a:pt x="0" y="2617"/>
                </a:lnTo>
                <a:lnTo>
                  <a:pt x="103" y="2617"/>
                </a:lnTo>
                <a:lnTo>
                  <a:pt x="103" y="2756"/>
                </a:lnTo>
                <a:lnTo>
                  <a:pt x="0" y="2756"/>
                </a:lnTo>
                <a:moveTo>
                  <a:pt x="0" y="2525"/>
                </a:moveTo>
                <a:lnTo>
                  <a:pt x="0" y="2385"/>
                </a:lnTo>
                <a:lnTo>
                  <a:pt x="103" y="2385"/>
                </a:lnTo>
                <a:lnTo>
                  <a:pt x="103" y="2525"/>
                </a:lnTo>
                <a:lnTo>
                  <a:pt x="0" y="2525"/>
                </a:lnTo>
                <a:moveTo>
                  <a:pt x="0" y="2293"/>
                </a:moveTo>
                <a:lnTo>
                  <a:pt x="0" y="2154"/>
                </a:lnTo>
                <a:lnTo>
                  <a:pt x="103" y="2154"/>
                </a:lnTo>
                <a:lnTo>
                  <a:pt x="103" y="2293"/>
                </a:lnTo>
                <a:lnTo>
                  <a:pt x="0" y="2293"/>
                </a:lnTo>
                <a:moveTo>
                  <a:pt x="0" y="2061"/>
                </a:moveTo>
                <a:lnTo>
                  <a:pt x="0" y="1922"/>
                </a:lnTo>
                <a:lnTo>
                  <a:pt x="103" y="1922"/>
                </a:lnTo>
                <a:lnTo>
                  <a:pt x="103" y="2061"/>
                </a:lnTo>
                <a:lnTo>
                  <a:pt x="0" y="2061"/>
                </a:lnTo>
                <a:moveTo>
                  <a:pt x="0" y="1830"/>
                </a:moveTo>
                <a:lnTo>
                  <a:pt x="0" y="1690"/>
                </a:lnTo>
                <a:lnTo>
                  <a:pt x="103" y="1690"/>
                </a:lnTo>
                <a:lnTo>
                  <a:pt x="103" y="1830"/>
                </a:lnTo>
                <a:lnTo>
                  <a:pt x="0" y="1830"/>
                </a:lnTo>
                <a:moveTo>
                  <a:pt x="0" y="1598"/>
                </a:moveTo>
                <a:lnTo>
                  <a:pt x="0" y="1459"/>
                </a:lnTo>
                <a:lnTo>
                  <a:pt x="103" y="1459"/>
                </a:lnTo>
                <a:lnTo>
                  <a:pt x="103" y="1598"/>
                </a:lnTo>
                <a:lnTo>
                  <a:pt x="0" y="1598"/>
                </a:lnTo>
                <a:moveTo>
                  <a:pt x="0" y="1366"/>
                </a:moveTo>
                <a:lnTo>
                  <a:pt x="0" y="1227"/>
                </a:lnTo>
                <a:lnTo>
                  <a:pt x="103" y="1227"/>
                </a:lnTo>
                <a:lnTo>
                  <a:pt x="103" y="1366"/>
                </a:lnTo>
                <a:lnTo>
                  <a:pt x="0" y="1366"/>
                </a:lnTo>
                <a:moveTo>
                  <a:pt x="0" y="1135"/>
                </a:moveTo>
                <a:lnTo>
                  <a:pt x="0" y="996"/>
                </a:lnTo>
                <a:lnTo>
                  <a:pt x="103" y="996"/>
                </a:lnTo>
                <a:lnTo>
                  <a:pt x="103" y="1135"/>
                </a:lnTo>
                <a:lnTo>
                  <a:pt x="0" y="1135"/>
                </a:lnTo>
                <a:moveTo>
                  <a:pt x="0" y="903"/>
                </a:moveTo>
                <a:lnTo>
                  <a:pt x="0" y="764"/>
                </a:lnTo>
                <a:lnTo>
                  <a:pt x="103" y="764"/>
                </a:lnTo>
                <a:lnTo>
                  <a:pt x="103" y="903"/>
                </a:lnTo>
                <a:lnTo>
                  <a:pt x="0" y="903"/>
                </a:lnTo>
                <a:moveTo>
                  <a:pt x="0" y="672"/>
                </a:moveTo>
                <a:lnTo>
                  <a:pt x="0" y="532"/>
                </a:lnTo>
                <a:lnTo>
                  <a:pt x="103" y="532"/>
                </a:lnTo>
                <a:lnTo>
                  <a:pt x="103" y="672"/>
                </a:lnTo>
                <a:lnTo>
                  <a:pt x="0" y="672"/>
                </a:lnTo>
                <a:moveTo>
                  <a:pt x="0" y="440"/>
                </a:moveTo>
                <a:lnTo>
                  <a:pt x="0" y="301"/>
                </a:lnTo>
                <a:lnTo>
                  <a:pt x="103" y="301"/>
                </a:lnTo>
                <a:lnTo>
                  <a:pt x="103" y="440"/>
                </a:lnTo>
                <a:lnTo>
                  <a:pt x="0" y="440"/>
                </a:lnTo>
                <a:moveTo>
                  <a:pt x="1" y="207"/>
                </a:moveTo>
                <a:cubicBezTo>
                  <a:pt x="3" y="141"/>
                  <a:pt x="30" y="88"/>
                  <a:pt x="81" y="47"/>
                </a:cubicBezTo>
                <a:lnTo>
                  <a:pt x="145" y="127"/>
                </a:lnTo>
                <a:cubicBezTo>
                  <a:pt x="118" y="148"/>
                  <a:pt x="104" y="176"/>
                  <a:pt x="103" y="210"/>
                </a:cubicBezTo>
                <a:lnTo>
                  <a:pt x="1" y="207"/>
                </a:lnTo>
                <a:moveTo>
                  <a:pt x="194" y="1"/>
                </a:moveTo>
                <a:cubicBezTo>
                  <a:pt x="200" y="1"/>
                  <a:pt x="207" y="0"/>
                  <a:pt x="214" y="0"/>
                </a:cubicBezTo>
                <a:lnTo>
                  <a:pt x="353" y="0"/>
                </a:lnTo>
                <a:lnTo>
                  <a:pt x="353" y="103"/>
                </a:lnTo>
                <a:lnTo>
                  <a:pt x="214" y="103"/>
                </a:lnTo>
                <a:cubicBezTo>
                  <a:pt x="210" y="103"/>
                  <a:pt x="207" y="103"/>
                  <a:pt x="203" y="103"/>
                </a:cubicBezTo>
                <a:lnTo>
                  <a:pt x="194" y="1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자유형 1215">
            <a:extLst>
              <a:ext uri="{FF2B5EF4-FFF2-40B4-BE49-F238E27FC236}">
                <a16:creationId xmlns:a16="http://schemas.microsoft.com/office/drawing/2014/main" id="{009DCA38-5F51-4419-B4D2-EA08034DAF7F}"/>
              </a:ext>
            </a:extLst>
          </p:cNvPr>
          <p:cNvSpPr/>
          <p:nvPr/>
        </p:nvSpPr>
        <p:spPr>
          <a:xfrm>
            <a:off x="2263292" y="4949665"/>
            <a:ext cx="8143200" cy="1616760"/>
          </a:xfrm>
          <a:custGeom>
            <a:avLst/>
            <a:gdLst/>
            <a:ahLst/>
            <a:cxnLst/>
            <a:rect l="0" t="0" r="r" b="b"/>
            <a:pathLst>
              <a:path w="22620" h="4491">
                <a:moveTo>
                  <a:pt x="446" y="0"/>
                </a:moveTo>
                <a:lnTo>
                  <a:pt x="585" y="0"/>
                </a:lnTo>
                <a:lnTo>
                  <a:pt x="585" y="103"/>
                </a:lnTo>
                <a:lnTo>
                  <a:pt x="446" y="103"/>
                </a:lnTo>
                <a:lnTo>
                  <a:pt x="446" y="0"/>
                </a:lnTo>
                <a:moveTo>
                  <a:pt x="677" y="0"/>
                </a:moveTo>
                <a:lnTo>
                  <a:pt x="817" y="0"/>
                </a:lnTo>
                <a:lnTo>
                  <a:pt x="817" y="103"/>
                </a:lnTo>
                <a:lnTo>
                  <a:pt x="677" y="103"/>
                </a:lnTo>
                <a:lnTo>
                  <a:pt x="677" y="0"/>
                </a:lnTo>
                <a:moveTo>
                  <a:pt x="909" y="0"/>
                </a:moveTo>
                <a:lnTo>
                  <a:pt x="1048" y="0"/>
                </a:lnTo>
                <a:lnTo>
                  <a:pt x="1048" y="103"/>
                </a:lnTo>
                <a:lnTo>
                  <a:pt x="909" y="103"/>
                </a:lnTo>
                <a:lnTo>
                  <a:pt x="909" y="0"/>
                </a:lnTo>
                <a:moveTo>
                  <a:pt x="1141" y="0"/>
                </a:moveTo>
                <a:lnTo>
                  <a:pt x="1280" y="0"/>
                </a:lnTo>
                <a:lnTo>
                  <a:pt x="1280" y="103"/>
                </a:lnTo>
                <a:lnTo>
                  <a:pt x="1141" y="103"/>
                </a:lnTo>
                <a:lnTo>
                  <a:pt x="1141" y="0"/>
                </a:lnTo>
                <a:moveTo>
                  <a:pt x="1372" y="0"/>
                </a:moveTo>
                <a:lnTo>
                  <a:pt x="1511" y="0"/>
                </a:lnTo>
                <a:lnTo>
                  <a:pt x="1511" y="103"/>
                </a:lnTo>
                <a:lnTo>
                  <a:pt x="1372" y="103"/>
                </a:lnTo>
                <a:lnTo>
                  <a:pt x="1372" y="0"/>
                </a:lnTo>
                <a:moveTo>
                  <a:pt x="1604" y="0"/>
                </a:moveTo>
                <a:lnTo>
                  <a:pt x="1743" y="0"/>
                </a:lnTo>
                <a:lnTo>
                  <a:pt x="1743" y="103"/>
                </a:lnTo>
                <a:lnTo>
                  <a:pt x="1604" y="103"/>
                </a:lnTo>
                <a:lnTo>
                  <a:pt x="1604" y="0"/>
                </a:lnTo>
                <a:moveTo>
                  <a:pt x="1835" y="0"/>
                </a:moveTo>
                <a:lnTo>
                  <a:pt x="1975" y="0"/>
                </a:lnTo>
                <a:lnTo>
                  <a:pt x="1975" y="103"/>
                </a:lnTo>
                <a:lnTo>
                  <a:pt x="1835" y="103"/>
                </a:lnTo>
                <a:lnTo>
                  <a:pt x="1835" y="0"/>
                </a:lnTo>
                <a:moveTo>
                  <a:pt x="2067" y="0"/>
                </a:moveTo>
                <a:lnTo>
                  <a:pt x="2206" y="0"/>
                </a:lnTo>
                <a:lnTo>
                  <a:pt x="2206" y="103"/>
                </a:lnTo>
                <a:lnTo>
                  <a:pt x="2067" y="103"/>
                </a:lnTo>
                <a:lnTo>
                  <a:pt x="2067" y="0"/>
                </a:lnTo>
                <a:moveTo>
                  <a:pt x="2299" y="0"/>
                </a:moveTo>
                <a:lnTo>
                  <a:pt x="2438" y="0"/>
                </a:lnTo>
                <a:lnTo>
                  <a:pt x="2438" y="103"/>
                </a:lnTo>
                <a:lnTo>
                  <a:pt x="2299" y="103"/>
                </a:lnTo>
                <a:lnTo>
                  <a:pt x="2299" y="0"/>
                </a:lnTo>
                <a:moveTo>
                  <a:pt x="2530" y="0"/>
                </a:moveTo>
                <a:lnTo>
                  <a:pt x="2670" y="0"/>
                </a:lnTo>
                <a:lnTo>
                  <a:pt x="2670" y="103"/>
                </a:lnTo>
                <a:lnTo>
                  <a:pt x="2530" y="103"/>
                </a:lnTo>
                <a:lnTo>
                  <a:pt x="2530" y="0"/>
                </a:lnTo>
                <a:moveTo>
                  <a:pt x="2762" y="0"/>
                </a:moveTo>
                <a:lnTo>
                  <a:pt x="2901" y="0"/>
                </a:lnTo>
                <a:lnTo>
                  <a:pt x="2901" y="103"/>
                </a:lnTo>
                <a:lnTo>
                  <a:pt x="2762" y="103"/>
                </a:lnTo>
                <a:lnTo>
                  <a:pt x="2762" y="0"/>
                </a:lnTo>
                <a:moveTo>
                  <a:pt x="2994" y="0"/>
                </a:moveTo>
                <a:lnTo>
                  <a:pt x="3133" y="0"/>
                </a:lnTo>
                <a:lnTo>
                  <a:pt x="3133" y="103"/>
                </a:lnTo>
                <a:lnTo>
                  <a:pt x="2994" y="103"/>
                </a:lnTo>
                <a:lnTo>
                  <a:pt x="2994" y="0"/>
                </a:lnTo>
                <a:moveTo>
                  <a:pt x="3225" y="0"/>
                </a:moveTo>
                <a:lnTo>
                  <a:pt x="3364" y="0"/>
                </a:lnTo>
                <a:lnTo>
                  <a:pt x="3364" y="103"/>
                </a:lnTo>
                <a:lnTo>
                  <a:pt x="3225" y="103"/>
                </a:lnTo>
                <a:lnTo>
                  <a:pt x="3225" y="0"/>
                </a:lnTo>
                <a:moveTo>
                  <a:pt x="3457" y="0"/>
                </a:moveTo>
                <a:lnTo>
                  <a:pt x="3596" y="0"/>
                </a:lnTo>
                <a:lnTo>
                  <a:pt x="3596" y="103"/>
                </a:lnTo>
                <a:lnTo>
                  <a:pt x="3457" y="103"/>
                </a:lnTo>
                <a:lnTo>
                  <a:pt x="3457" y="0"/>
                </a:lnTo>
                <a:moveTo>
                  <a:pt x="3688" y="0"/>
                </a:moveTo>
                <a:lnTo>
                  <a:pt x="3828" y="0"/>
                </a:lnTo>
                <a:lnTo>
                  <a:pt x="3828" y="103"/>
                </a:lnTo>
                <a:lnTo>
                  <a:pt x="3688" y="103"/>
                </a:lnTo>
                <a:lnTo>
                  <a:pt x="3688" y="0"/>
                </a:lnTo>
                <a:moveTo>
                  <a:pt x="3920" y="0"/>
                </a:moveTo>
                <a:lnTo>
                  <a:pt x="4059" y="0"/>
                </a:lnTo>
                <a:lnTo>
                  <a:pt x="4059" y="103"/>
                </a:lnTo>
                <a:lnTo>
                  <a:pt x="3920" y="103"/>
                </a:lnTo>
                <a:lnTo>
                  <a:pt x="3920" y="0"/>
                </a:lnTo>
                <a:moveTo>
                  <a:pt x="4152" y="0"/>
                </a:moveTo>
                <a:lnTo>
                  <a:pt x="4291" y="0"/>
                </a:lnTo>
                <a:lnTo>
                  <a:pt x="4291" y="103"/>
                </a:lnTo>
                <a:lnTo>
                  <a:pt x="4152" y="103"/>
                </a:lnTo>
                <a:lnTo>
                  <a:pt x="4152" y="0"/>
                </a:lnTo>
                <a:moveTo>
                  <a:pt x="4383" y="0"/>
                </a:moveTo>
                <a:lnTo>
                  <a:pt x="4523" y="0"/>
                </a:lnTo>
                <a:lnTo>
                  <a:pt x="4523" y="103"/>
                </a:lnTo>
                <a:lnTo>
                  <a:pt x="4383" y="103"/>
                </a:lnTo>
                <a:lnTo>
                  <a:pt x="4383" y="0"/>
                </a:lnTo>
                <a:moveTo>
                  <a:pt x="4615" y="0"/>
                </a:moveTo>
                <a:lnTo>
                  <a:pt x="4754" y="0"/>
                </a:lnTo>
                <a:lnTo>
                  <a:pt x="4754" y="103"/>
                </a:lnTo>
                <a:lnTo>
                  <a:pt x="4615" y="103"/>
                </a:lnTo>
                <a:lnTo>
                  <a:pt x="4615" y="0"/>
                </a:lnTo>
                <a:moveTo>
                  <a:pt x="4847" y="0"/>
                </a:moveTo>
                <a:lnTo>
                  <a:pt x="4986" y="0"/>
                </a:lnTo>
                <a:lnTo>
                  <a:pt x="4986" y="103"/>
                </a:lnTo>
                <a:lnTo>
                  <a:pt x="4847" y="103"/>
                </a:lnTo>
                <a:lnTo>
                  <a:pt x="4847" y="0"/>
                </a:lnTo>
                <a:moveTo>
                  <a:pt x="5078" y="0"/>
                </a:moveTo>
                <a:lnTo>
                  <a:pt x="5217" y="0"/>
                </a:lnTo>
                <a:lnTo>
                  <a:pt x="5217" y="103"/>
                </a:lnTo>
                <a:lnTo>
                  <a:pt x="5078" y="103"/>
                </a:lnTo>
                <a:lnTo>
                  <a:pt x="5078" y="0"/>
                </a:lnTo>
                <a:moveTo>
                  <a:pt x="5310" y="0"/>
                </a:moveTo>
                <a:lnTo>
                  <a:pt x="5449" y="0"/>
                </a:lnTo>
                <a:lnTo>
                  <a:pt x="5449" y="103"/>
                </a:lnTo>
                <a:lnTo>
                  <a:pt x="5310" y="103"/>
                </a:lnTo>
                <a:lnTo>
                  <a:pt x="5310" y="0"/>
                </a:lnTo>
                <a:moveTo>
                  <a:pt x="5541" y="0"/>
                </a:moveTo>
                <a:lnTo>
                  <a:pt x="5681" y="0"/>
                </a:lnTo>
                <a:lnTo>
                  <a:pt x="5681" y="103"/>
                </a:lnTo>
                <a:lnTo>
                  <a:pt x="5541" y="103"/>
                </a:lnTo>
                <a:lnTo>
                  <a:pt x="5541" y="0"/>
                </a:lnTo>
                <a:moveTo>
                  <a:pt x="5773" y="0"/>
                </a:moveTo>
                <a:lnTo>
                  <a:pt x="5912" y="0"/>
                </a:lnTo>
                <a:lnTo>
                  <a:pt x="5912" y="103"/>
                </a:lnTo>
                <a:lnTo>
                  <a:pt x="5773" y="103"/>
                </a:lnTo>
                <a:lnTo>
                  <a:pt x="5773" y="0"/>
                </a:lnTo>
                <a:moveTo>
                  <a:pt x="6005" y="0"/>
                </a:moveTo>
                <a:lnTo>
                  <a:pt x="6144" y="0"/>
                </a:lnTo>
                <a:lnTo>
                  <a:pt x="6144" y="103"/>
                </a:lnTo>
                <a:lnTo>
                  <a:pt x="6005" y="103"/>
                </a:lnTo>
                <a:lnTo>
                  <a:pt x="6005" y="0"/>
                </a:lnTo>
                <a:moveTo>
                  <a:pt x="6236" y="0"/>
                </a:moveTo>
                <a:lnTo>
                  <a:pt x="6376" y="0"/>
                </a:lnTo>
                <a:lnTo>
                  <a:pt x="6376" y="103"/>
                </a:lnTo>
                <a:lnTo>
                  <a:pt x="6236" y="103"/>
                </a:lnTo>
                <a:lnTo>
                  <a:pt x="6236" y="0"/>
                </a:lnTo>
                <a:moveTo>
                  <a:pt x="6468" y="0"/>
                </a:moveTo>
                <a:lnTo>
                  <a:pt x="6607" y="0"/>
                </a:lnTo>
                <a:lnTo>
                  <a:pt x="6607" y="103"/>
                </a:lnTo>
                <a:lnTo>
                  <a:pt x="6468" y="103"/>
                </a:lnTo>
                <a:lnTo>
                  <a:pt x="6468" y="0"/>
                </a:lnTo>
                <a:moveTo>
                  <a:pt x="6700" y="0"/>
                </a:moveTo>
                <a:lnTo>
                  <a:pt x="6839" y="0"/>
                </a:lnTo>
                <a:lnTo>
                  <a:pt x="6839" y="103"/>
                </a:lnTo>
                <a:lnTo>
                  <a:pt x="6700" y="103"/>
                </a:lnTo>
                <a:lnTo>
                  <a:pt x="6700" y="0"/>
                </a:lnTo>
                <a:moveTo>
                  <a:pt x="6931" y="0"/>
                </a:moveTo>
                <a:lnTo>
                  <a:pt x="7071" y="0"/>
                </a:lnTo>
                <a:lnTo>
                  <a:pt x="7071" y="103"/>
                </a:lnTo>
                <a:lnTo>
                  <a:pt x="6931" y="103"/>
                </a:lnTo>
                <a:lnTo>
                  <a:pt x="6931" y="0"/>
                </a:lnTo>
                <a:moveTo>
                  <a:pt x="7163" y="0"/>
                </a:moveTo>
                <a:lnTo>
                  <a:pt x="7302" y="0"/>
                </a:lnTo>
                <a:lnTo>
                  <a:pt x="7302" y="103"/>
                </a:lnTo>
                <a:lnTo>
                  <a:pt x="7163" y="103"/>
                </a:lnTo>
                <a:lnTo>
                  <a:pt x="7163" y="0"/>
                </a:lnTo>
                <a:moveTo>
                  <a:pt x="7394" y="0"/>
                </a:moveTo>
                <a:lnTo>
                  <a:pt x="7534" y="0"/>
                </a:lnTo>
                <a:lnTo>
                  <a:pt x="7534" y="103"/>
                </a:lnTo>
                <a:lnTo>
                  <a:pt x="7394" y="103"/>
                </a:lnTo>
                <a:lnTo>
                  <a:pt x="7394" y="0"/>
                </a:lnTo>
                <a:moveTo>
                  <a:pt x="7626" y="0"/>
                </a:moveTo>
                <a:lnTo>
                  <a:pt x="7766" y="0"/>
                </a:lnTo>
                <a:lnTo>
                  <a:pt x="7766" y="103"/>
                </a:lnTo>
                <a:lnTo>
                  <a:pt x="7626" y="103"/>
                </a:lnTo>
                <a:lnTo>
                  <a:pt x="7626" y="0"/>
                </a:lnTo>
                <a:moveTo>
                  <a:pt x="7859" y="0"/>
                </a:moveTo>
                <a:lnTo>
                  <a:pt x="7998" y="0"/>
                </a:lnTo>
                <a:lnTo>
                  <a:pt x="7998" y="103"/>
                </a:lnTo>
                <a:lnTo>
                  <a:pt x="7859" y="103"/>
                </a:lnTo>
                <a:lnTo>
                  <a:pt x="7859" y="0"/>
                </a:lnTo>
                <a:moveTo>
                  <a:pt x="8090" y="0"/>
                </a:moveTo>
                <a:lnTo>
                  <a:pt x="8230" y="0"/>
                </a:lnTo>
                <a:lnTo>
                  <a:pt x="8230" y="103"/>
                </a:lnTo>
                <a:lnTo>
                  <a:pt x="8090" y="103"/>
                </a:lnTo>
                <a:lnTo>
                  <a:pt x="8090" y="0"/>
                </a:lnTo>
                <a:moveTo>
                  <a:pt x="8322" y="0"/>
                </a:moveTo>
                <a:lnTo>
                  <a:pt x="8461" y="0"/>
                </a:lnTo>
                <a:lnTo>
                  <a:pt x="8461" y="103"/>
                </a:lnTo>
                <a:lnTo>
                  <a:pt x="8322" y="103"/>
                </a:lnTo>
                <a:lnTo>
                  <a:pt x="8322" y="0"/>
                </a:lnTo>
                <a:moveTo>
                  <a:pt x="8554" y="0"/>
                </a:moveTo>
                <a:lnTo>
                  <a:pt x="8693" y="0"/>
                </a:lnTo>
                <a:lnTo>
                  <a:pt x="8693" y="103"/>
                </a:lnTo>
                <a:lnTo>
                  <a:pt x="8554" y="103"/>
                </a:lnTo>
                <a:lnTo>
                  <a:pt x="8554" y="0"/>
                </a:lnTo>
                <a:moveTo>
                  <a:pt x="8785" y="0"/>
                </a:moveTo>
                <a:lnTo>
                  <a:pt x="8925" y="0"/>
                </a:lnTo>
                <a:lnTo>
                  <a:pt x="8925" y="103"/>
                </a:lnTo>
                <a:lnTo>
                  <a:pt x="8785" y="103"/>
                </a:lnTo>
                <a:lnTo>
                  <a:pt x="8785" y="0"/>
                </a:lnTo>
                <a:moveTo>
                  <a:pt x="9017" y="0"/>
                </a:moveTo>
                <a:lnTo>
                  <a:pt x="9156" y="0"/>
                </a:lnTo>
                <a:lnTo>
                  <a:pt x="9156" y="103"/>
                </a:lnTo>
                <a:lnTo>
                  <a:pt x="9017" y="103"/>
                </a:lnTo>
                <a:lnTo>
                  <a:pt x="9017" y="0"/>
                </a:lnTo>
                <a:moveTo>
                  <a:pt x="9249" y="0"/>
                </a:moveTo>
                <a:lnTo>
                  <a:pt x="9388" y="0"/>
                </a:lnTo>
                <a:lnTo>
                  <a:pt x="9388" y="103"/>
                </a:lnTo>
                <a:lnTo>
                  <a:pt x="9249" y="103"/>
                </a:lnTo>
                <a:lnTo>
                  <a:pt x="9249" y="0"/>
                </a:lnTo>
                <a:moveTo>
                  <a:pt x="9480" y="0"/>
                </a:moveTo>
                <a:lnTo>
                  <a:pt x="9619" y="0"/>
                </a:lnTo>
                <a:lnTo>
                  <a:pt x="9619" y="103"/>
                </a:lnTo>
                <a:lnTo>
                  <a:pt x="9480" y="103"/>
                </a:lnTo>
                <a:lnTo>
                  <a:pt x="9480" y="0"/>
                </a:lnTo>
                <a:moveTo>
                  <a:pt x="9712" y="0"/>
                </a:moveTo>
                <a:lnTo>
                  <a:pt x="9851" y="0"/>
                </a:lnTo>
                <a:lnTo>
                  <a:pt x="9851" y="103"/>
                </a:lnTo>
                <a:lnTo>
                  <a:pt x="9712" y="103"/>
                </a:lnTo>
                <a:lnTo>
                  <a:pt x="9712" y="0"/>
                </a:lnTo>
                <a:moveTo>
                  <a:pt x="9943" y="0"/>
                </a:moveTo>
                <a:lnTo>
                  <a:pt x="10083" y="0"/>
                </a:lnTo>
                <a:lnTo>
                  <a:pt x="10083" y="103"/>
                </a:lnTo>
                <a:lnTo>
                  <a:pt x="9943" y="103"/>
                </a:lnTo>
                <a:lnTo>
                  <a:pt x="9943" y="0"/>
                </a:lnTo>
                <a:moveTo>
                  <a:pt x="10175" y="0"/>
                </a:moveTo>
                <a:lnTo>
                  <a:pt x="10314" y="0"/>
                </a:lnTo>
                <a:lnTo>
                  <a:pt x="10314" y="103"/>
                </a:lnTo>
                <a:lnTo>
                  <a:pt x="10175" y="103"/>
                </a:lnTo>
                <a:lnTo>
                  <a:pt x="10175" y="0"/>
                </a:lnTo>
                <a:moveTo>
                  <a:pt x="10407" y="0"/>
                </a:moveTo>
                <a:lnTo>
                  <a:pt x="10546" y="0"/>
                </a:lnTo>
                <a:lnTo>
                  <a:pt x="10546" y="103"/>
                </a:lnTo>
                <a:lnTo>
                  <a:pt x="10407" y="103"/>
                </a:lnTo>
                <a:lnTo>
                  <a:pt x="10407" y="0"/>
                </a:lnTo>
                <a:moveTo>
                  <a:pt x="10638" y="0"/>
                </a:moveTo>
                <a:lnTo>
                  <a:pt x="10778" y="0"/>
                </a:lnTo>
                <a:lnTo>
                  <a:pt x="10778" y="103"/>
                </a:lnTo>
                <a:lnTo>
                  <a:pt x="10638" y="103"/>
                </a:lnTo>
                <a:lnTo>
                  <a:pt x="10638" y="0"/>
                </a:lnTo>
                <a:moveTo>
                  <a:pt x="10870" y="0"/>
                </a:moveTo>
                <a:lnTo>
                  <a:pt x="11009" y="0"/>
                </a:lnTo>
                <a:lnTo>
                  <a:pt x="11009" y="103"/>
                </a:lnTo>
                <a:lnTo>
                  <a:pt x="10870" y="103"/>
                </a:lnTo>
                <a:lnTo>
                  <a:pt x="10870" y="0"/>
                </a:lnTo>
                <a:moveTo>
                  <a:pt x="11102" y="0"/>
                </a:moveTo>
                <a:lnTo>
                  <a:pt x="11241" y="0"/>
                </a:lnTo>
                <a:lnTo>
                  <a:pt x="11241" y="103"/>
                </a:lnTo>
                <a:lnTo>
                  <a:pt x="11102" y="103"/>
                </a:lnTo>
                <a:lnTo>
                  <a:pt x="11102" y="0"/>
                </a:lnTo>
                <a:moveTo>
                  <a:pt x="11333" y="0"/>
                </a:moveTo>
                <a:lnTo>
                  <a:pt x="11472" y="0"/>
                </a:lnTo>
                <a:lnTo>
                  <a:pt x="11472" y="103"/>
                </a:lnTo>
                <a:lnTo>
                  <a:pt x="11333" y="103"/>
                </a:lnTo>
                <a:lnTo>
                  <a:pt x="11333" y="0"/>
                </a:lnTo>
                <a:moveTo>
                  <a:pt x="11565" y="0"/>
                </a:moveTo>
                <a:lnTo>
                  <a:pt x="11704" y="0"/>
                </a:lnTo>
                <a:lnTo>
                  <a:pt x="11704" y="103"/>
                </a:lnTo>
                <a:lnTo>
                  <a:pt x="11565" y="103"/>
                </a:lnTo>
                <a:lnTo>
                  <a:pt x="11565" y="0"/>
                </a:lnTo>
                <a:moveTo>
                  <a:pt x="11796" y="0"/>
                </a:moveTo>
                <a:lnTo>
                  <a:pt x="11936" y="0"/>
                </a:lnTo>
                <a:lnTo>
                  <a:pt x="11936" y="103"/>
                </a:lnTo>
                <a:lnTo>
                  <a:pt x="11796" y="103"/>
                </a:lnTo>
                <a:lnTo>
                  <a:pt x="11796" y="0"/>
                </a:lnTo>
                <a:moveTo>
                  <a:pt x="12028" y="0"/>
                </a:moveTo>
                <a:lnTo>
                  <a:pt x="12167" y="0"/>
                </a:lnTo>
                <a:lnTo>
                  <a:pt x="12167" y="103"/>
                </a:lnTo>
                <a:lnTo>
                  <a:pt x="12028" y="103"/>
                </a:lnTo>
                <a:lnTo>
                  <a:pt x="12028" y="0"/>
                </a:lnTo>
                <a:moveTo>
                  <a:pt x="12260" y="0"/>
                </a:moveTo>
                <a:lnTo>
                  <a:pt x="12399" y="0"/>
                </a:lnTo>
                <a:lnTo>
                  <a:pt x="12399" y="103"/>
                </a:lnTo>
                <a:lnTo>
                  <a:pt x="12260" y="103"/>
                </a:lnTo>
                <a:lnTo>
                  <a:pt x="12260" y="0"/>
                </a:lnTo>
                <a:moveTo>
                  <a:pt x="12491" y="0"/>
                </a:moveTo>
                <a:lnTo>
                  <a:pt x="12631" y="0"/>
                </a:lnTo>
                <a:lnTo>
                  <a:pt x="12631" y="103"/>
                </a:lnTo>
                <a:lnTo>
                  <a:pt x="12491" y="103"/>
                </a:lnTo>
                <a:lnTo>
                  <a:pt x="12491" y="0"/>
                </a:lnTo>
                <a:moveTo>
                  <a:pt x="12723" y="0"/>
                </a:moveTo>
                <a:lnTo>
                  <a:pt x="12862" y="0"/>
                </a:lnTo>
                <a:lnTo>
                  <a:pt x="12862" y="103"/>
                </a:lnTo>
                <a:lnTo>
                  <a:pt x="12723" y="103"/>
                </a:lnTo>
                <a:lnTo>
                  <a:pt x="12723" y="0"/>
                </a:lnTo>
                <a:moveTo>
                  <a:pt x="12955" y="0"/>
                </a:moveTo>
                <a:lnTo>
                  <a:pt x="13094" y="0"/>
                </a:lnTo>
                <a:lnTo>
                  <a:pt x="13094" y="103"/>
                </a:lnTo>
                <a:lnTo>
                  <a:pt x="12955" y="103"/>
                </a:lnTo>
                <a:lnTo>
                  <a:pt x="12955" y="0"/>
                </a:lnTo>
                <a:moveTo>
                  <a:pt x="13186" y="0"/>
                </a:moveTo>
                <a:lnTo>
                  <a:pt x="13325" y="0"/>
                </a:lnTo>
                <a:lnTo>
                  <a:pt x="13325" y="103"/>
                </a:lnTo>
                <a:lnTo>
                  <a:pt x="13186" y="103"/>
                </a:lnTo>
                <a:lnTo>
                  <a:pt x="13186" y="0"/>
                </a:lnTo>
                <a:moveTo>
                  <a:pt x="13418" y="0"/>
                </a:moveTo>
                <a:lnTo>
                  <a:pt x="13557" y="0"/>
                </a:lnTo>
                <a:lnTo>
                  <a:pt x="13557" y="103"/>
                </a:lnTo>
                <a:lnTo>
                  <a:pt x="13418" y="103"/>
                </a:lnTo>
                <a:lnTo>
                  <a:pt x="13418" y="0"/>
                </a:lnTo>
                <a:moveTo>
                  <a:pt x="13649" y="0"/>
                </a:moveTo>
                <a:lnTo>
                  <a:pt x="13789" y="0"/>
                </a:lnTo>
                <a:lnTo>
                  <a:pt x="13789" y="103"/>
                </a:lnTo>
                <a:lnTo>
                  <a:pt x="13649" y="103"/>
                </a:lnTo>
                <a:lnTo>
                  <a:pt x="13649" y="0"/>
                </a:lnTo>
                <a:moveTo>
                  <a:pt x="13881" y="0"/>
                </a:moveTo>
                <a:lnTo>
                  <a:pt x="14020" y="0"/>
                </a:lnTo>
                <a:lnTo>
                  <a:pt x="14020" y="103"/>
                </a:lnTo>
                <a:lnTo>
                  <a:pt x="13881" y="103"/>
                </a:lnTo>
                <a:lnTo>
                  <a:pt x="13881" y="0"/>
                </a:lnTo>
                <a:moveTo>
                  <a:pt x="14113" y="0"/>
                </a:moveTo>
                <a:lnTo>
                  <a:pt x="14252" y="0"/>
                </a:lnTo>
                <a:lnTo>
                  <a:pt x="14252" y="103"/>
                </a:lnTo>
                <a:lnTo>
                  <a:pt x="14113" y="103"/>
                </a:lnTo>
                <a:lnTo>
                  <a:pt x="14113" y="0"/>
                </a:lnTo>
                <a:moveTo>
                  <a:pt x="14344" y="0"/>
                </a:moveTo>
                <a:lnTo>
                  <a:pt x="14484" y="0"/>
                </a:lnTo>
                <a:lnTo>
                  <a:pt x="14484" y="103"/>
                </a:lnTo>
                <a:lnTo>
                  <a:pt x="14344" y="103"/>
                </a:lnTo>
                <a:lnTo>
                  <a:pt x="14344" y="0"/>
                </a:lnTo>
                <a:moveTo>
                  <a:pt x="14576" y="0"/>
                </a:moveTo>
                <a:lnTo>
                  <a:pt x="14715" y="0"/>
                </a:lnTo>
                <a:lnTo>
                  <a:pt x="14715" y="103"/>
                </a:lnTo>
                <a:lnTo>
                  <a:pt x="14576" y="103"/>
                </a:lnTo>
                <a:lnTo>
                  <a:pt x="14576" y="0"/>
                </a:lnTo>
                <a:moveTo>
                  <a:pt x="14808" y="0"/>
                </a:moveTo>
                <a:lnTo>
                  <a:pt x="14947" y="0"/>
                </a:lnTo>
                <a:lnTo>
                  <a:pt x="14947" y="103"/>
                </a:lnTo>
                <a:lnTo>
                  <a:pt x="14808" y="103"/>
                </a:lnTo>
                <a:lnTo>
                  <a:pt x="14808" y="0"/>
                </a:lnTo>
                <a:moveTo>
                  <a:pt x="15039" y="0"/>
                </a:moveTo>
                <a:lnTo>
                  <a:pt x="15178" y="0"/>
                </a:lnTo>
                <a:lnTo>
                  <a:pt x="15178" y="103"/>
                </a:lnTo>
                <a:lnTo>
                  <a:pt x="15039" y="103"/>
                </a:lnTo>
                <a:lnTo>
                  <a:pt x="15039" y="0"/>
                </a:lnTo>
                <a:moveTo>
                  <a:pt x="15271" y="0"/>
                </a:moveTo>
                <a:lnTo>
                  <a:pt x="15410" y="0"/>
                </a:lnTo>
                <a:lnTo>
                  <a:pt x="15410" y="103"/>
                </a:lnTo>
                <a:lnTo>
                  <a:pt x="15271" y="103"/>
                </a:lnTo>
                <a:lnTo>
                  <a:pt x="15271" y="0"/>
                </a:lnTo>
                <a:moveTo>
                  <a:pt x="15502" y="0"/>
                </a:moveTo>
                <a:lnTo>
                  <a:pt x="15642" y="0"/>
                </a:lnTo>
                <a:lnTo>
                  <a:pt x="15642" y="103"/>
                </a:lnTo>
                <a:lnTo>
                  <a:pt x="15502" y="103"/>
                </a:lnTo>
                <a:lnTo>
                  <a:pt x="15502" y="0"/>
                </a:lnTo>
                <a:moveTo>
                  <a:pt x="15734" y="0"/>
                </a:moveTo>
                <a:lnTo>
                  <a:pt x="15873" y="0"/>
                </a:lnTo>
                <a:lnTo>
                  <a:pt x="15873" y="103"/>
                </a:lnTo>
                <a:lnTo>
                  <a:pt x="15734" y="103"/>
                </a:lnTo>
                <a:lnTo>
                  <a:pt x="15734" y="0"/>
                </a:lnTo>
                <a:moveTo>
                  <a:pt x="15966" y="0"/>
                </a:moveTo>
                <a:lnTo>
                  <a:pt x="16105" y="0"/>
                </a:lnTo>
                <a:lnTo>
                  <a:pt x="16105" y="103"/>
                </a:lnTo>
                <a:lnTo>
                  <a:pt x="15966" y="103"/>
                </a:lnTo>
                <a:lnTo>
                  <a:pt x="15966" y="0"/>
                </a:lnTo>
                <a:moveTo>
                  <a:pt x="16197" y="0"/>
                </a:moveTo>
                <a:lnTo>
                  <a:pt x="16337" y="0"/>
                </a:lnTo>
                <a:lnTo>
                  <a:pt x="16337" y="103"/>
                </a:lnTo>
                <a:lnTo>
                  <a:pt x="16197" y="103"/>
                </a:lnTo>
                <a:lnTo>
                  <a:pt x="16197" y="0"/>
                </a:lnTo>
                <a:moveTo>
                  <a:pt x="16429" y="0"/>
                </a:moveTo>
                <a:lnTo>
                  <a:pt x="16568" y="0"/>
                </a:lnTo>
                <a:lnTo>
                  <a:pt x="16568" y="103"/>
                </a:lnTo>
                <a:lnTo>
                  <a:pt x="16429" y="103"/>
                </a:lnTo>
                <a:lnTo>
                  <a:pt x="16429" y="0"/>
                </a:lnTo>
                <a:moveTo>
                  <a:pt x="16661" y="0"/>
                </a:moveTo>
                <a:lnTo>
                  <a:pt x="16800" y="0"/>
                </a:lnTo>
                <a:lnTo>
                  <a:pt x="16800" y="103"/>
                </a:lnTo>
                <a:lnTo>
                  <a:pt x="16661" y="103"/>
                </a:lnTo>
                <a:lnTo>
                  <a:pt x="16661" y="0"/>
                </a:lnTo>
                <a:moveTo>
                  <a:pt x="16892" y="0"/>
                </a:moveTo>
                <a:lnTo>
                  <a:pt x="17032" y="0"/>
                </a:lnTo>
                <a:lnTo>
                  <a:pt x="17032" y="103"/>
                </a:lnTo>
                <a:lnTo>
                  <a:pt x="16892" y="103"/>
                </a:lnTo>
                <a:lnTo>
                  <a:pt x="16892" y="0"/>
                </a:lnTo>
                <a:moveTo>
                  <a:pt x="17124" y="0"/>
                </a:moveTo>
                <a:lnTo>
                  <a:pt x="17263" y="0"/>
                </a:lnTo>
                <a:lnTo>
                  <a:pt x="17263" y="103"/>
                </a:lnTo>
                <a:lnTo>
                  <a:pt x="17124" y="103"/>
                </a:lnTo>
                <a:lnTo>
                  <a:pt x="17124" y="0"/>
                </a:lnTo>
                <a:moveTo>
                  <a:pt x="17355" y="0"/>
                </a:moveTo>
                <a:lnTo>
                  <a:pt x="17495" y="0"/>
                </a:lnTo>
                <a:lnTo>
                  <a:pt x="17495" y="103"/>
                </a:lnTo>
                <a:lnTo>
                  <a:pt x="17355" y="103"/>
                </a:lnTo>
                <a:lnTo>
                  <a:pt x="17355" y="0"/>
                </a:lnTo>
                <a:moveTo>
                  <a:pt x="17587" y="0"/>
                </a:moveTo>
                <a:lnTo>
                  <a:pt x="17726" y="0"/>
                </a:lnTo>
                <a:lnTo>
                  <a:pt x="17726" y="103"/>
                </a:lnTo>
                <a:lnTo>
                  <a:pt x="17587" y="103"/>
                </a:lnTo>
                <a:lnTo>
                  <a:pt x="17587" y="0"/>
                </a:lnTo>
                <a:moveTo>
                  <a:pt x="17819" y="0"/>
                </a:moveTo>
                <a:lnTo>
                  <a:pt x="17958" y="0"/>
                </a:lnTo>
                <a:lnTo>
                  <a:pt x="17958" y="103"/>
                </a:lnTo>
                <a:lnTo>
                  <a:pt x="17819" y="103"/>
                </a:lnTo>
                <a:lnTo>
                  <a:pt x="17819" y="0"/>
                </a:lnTo>
                <a:moveTo>
                  <a:pt x="18050" y="0"/>
                </a:moveTo>
                <a:lnTo>
                  <a:pt x="18190" y="0"/>
                </a:lnTo>
                <a:lnTo>
                  <a:pt x="18190" y="103"/>
                </a:lnTo>
                <a:lnTo>
                  <a:pt x="18050" y="103"/>
                </a:lnTo>
                <a:lnTo>
                  <a:pt x="18050" y="0"/>
                </a:lnTo>
                <a:moveTo>
                  <a:pt x="18282" y="0"/>
                </a:moveTo>
                <a:lnTo>
                  <a:pt x="18421" y="0"/>
                </a:lnTo>
                <a:lnTo>
                  <a:pt x="18421" y="103"/>
                </a:lnTo>
                <a:lnTo>
                  <a:pt x="18282" y="103"/>
                </a:lnTo>
                <a:lnTo>
                  <a:pt x="18282" y="0"/>
                </a:lnTo>
                <a:moveTo>
                  <a:pt x="18514" y="0"/>
                </a:moveTo>
                <a:lnTo>
                  <a:pt x="18653" y="0"/>
                </a:lnTo>
                <a:lnTo>
                  <a:pt x="18653" y="103"/>
                </a:lnTo>
                <a:lnTo>
                  <a:pt x="18514" y="103"/>
                </a:lnTo>
                <a:lnTo>
                  <a:pt x="18514" y="0"/>
                </a:lnTo>
                <a:moveTo>
                  <a:pt x="18745" y="0"/>
                </a:moveTo>
                <a:lnTo>
                  <a:pt x="18885" y="0"/>
                </a:lnTo>
                <a:lnTo>
                  <a:pt x="18885" y="103"/>
                </a:lnTo>
                <a:lnTo>
                  <a:pt x="18745" y="103"/>
                </a:lnTo>
                <a:lnTo>
                  <a:pt x="18745" y="0"/>
                </a:lnTo>
                <a:moveTo>
                  <a:pt x="18977" y="0"/>
                </a:moveTo>
                <a:lnTo>
                  <a:pt x="19116" y="0"/>
                </a:lnTo>
                <a:lnTo>
                  <a:pt x="19116" y="103"/>
                </a:lnTo>
                <a:lnTo>
                  <a:pt x="18977" y="103"/>
                </a:lnTo>
                <a:lnTo>
                  <a:pt x="18977" y="0"/>
                </a:lnTo>
                <a:moveTo>
                  <a:pt x="19209" y="0"/>
                </a:moveTo>
                <a:lnTo>
                  <a:pt x="19348" y="0"/>
                </a:lnTo>
                <a:lnTo>
                  <a:pt x="19348" y="103"/>
                </a:lnTo>
                <a:lnTo>
                  <a:pt x="19209" y="103"/>
                </a:lnTo>
                <a:lnTo>
                  <a:pt x="19209" y="0"/>
                </a:lnTo>
                <a:moveTo>
                  <a:pt x="19440" y="0"/>
                </a:moveTo>
                <a:lnTo>
                  <a:pt x="19579" y="0"/>
                </a:lnTo>
                <a:lnTo>
                  <a:pt x="19579" y="103"/>
                </a:lnTo>
                <a:lnTo>
                  <a:pt x="19440" y="103"/>
                </a:lnTo>
                <a:lnTo>
                  <a:pt x="19440" y="0"/>
                </a:lnTo>
                <a:moveTo>
                  <a:pt x="19672" y="0"/>
                </a:moveTo>
                <a:lnTo>
                  <a:pt x="19811" y="0"/>
                </a:lnTo>
                <a:lnTo>
                  <a:pt x="19811" y="103"/>
                </a:lnTo>
                <a:lnTo>
                  <a:pt x="19672" y="103"/>
                </a:lnTo>
                <a:lnTo>
                  <a:pt x="19672" y="0"/>
                </a:lnTo>
                <a:moveTo>
                  <a:pt x="19903" y="0"/>
                </a:moveTo>
                <a:lnTo>
                  <a:pt x="20043" y="0"/>
                </a:lnTo>
                <a:lnTo>
                  <a:pt x="20043" y="103"/>
                </a:lnTo>
                <a:lnTo>
                  <a:pt x="19903" y="103"/>
                </a:lnTo>
                <a:lnTo>
                  <a:pt x="19903" y="0"/>
                </a:lnTo>
                <a:moveTo>
                  <a:pt x="20135" y="0"/>
                </a:moveTo>
                <a:lnTo>
                  <a:pt x="20274" y="0"/>
                </a:lnTo>
                <a:lnTo>
                  <a:pt x="20274" y="103"/>
                </a:lnTo>
                <a:lnTo>
                  <a:pt x="20135" y="103"/>
                </a:lnTo>
                <a:lnTo>
                  <a:pt x="20135" y="0"/>
                </a:lnTo>
                <a:moveTo>
                  <a:pt x="20367" y="0"/>
                </a:moveTo>
                <a:lnTo>
                  <a:pt x="20506" y="0"/>
                </a:lnTo>
                <a:lnTo>
                  <a:pt x="20506" y="103"/>
                </a:lnTo>
                <a:lnTo>
                  <a:pt x="20367" y="103"/>
                </a:lnTo>
                <a:lnTo>
                  <a:pt x="20367" y="0"/>
                </a:lnTo>
                <a:moveTo>
                  <a:pt x="20598" y="0"/>
                </a:moveTo>
                <a:lnTo>
                  <a:pt x="20738" y="0"/>
                </a:lnTo>
                <a:lnTo>
                  <a:pt x="20738" y="103"/>
                </a:lnTo>
                <a:lnTo>
                  <a:pt x="20598" y="103"/>
                </a:lnTo>
                <a:lnTo>
                  <a:pt x="20598" y="0"/>
                </a:lnTo>
                <a:moveTo>
                  <a:pt x="20830" y="0"/>
                </a:moveTo>
                <a:lnTo>
                  <a:pt x="20969" y="0"/>
                </a:lnTo>
                <a:lnTo>
                  <a:pt x="20969" y="103"/>
                </a:lnTo>
                <a:lnTo>
                  <a:pt x="20830" y="103"/>
                </a:lnTo>
                <a:lnTo>
                  <a:pt x="20830" y="0"/>
                </a:lnTo>
                <a:moveTo>
                  <a:pt x="21062" y="0"/>
                </a:moveTo>
                <a:lnTo>
                  <a:pt x="21201" y="0"/>
                </a:lnTo>
                <a:lnTo>
                  <a:pt x="21201" y="103"/>
                </a:lnTo>
                <a:lnTo>
                  <a:pt x="21062" y="103"/>
                </a:lnTo>
                <a:lnTo>
                  <a:pt x="21062" y="0"/>
                </a:lnTo>
                <a:moveTo>
                  <a:pt x="21293" y="0"/>
                </a:moveTo>
                <a:lnTo>
                  <a:pt x="21432" y="0"/>
                </a:lnTo>
                <a:lnTo>
                  <a:pt x="21432" y="103"/>
                </a:lnTo>
                <a:lnTo>
                  <a:pt x="21293" y="103"/>
                </a:lnTo>
                <a:lnTo>
                  <a:pt x="21293" y="0"/>
                </a:lnTo>
                <a:moveTo>
                  <a:pt x="21525" y="0"/>
                </a:moveTo>
                <a:lnTo>
                  <a:pt x="21664" y="0"/>
                </a:lnTo>
                <a:lnTo>
                  <a:pt x="21664" y="103"/>
                </a:lnTo>
                <a:lnTo>
                  <a:pt x="21525" y="103"/>
                </a:lnTo>
                <a:lnTo>
                  <a:pt x="21525" y="0"/>
                </a:lnTo>
                <a:moveTo>
                  <a:pt x="21756" y="0"/>
                </a:moveTo>
                <a:lnTo>
                  <a:pt x="21896" y="0"/>
                </a:lnTo>
                <a:lnTo>
                  <a:pt x="21896" y="103"/>
                </a:lnTo>
                <a:lnTo>
                  <a:pt x="21756" y="103"/>
                </a:lnTo>
                <a:lnTo>
                  <a:pt x="21756" y="0"/>
                </a:lnTo>
                <a:moveTo>
                  <a:pt x="21988" y="0"/>
                </a:moveTo>
                <a:lnTo>
                  <a:pt x="22127" y="0"/>
                </a:lnTo>
                <a:lnTo>
                  <a:pt x="22127" y="103"/>
                </a:lnTo>
                <a:lnTo>
                  <a:pt x="21988" y="103"/>
                </a:lnTo>
                <a:lnTo>
                  <a:pt x="21988" y="0"/>
                </a:lnTo>
                <a:moveTo>
                  <a:pt x="22220" y="0"/>
                </a:moveTo>
                <a:lnTo>
                  <a:pt x="22359" y="0"/>
                </a:lnTo>
                <a:lnTo>
                  <a:pt x="22359" y="103"/>
                </a:lnTo>
                <a:lnTo>
                  <a:pt x="22220" y="103"/>
                </a:lnTo>
                <a:lnTo>
                  <a:pt x="22220" y="0"/>
                </a:lnTo>
                <a:moveTo>
                  <a:pt x="22464" y="8"/>
                </a:moveTo>
                <a:cubicBezTo>
                  <a:pt x="22528" y="26"/>
                  <a:pt x="22573" y="65"/>
                  <a:pt x="22601" y="125"/>
                </a:cubicBezTo>
                <a:lnTo>
                  <a:pt x="22508" y="168"/>
                </a:lnTo>
                <a:cubicBezTo>
                  <a:pt x="22494" y="136"/>
                  <a:pt x="22470" y="116"/>
                  <a:pt x="22437" y="107"/>
                </a:cubicBezTo>
                <a:lnTo>
                  <a:pt x="22464" y="8"/>
                </a:lnTo>
                <a:moveTo>
                  <a:pt x="22620" y="237"/>
                </a:moveTo>
                <a:lnTo>
                  <a:pt x="22620" y="376"/>
                </a:lnTo>
                <a:lnTo>
                  <a:pt x="22518" y="376"/>
                </a:lnTo>
                <a:lnTo>
                  <a:pt x="22518" y="237"/>
                </a:lnTo>
                <a:lnTo>
                  <a:pt x="22620" y="237"/>
                </a:lnTo>
                <a:moveTo>
                  <a:pt x="22620" y="468"/>
                </a:moveTo>
                <a:lnTo>
                  <a:pt x="22620" y="608"/>
                </a:lnTo>
                <a:lnTo>
                  <a:pt x="22518" y="608"/>
                </a:lnTo>
                <a:lnTo>
                  <a:pt x="22518" y="468"/>
                </a:lnTo>
                <a:lnTo>
                  <a:pt x="22620" y="468"/>
                </a:lnTo>
                <a:moveTo>
                  <a:pt x="22620" y="700"/>
                </a:moveTo>
                <a:lnTo>
                  <a:pt x="22620" y="839"/>
                </a:lnTo>
                <a:lnTo>
                  <a:pt x="22518" y="839"/>
                </a:lnTo>
                <a:lnTo>
                  <a:pt x="22518" y="700"/>
                </a:lnTo>
                <a:lnTo>
                  <a:pt x="22620" y="700"/>
                </a:lnTo>
                <a:moveTo>
                  <a:pt x="22620" y="932"/>
                </a:moveTo>
                <a:lnTo>
                  <a:pt x="22620" y="1071"/>
                </a:lnTo>
                <a:lnTo>
                  <a:pt x="22518" y="1071"/>
                </a:lnTo>
                <a:lnTo>
                  <a:pt x="22518" y="932"/>
                </a:lnTo>
                <a:lnTo>
                  <a:pt x="22620" y="932"/>
                </a:lnTo>
                <a:moveTo>
                  <a:pt x="22620" y="1163"/>
                </a:moveTo>
                <a:lnTo>
                  <a:pt x="22620" y="1302"/>
                </a:lnTo>
                <a:lnTo>
                  <a:pt x="22518" y="1302"/>
                </a:lnTo>
                <a:lnTo>
                  <a:pt x="22518" y="1163"/>
                </a:lnTo>
                <a:lnTo>
                  <a:pt x="22620" y="1163"/>
                </a:lnTo>
                <a:moveTo>
                  <a:pt x="22620" y="1395"/>
                </a:moveTo>
                <a:lnTo>
                  <a:pt x="22620" y="1534"/>
                </a:lnTo>
                <a:lnTo>
                  <a:pt x="22518" y="1534"/>
                </a:lnTo>
                <a:lnTo>
                  <a:pt x="22518" y="1395"/>
                </a:lnTo>
                <a:lnTo>
                  <a:pt x="22620" y="1395"/>
                </a:lnTo>
                <a:moveTo>
                  <a:pt x="22620" y="1626"/>
                </a:moveTo>
                <a:lnTo>
                  <a:pt x="22620" y="1766"/>
                </a:lnTo>
                <a:lnTo>
                  <a:pt x="22518" y="1766"/>
                </a:lnTo>
                <a:lnTo>
                  <a:pt x="22518" y="1626"/>
                </a:lnTo>
                <a:lnTo>
                  <a:pt x="22620" y="1626"/>
                </a:lnTo>
                <a:moveTo>
                  <a:pt x="22620" y="1858"/>
                </a:moveTo>
                <a:lnTo>
                  <a:pt x="22620" y="1997"/>
                </a:lnTo>
                <a:lnTo>
                  <a:pt x="22518" y="1997"/>
                </a:lnTo>
                <a:lnTo>
                  <a:pt x="22518" y="1858"/>
                </a:lnTo>
                <a:lnTo>
                  <a:pt x="22620" y="1858"/>
                </a:lnTo>
                <a:moveTo>
                  <a:pt x="22620" y="2090"/>
                </a:moveTo>
                <a:lnTo>
                  <a:pt x="22620" y="2229"/>
                </a:lnTo>
                <a:lnTo>
                  <a:pt x="22518" y="2229"/>
                </a:lnTo>
                <a:lnTo>
                  <a:pt x="22518" y="2090"/>
                </a:lnTo>
                <a:lnTo>
                  <a:pt x="22620" y="2090"/>
                </a:lnTo>
                <a:moveTo>
                  <a:pt x="22620" y="2321"/>
                </a:moveTo>
                <a:lnTo>
                  <a:pt x="22620" y="2461"/>
                </a:lnTo>
                <a:lnTo>
                  <a:pt x="22518" y="2461"/>
                </a:lnTo>
                <a:lnTo>
                  <a:pt x="22518" y="2321"/>
                </a:lnTo>
                <a:lnTo>
                  <a:pt x="22620" y="2321"/>
                </a:lnTo>
                <a:moveTo>
                  <a:pt x="22620" y="2553"/>
                </a:moveTo>
                <a:lnTo>
                  <a:pt x="22620" y="2692"/>
                </a:lnTo>
                <a:lnTo>
                  <a:pt x="22518" y="2692"/>
                </a:lnTo>
                <a:lnTo>
                  <a:pt x="22518" y="2553"/>
                </a:lnTo>
                <a:lnTo>
                  <a:pt x="22620" y="2553"/>
                </a:lnTo>
                <a:moveTo>
                  <a:pt x="22620" y="2785"/>
                </a:moveTo>
                <a:lnTo>
                  <a:pt x="22620" y="2924"/>
                </a:lnTo>
                <a:lnTo>
                  <a:pt x="22518" y="2924"/>
                </a:lnTo>
                <a:lnTo>
                  <a:pt x="22518" y="2785"/>
                </a:lnTo>
                <a:lnTo>
                  <a:pt x="22620" y="2785"/>
                </a:lnTo>
                <a:moveTo>
                  <a:pt x="22620" y="3016"/>
                </a:moveTo>
                <a:lnTo>
                  <a:pt x="22620" y="3155"/>
                </a:lnTo>
                <a:lnTo>
                  <a:pt x="22518" y="3155"/>
                </a:lnTo>
                <a:lnTo>
                  <a:pt x="22518" y="3016"/>
                </a:lnTo>
                <a:lnTo>
                  <a:pt x="22620" y="3016"/>
                </a:lnTo>
                <a:moveTo>
                  <a:pt x="22620" y="3248"/>
                </a:moveTo>
                <a:lnTo>
                  <a:pt x="22620" y="3387"/>
                </a:lnTo>
                <a:lnTo>
                  <a:pt x="22518" y="3387"/>
                </a:lnTo>
                <a:lnTo>
                  <a:pt x="22518" y="3248"/>
                </a:lnTo>
                <a:lnTo>
                  <a:pt x="22620" y="3248"/>
                </a:lnTo>
                <a:moveTo>
                  <a:pt x="22620" y="3479"/>
                </a:moveTo>
                <a:lnTo>
                  <a:pt x="22620" y="3620"/>
                </a:lnTo>
                <a:lnTo>
                  <a:pt x="22518" y="3620"/>
                </a:lnTo>
                <a:lnTo>
                  <a:pt x="22518" y="3479"/>
                </a:lnTo>
                <a:lnTo>
                  <a:pt x="22620" y="3479"/>
                </a:lnTo>
                <a:moveTo>
                  <a:pt x="22620" y="3712"/>
                </a:moveTo>
                <a:lnTo>
                  <a:pt x="22620" y="3851"/>
                </a:lnTo>
                <a:lnTo>
                  <a:pt x="22518" y="3851"/>
                </a:lnTo>
                <a:lnTo>
                  <a:pt x="22518" y="3712"/>
                </a:lnTo>
                <a:lnTo>
                  <a:pt x="22620" y="3712"/>
                </a:lnTo>
                <a:moveTo>
                  <a:pt x="22620" y="3944"/>
                </a:moveTo>
                <a:lnTo>
                  <a:pt x="22620" y="4083"/>
                </a:lnTo>
                <a:lnTo>
                  <a:pt x="22518" y="4083"/>
                </a:lnTo>
                <a:lnTo>
                  <a:pt x="22518" y="3944"/>
                </a:lnTo>
                <a:lnTo>
                  <a:pt x="22620" y="3944"/>
                </a:lnTo>
                <a:moveTo>
                  <a:pt x="22620" y="4175"/>
                </a:moveTo>
                <a:lnTo>
                  <a:pt x="22620" y="4277"/>
                </a:lnTo>
                <a:cubicBezTo>
                  <a:pt x="22620" y="4293"/>
                  <a:pt x="22618" y="4309"/>
                  <a:pt x="22615" y="4325"/>
                </a:cubicBezTo>
                <a:lnTo>
                  <a:pt x="22515" y="4302"/>
                </a:lnTo>
                <a:cubicBezTo>
                  <a:pt x="22517" y="4294"/>
                  <a:pt x="22518" y="4286"/>
                  <a:pt x="22518" y="4277"/>
                </a:cubicBezTo>
                <a:lnTo>
                  <a:pt x="22518" y="4175"/>
                </a:lnTo>
                <a:lnTo>
                  <a:pt x="22620" y="4175"/>
                </a:lnTo>
                <a:moveTo>
                  <a:pt x="22555" y="4431"/>
                </a:moveTo>
                <a:cubicBezTo>
                  <a:pt x="22514" y="4471"/>
                  <a:pt x="22464" y="4491"/>
                  <a:pt x="22407" y="4491"/>
                </a:cubicBezTo>
                <a:lnTo>
                  <a:pt x="22391" y="4491"/>
                </a:lnTo>
                <a:lnTo>
                  <a:pt x="22391" y="4389"/>
                </a:lnTo>
                <a:lnTo>
                  <a:pt x="22407" y="4389"/>
                </a:lnTo>
                <a:cubicBezTo>
                  <a:pt x="22437" y="4389"/>
                  <a:pt x="22462" y="4378"/>
                  <a:pt x="22484" y="4358"/>
                </a:cubicBezTo>
                <a:lnTo>
                  <a:pt x="22555" y="4431"/>
                </a:lnTo>
                <a:moveTo>
                  <a:pt x="22299" y="4491"/>
                </a:moveTo>
                <a:lnTo>
                  <a:pt x="22160" y="4491"/>
                </a:lnTo>
                <a:lnTo>
                  <a:pt x="22160" y="4389"/>
                </a:lnTo>
                <a:lnTo>
                  <a:pt x="22299" y="4389"/>
                </a:lnTo>
                <a:lnTo>
                  <a:pt x="22299" y="4491"/>
                </a:lnTo>
                <a:moveTo>
                  <a:pt x="22067" y="4491"/>
                </a:moveTo>
                <a:lnTo>
                  <a:pt x="21928" y="4491"/>
                </a:lnTo>
                <a:lnTo>
                  <a:pt x="21928" y="4389"/>
                </a:lnTo>
                <a:lnTo>
                  <a:pt x="22067" y="4389"/>
                </a:lnTo>
                <a:lnTo>
                  <a:pt x="22067" y="4491"/>
                </a:lnTo>
                <a:moveTo>
                  <a:pt x="21836" y="4491"/>
                </a:moveTo>
                <a:lnTo>
                  <a:pt x="21696" y="4491"/>
                </a:lnTo>
                <a:lnTo>
                  <a:pt x="21696" y="4389"/>
                </a:lnTo>
                <a:lnTo>
                  <a:pt x="21836" y="4389"/>
                </a:lnTo>
                <a:lnTo>
                  <a:pt x="21836" y="4491"/>
                </a:lnTo>
                <a:moveTo>
                  <a:pt x="21604" y="4491"/>
                </a:moveTo>
                <a:lnTo>
                  <a:pt x="21465" y="4491"/>
                </a:lnTo>
                <a:lnTo>
                  <a:pt x="21465" y="4389"/>
                </a:lnTo>
                <a:lnTo>
                  <a:pt x="21604" y="4389"/>
                </a:lnTo>
                <a:lnTo>
                  <a:pt x="21604" y="4491"/>
                </a:lnTo>
                <a:moveTo>
                  <a:pt x="21372" y="4491"/>
                </a:moveTo>
                <a:lnTo>
                  <a:pt x="21233" y="4491"/>
                </a:lnTo>
                <a:lnTo>
                  <a:pt x="21233" y="4389"/>
                </a:lnTo>
                <a:lnTo>
                  <a:pt x="21372" y="4389"/>
                </a:lnTo>
                <a:lnTo>
                  <a:pt x="21372" y="4491"/>
                </a:lnTo>
                <a:moveTo>
                  <a:pt x="21141" y="4491"/>
                </a:moveTo>
                <a:lnTo>
                  <a:pt x="21002" y="4491"/>
                </a:lnTo>
                <a:lnTo>
                  <a:pt x="21002" y="4389"/>
                </a:lnTo>
                <a:lnTo>
                  <a:pt x="21141" y="4389"/>
                </a:lnTo>
                <a:lnTo>
                  <a:pt x="21141" y="4491"/>
                </a:lnTo>
                <a:moveTo>
                  <a:pt x="20909" y="4491"/>
                </a:moveTo>
                <a:lnTo>
                  <a:pt x="20770" y="4491"/>
                </a:lnTo>
                <a:lnTo>
                  <a:pt x="20770" y="4389"/>
                </a:lnTo>
                <a:lnTo>
                  <a:pt x="20909" y="4389"/>
                </a:lnTo>
                <a:lnTo>
                  <a:pt x="20909" y="4491"/>
                </a:lnTo>
                <a:moveTo>
                  <a:pt x="20678" y="4491"/>
                </a:moveTo>
                <a:lnTo>
                  <a:pt x="20538" y="4491"/>
                </a:lnTo>
                <a:lnTo>
                  <a:pt x="20538" y="4389"/>
                </a:lnTo>
                <a:lnTo>
                  <a:pt x="20678" y="4389"/>
                </a:lnTo>
                <a:lnTo>
                  <a:pt x="20678" y="4491"/>
                </a:lnTo>
                <a:moveTo>
                  <a:pt x="20446" y="4491"/>
                </a:moveTo>
                <a:lnTo>
                  <a:pt x="20307" y="4491"/>
                </a:lnTo>
                <a:lnTo>
                  <a:pt x="20307" y="4389"/>
                </a:lnTo>
                <a:lnTo>
                  <a:pt x="20446" y="4389"/>
                </a:lnTo>
                <a:lnTo>
                  <a:pt x="20446" y="4491"/>
                </a:lnTo>
                <a:moveTo>
                  <a:pt x="20214" y="4491"/>
                </a:moveTo>
                <a:lnTo>
                  <a:pt x="20075" y="4491"/>
                </a:lnTo>
                <a:lnTo>
                  <a:pt x="20075" y="4389"/>
                </a:lnTo>
                <a:lnTo>
                  <a:pt x="20214" y="4389"/>
                </a:lnTo>
                <a:lnTo>
                  <a:pt x="20214" y="4491"/>
                </a:lnTo>
                <a:moveTo>
                  <a:pt x="19983" y="4491"/>
                </a:moveTo>
                <a:lnTo>
                  <a:pt x="19843" y="4491"/>
                </a:lnTo>
                <a:lnTo>
                  <a:pt x="19843" y="4389"/>
                </a:lnTo>
                <a:lnTo>
                  <a:pt x="19983" y="4389"/>
                </a:lnTo>
                <a:lnTo>
                  <a:pt x="19983" y="4491"/>
                </a:lnTo>
                <a:moveTo>
                  <a:pt x="19751" y="4491"/>
                </a:moveTo>
                <a:lnTo>
                  <a:pt x="19612" y="4491"/>
                </a:lnTo>
                <a:lnTo>
                  <a:pt x="19612" y="4389"/>
                </a:lnTo>
                <a:lnTo>
                  <a:pt x="19751" y="4389"/>
                </a:lnTo>
                <a:lnTo>
                  <a:pt x="19751" y="4491"/>
                </a:lnTo>
                <a:moveTo>
                  <a:pt x="19519" y="4491"/>
                </a:moveTo>
                <a:lnTo>
                  <a:pt x="19380" y="4491"/>
                </a:lnTo>
                <a:lnTo>
                  <a:pt x="19380" y="4389"/>
                </a:lnTo>
                <a:lnTo>
                  <a:pt x="19519" y="4389"/>
                </a:lnTo>
                <a:lnTo>
                  <a:pt x="19519" y="4491"/>
                </a:lnTo>
                <a:moveTo>
                  <a:pt x="19288" y="4491"/>
                </a:moveTo>
                <a:lnTo>
                  <a:pt x="19149" y="4491"/>
                </a:lnTo>
                <a:lnTo>
                  <a:pt x="19149" y="4389"/>
                </a:lnTo>
                <a:lnTo>
                  <a:pt x="19288" y="4389"/>
                </a:lnTo>
                <a:lnTo>
                  <a:pt x="19288" y="4491"/>
                </a:lnTo>
                <a:moveTo>
                  <a:pt x="19056" y="4491"/>
                </a:moveTo>
                <a:lnTo>
                  <a:pt x="18917" y="4491"/>
                </a:lnTo>
                <a:lnTo>
                  <a:pt x="18917" y="4389"/>
                </a:lnTo>
                <a:lnTo>
                  <a:pt x="19056" y="4389"/>
                </a:lnTo>
                <a:lnTo>
                  <a:pt x="19056" y="4491"/>
                </a:lnTo>
                <a:moveTo>
                  <a:pt x="18825" y="4491"/>
                </a:moveTo>
                <a:lnTo>
                  <a:pt x="18685" y="4491"/>
                </a:lnTo>
                <a:lnTo>
                  <a:pt x="18685" y="4389"/>
                </a:lnTo>
                <a:lnTo>
                  <a:pt x="18825" y="4389"/>
                </a:lnTo>
                <a:lnTo>
                  <a:pt x="18825" y="4491"/>
                </a:lnTo>
                <a:moveTo>
                  <a:pt x="18593" y="4491"/>
                </a:moveTo>
                <a:lnTo>
                  <a:pt x="18454" y="4491"/>
                </a:lnTo>
                <a:lnTo>
                  <a:pt x="18454" y="4389"/>
                </a:lnTo>
                <a:lnTo>
                  <a:pt x="18593" y="4389"/>
                </a:lnTo>
                <a:lnTo>
                  <a:pt x="18593" y="4491"/>
                </a:lnTo>
                <a:moveTo>
                  <a:pt x="18361" y="4491"/>
                </a:moveTo>
                <a:lnTo>
                  <a:pt x="18222" y="4491"/>
                </a:lnTo>
                <a:lnTo>
                  <a:pt x="18222" y="4389"/>
                </a:lnTo>
                <a:lnTo>
                  <a:pt x="18361" y="4389"/>
                </a:lnTo>
                <a:lnTo>
                  <a:pt x="18361" y="4491"/>
                </a:lnTo>
                <a:moveTo>
                  <a:pt x="18130" y="4491"/>
                </a:moveTo>
                <a:lnTo>
                  <a:pt x="17990" y="4491"/>
                </a:lnTo>
                <a:lnTo>
                  <a:pt x="17990" y="4389"/>
                </a:lnTo>
                <a:lnTo>
                  <a:pt x="18130" y="4389"/>
                </a:lnTo>
                <a:lnTo>
                  <a:pt x="18130" y="4491"/>
                </a:lnTo>
                <a:moveTo>
                  <a:pt x="17898" y="4491"/>
                </a:moveTo>
                <a:lnTo>
                  <a:pt x="17759" y="4491"/>
                </a:lnTo>
                <a:lnTo>
                  <a:pt x="17759" y="4389"/>
                </a:lnTo>
                <a:lnTo>
                  <a:pt x="17898" y="4389"/>
                </a:lnTo>
                <a:lnTo>
                  <a:pt x="17898" y="4491"/>
                </a:lnTo>
                <a:moveTo>
                  <a:pt x="17666" y="4491"/>
                </a:moveTo>
                <a:lnTo>
                  <a:pt x="17527" y="4491"/>
                </a:lnTo>
                <a:lnTo>
                  <a:pt x="17527" y="4389"/>
                </a:lnTo>
                <a:lnTo>
                  <a:pt x="17666" y="4389"/>
                </a:lnTo>
                <a:lnTo>
                  <a:pt x="17666" y="4491"/>
                </a:lnTo>
                <a:moveTo>
                  <a:pt x="17435" y="4491"/>
                </a:moveTo>
                <a:lnTo>
                  <a:pt x="17296" y="4491"/>
                </a:lnTo>
                <a:lnTo>
                  <a:pt x="17296" y="4389"/>
                </a:lnTo>
                <a:lnTo>
                  <a:pt x="17435" y="4389"/>
                </a:lnTo>
                <a:lnTo>
                  <a:pt x="17435" y="4491"/>
                </a:lnTo>
                <a:moveTo>
                  <a:pt x="17203" y="4491"/>
                </a:moveTo>
                <a:lnTo>
                  <a:pt x="17064" y="4491"/>
                </a:lnTo>
                <a:lnTo>
                  <a:pt x="17064" y="4389"/>
                </a:lnTo>
                <a:lnTo>
                  <a:pt x="17203" y="4389"/>
                </a:lnTo>
                <a:lnTo>
                  <a:pt x="17203" y="4491"/>
                </a:lnTo>
                <a:moveTo>
                  <a:pt x="16972" y="4491"/>
                </a:moveTo>
                <a:lnTo>
                  <a:pt x="16832" y="4491"/>
                </a:lnTo>
                <a:lnTo>
                  <a:pt x="16832" y="4389"/>
                </a:lnTo>
                <a:lnTo>
                  <a:pt x="16972" y="4389"/>
                </a:lnTo>
                <a:lnTo>
                  <a:pt x="16972" y="4491"/>
                </a:lnTo>
                <a:moveTo>
                  <a:pt x="16740" y="4491"/>
                </a:moveTo>
                <a:lnTo>
                  <a:pt x="16601" y="4491"/>
                </a:lnTo>
                <a:lnTo>
                  <a:pt x="16601" y="4389"/>
                </a:lnTo>
                <a:lnTo>
                  <a:pt x="16740" y="4389"/>
                </a:lnTo>
                <a:lnTo>
                  <a:pt x="16740" y="4491"/>
                </a:lnTo>
                <a:moveTo>
                  <a:pt x="16508" y="4491"/>
                </a:moveTo>
                <a:lnTo>
                  <a:pt x="16369" y="4491"/>
                </a:lnTo>
                <a:lnTo>
                  <a:pt x="16369" y="4389"/>
                </a:lnTo>
                <a:lnTo>
                  <a:pt x="16508" y="4389"/>
                </a:lnTo>
                <a:lnTo>
                  <a:pt x="16508" y="4491"/>
                </a:lnTo>
                <a:moveTo>
                  <a:pt x="16277" y="4491"/>
                </a:moveTo>
                <a:lnTo>
                  <a:pt x="16137" y="4491"/>
                </a:lnTo>
                <a:lnTo>
                  <a:pt x="16137" y="4389"/>
                </a:lnTo>
                <a:lnTo>
                  <a:pt x="16277" y="4389"/>
                </a:lnTo>
                <a:lnTo>
                  <a:pt x="16277" y="4491"/>
                </a:lnTo>
                <a:moveTo>
                  <a:pt x="16045" y="4491"/>
                </a:moveTo>
                <a:lnTo>
                  <a:pt x="15906" y="4491"/>
                </a:lnTo>
                <a:lnTo>
                  <a:pt x="15906" y="4389"/>
                </a:lnTo>
                <a:lnTo>
                  <a:pt x="16045" y="4389"/>
                </a:lnTo>
                <a:lnTo>
                  <a:pt x="16045" y="4491"/>
                </a:lnTo>
                <a:moveTo>
                  <a:pt x="15813" y="4491"/>
                </a:moveTo>
                <a:lnTo>
                  <a:pt x="15674" y="4491"/>
                </a:lnTo>
                <a:lnTo>
                  <a:pt x="15674" y="4389"/>
                </a:lnTo>
                <a:lnTo>
                  <a:pt x="15813" y="4389"/>
                </a:lnTo>
                <a:lnTo>
                  <a:pt x="15813" y="4491"/>
                </a:lnTo>
                <a:moveTo>
                  <a:pt x="15582" y="4491"/>
                </a:moveTo>
                <a:lnTo>
                  <a:pt x="15443" y="4491"/>
                </a:lnTo>
                <a:lnTo>
                  <a:pt x="15443" y="4389"/>
                </a:lnTo>
                <a:lnTo>
                  <a:pt x="15582" y="4389"/>
                </a:lnTo>
                <a:lnTo>
                  <a:pt x="15582" y="4491"/>
                </a:lnTo>
                <a:moveTo>
                  <a:pt x="15350" y="4491"/>
                </a:moveTo>
                <a:lnTo>
                  <a:pt x="15211" y="4491"/>
                </a:lnTo>
                <a:lnTo>
                  <a:pt x="15211" y="4389"/>
                </a:lnTo>
                <a:lnTo>
                  <a:pt x="15350" y="4389"/>
                </a:lnTo>
                <a:lnTo>
                  <a:pt x="15350" y="4491"/>
                </a:lnTo>
                <a:moveTo>
                  <a:pt x="15119" y="4491"/>
                </a:moveTo>
                <a:lnTo>
                  <a:pt x="14979" y="4491"/>
                </a:lnTo>
                <a:lnTo>
                  <a:pt x="14979" y="4389"/>
                </a:lnTo>
                <a:lnTo>
                  <a:pt x="15119" y="4389"/>
                </a:lnTo>
                <a:lnTo>
                  <a:pt x="15119" y="4491"/>
                </a:lnTo>
                <a:moveTo>
                  <a:pt x="14887" y="4491"/>
                </a:moveTo>
                <a:lnTo>
                  <a:pt x="14748" y="4491"/>
                </a:lnTo>
                <a:lnTo>
                  <a:pt x="14748" y="4389"/>
                </a:lnTo>
                <a:lnTo>
                  <a:pt x="14887" y="4389"/>
                </a:lnTo>
                <a:lnTo>
                  <a:pt x="14887" y="4491"/>
                </a:lnTo>
                <a:moveTo>
                  <a:pt x="14655" y="4491"/>
                </a:moveTo>
                <a:lnTo>
                  <a:pt x="14516" y="4491"/>
                </a:lnTo>
                <a:lnTo>
                  <a:pt x="14516" y="4389"/>
                </a:lnTo>
                <a:lnTo>
                  <a:pt x="14655" y="4389"/>
                </a:lnTo>
                <a:lnTo>
                  <a:pt x="14655" y="4491"/>
                </a:lnTo>
                <a:moveTo>
                  <a:pt x="14424" y="4491"/>
                </a:moveTo>
                <a:lnTo>
                  <a:pt x="14284" y="4491"/>
                </a:lnTo>
                <a:lnTo>
                  <a:pt x="14284" y="4389"/>
                </a:lnTo>
                <a:lnTo>
                  <a:pt x="14424" y="4389"/>
                </a:lnTo>
                <a:lnTo>
                  <a:pt x="14424" y="4491"/>
                </a:lnTo>
                <a:moveTo>
                  <a:pt x="14192" y="4491"/>
                </a:moveTo>
                <a:lnTo>
                  <a:pt x="14053" y="4491"/>
                </a:lnTo>
                <a:lnTo>
                  <a:pt x="14053" y="4389"/>
                </a:lnTo>
                <a:lnTo>
                  <a:pt x="14192" y="4389"/>
                </a:lnTo>
                <a:lnTo>
                  <a:pt x="14192" y="4491"/>
                </a:lnTo>
                <a:moveTo>
                  <a:pt x="13960" y="4491"/>
                </a:moveTo>
                <a:lnTo>
                  <a:pt x="13821" y="4491"/>
                </a:lnTo>
                <a:lnTo>
                  <a:pt x="13821" y="4389"/>
                </a:lnTo>
                <a:lnTo>
                  <a:pt x="13960" y="4389"/>
                </a:lnTo>
                <a:lnTo>
                  <a:pt x="13960" y="4491"/>
                </a:lnTo>
                <a:moveTo>
                  <a:pt x="13729" y="4491"/>
                </a:moveTo>
                <a:lnTo>
                  <a:pt x="13589" y="4491"/>
                </a:lnTo>
                <a:lnTo>
                  <a:pt x="13589" y="4389"/>
                </a:lnTo>
                <a:lnTo>
                  <a:pt x="13729" y="4389"/>
                </a:lnTo>
                <a:lnTo>
                  <a:pt x="13729" y="4491"/>
                </a:lnTo>
                <a:moveTo>
                  <a:pt x="13497" y="4491"/>
                </a:moveTo>
                <a:lnTo>
                  <a:pt x="13358" y="4491"/>
                </a:lnTo>
                <a:lnTo>
                  <a:pt x="13358" y="4389"/>
                </a:lnTo>
                <a:lnTo>
                  <a:pt x="13497" y="4389"/>
                </a:lnTo>
                <a:lnTo>
                  <a:pt x="13497" y="4491"/>
                </a:lnTo>
                <a:moveTo>
                  <a:pt x="13266" y="4491"/>
                </a:moveTo>
                <a:lnTo>
                  <a:pt x="13126" y="4491"/>
                </a:lnTo>
                <a:lnTo>
                  <a:pt x="13126" y="4389"/>
                </a:lnTo>
                <a:lnTo>
                  <a:pt x="13266" y="4389"/>
                </a:lnTo>
                <a:lnTo>
                  <a:pt x="13266" y="4491"/>
                </a:lnTo>
                <a:moveTo>
                  <a:pt x="13034" y="4491"/>
                </a:moveTo>
                <a:lnTo>
                  <a:pt x="12895" y="4491"/>
                </a:lnTo>
                <a:lnTo>
                  <a:pt x="12895" y="4389"/>
                </a:lnTo>
                <a:lnTo>
                  <a:pt x="13034" y="4389"/>
                </a:lnTo>
                <a:lnTo>
                  <a:pt x="13034" y="4491"/>
                </a:lnTo>
                <a:moveTo>
                  <a:pt x="12802" y="4491"/>
                </a:moveTo>
                <a:lnTo>
                  <a:pt x="12663" y="4491"/>
                </a:lnTo>
                <a:lnTo>
                  <a:pt x="12663" y="4389"/>
                </a:lnTo>
                <a:lnTo>
                  <a:pt x="12802" y="4389"/>
                </a:lnTo>
                <a:lnTo>
                  <a:pt x="12802" y="4491"/>
                </a:lnTo>
                <a:moveTo>
                  <a:pt x="12571" y="4491"/>
                </a:moveTo>
                <a:lnTo>
                  <a:pt x="12431" y="4491"/>
                </a:lnTo>
                <a:lnTo>
                  <a:pt x="12431" y="4389"/>
                </a:lnTo>
                <a:lnTo>
                  <a:pt x="12571" y="4389"/>
                </a:lnTo>
                <a:lnTo>
                  <a:pt x="12571" y="4491"/>
                </a:lnTo>
                <a:moveTo>
                  <a:pt x="12339" y="4491"/>
                </a:moveTo>
                <a:lnTo>
                  <a:pt x="12200" y="4491"/>
                </a:lnTo>
                <a:lnTo>
                  <a:pt x="12200" y="4389"/>
                </a:lnTo>
                <a:lnTo>
                  <a:pt x="12339" y="4389"/>
                </a:lnTo>
                <a:lnTo>
                  <a:pt x="12339" y="4491"/>
                </a:lnTo>
                <a:moveTo>
                  <a:pt x="12107" y="4491"/>
                </a:moveTo>
                <a:lnTo>
                  <a:pt x="11968" y="4491"/>
                </a:lnTo>
                <a:lnTo>
                  <a:pt x="11968" y="4389"/>
                </a:lnTo>
                <a:lnTo>
                  <a:pt x="12107" y="4389"/>
                </a:lnTo>
                <a:lnTo>
                  <a:pt x="12107" y="4491"/>
                </a:lnTo>
                <a:moveTo>
                  <a:pt x="11876" y="4491"/>
                </a:moveTo>
                <a:lnTo>
                  <a:pt x="11736" y="4491"/>
                </a:lnTo>
                <a:lnTo>
                  <a:pt x="11736" y="4389"/>
                </a:lnTo>
                <a:lnTo>
                  <a:pt x="11876" y="4389"/>
                </a:lnTo>
                <a:lnTo>
                  <a:pt x="11876" y="4491"/>
                </a:lnTo>
                <a:moveTo>
                  <a:pt x="11644" y="4491"/>
                </a:moveTo>
                <a:lnTo>
                  <a:pt x="11505" y="4491"/>
                </a:lnTo>
                <a:lnTo>
                  <a:pt x="11505" y="4389"/>
                </a:lnTo>
                <a:lnTo>
                  <a:pt x="11644" y="4389"/>
                </a:lnTo>
                <a:lnTo>
                  <a:pt x="11644" y="4491"/>
                </a:lnTo>
                <a:moveTo>
                  <a:pt x="11412" y="4491"/>
                </a:moveTo>
                <a:lnTo>
                  <a:pt x="11273" y="4491"/>
                </a:lnTo>
                <a:lnTo>
                  <a:pt x="11273" y="4389"/>
                </a:lnTo>
                <a:lnTo>
                  <a:pt x="11412" y="4389"/>
                </a:lnTo>
                <a:lnTo>
                  <a:pt x="11412" y="4491"/>
                </a:lnTo>
                <a:moveTo>
                  <a:pt x="11181" y="4491"/>
                </a:moveTo>
                <a:lnTo>
                  <a:pt x="11042" y="4491"/>
                </a:lnTo>
                <a:lnTo>
                  <a:pt x="11042" y="4389"/>
                </a:lnTo>
                <a:lnTo>
                  <a:pt x="11181" y="4389"/>
                </a:lnTo>
                <a:lnTo>
                  <a:pt x="11181" y="4491"/>
                </a:lnTo>
                <a:moveTo>
                  <a:pt x="10949" y="4491"/>
                </a:moveTo>
                <a:lnTo>
                  <a:pt x="10810" y="4491"/>
                </a:lnTo>
                <a:lnTo>
                  <a:pt x="10810" y="4389"/>
                </a:lnTo>
                <a:lnTo>
                  <a:pt x="10949" y="4389"/>
                </a:lnTo>
                <a:lnTo>
                  <a:pt x="10949" y="4491"/>
                </a:lnTo>
                <a:moveTo>
                  <a:pt x="10718" y="4491"/>
                </a:moveTo>
                <a:lnTo>
                  <a:pt x="10578" y="4491"/>
                </a:lnTo>
                <a:lnTo>
                  <a:pt x="10578" y="4389"/>
                </a:lnTo>
                <a:lnTo>
                  <a:pt x="10718" y="4389"/>
                </a:lnTo>
                <a:lnTo>
                  <a:pt x="10718" y="4491"/>
                </a:lnTo>
                <a:moveTo>
                  <a:pt x="10486" y="4491"/>
                </a:moveTo>
                <a:lnTo>
                  <a:pt x="10347" y="4491"/>
                </a:lnTo>
                <a:lnTo>
                  <a:pt x="10347" y="4389"/>
                </a:lnTo>
                <a:lnTo>
                  <a:pt x="10486" y="4389"/>
                </a:lnTo>
                <a:lnTo>
                  <a:pt x="10486" y="4491"/>
                </a:lnTo>
                <a:moveTo>
                  <a:pt x="10254" y="4491"/>
                </a:moveTo>
                <a:lnTo>
                  <a:pt x="10115" y="4491"/>
                </a:lnTo>
                <a:lnTo>
                  <a:pt x="10115" y="4389"/>
                </a:lnTo>
                <a:lnTo>
                  <a:pt x="10254" y="4389"/>
                </a:lnTo>
                <a:lnTo>
                  <a:pt x="10254" y="4491"/>
                </a:lnTo>
                <a:moveTo>
                  <a:pt x="10023" y="4491"/>
                </a:moveTo>
                <a:lnTo>
                  <a:pt x="9883" y="4491"/>
                </a:lnTo>
                <a:lnTo>
                  <a:pt x="9883" y="4389"/>
                </a:lnTo>
                <a:lnTo>
                  <a:pt x="10023" y="4389"/>
                </a:lnTo>
                <a:lnTo>
                  <a:pt x="10023" y="4491"/>
                </a:lnTo>
                <a:moveTo>
                  <a:pt x="9791" y="4491"/>
                </a:moveTo>
                <a:lnTo>
                  <a:pt x="9652" y="4491"/>
                </a:lnTo>
                <a:lnTo>
                  <a:pt x="9652" y="4389"/>
                </a:lnTo>
                <a:lnTo>
                  <a:pt x="9791" y="4389"/>
                </a:lnTo>
                <a:lnTo>
                  <a:pt x="9791" y="4491"/>
                </a:lnTo>
                <a:moveTo>
                  <a:pt x="9559" y="4491"/>
                </a:moveTo>
                <a:lnTo>
                  <a:pt x="9420" y="4491"/>
                </a:lnTo>
                <a:lnTo>
                  <a:pt x="9420" y="4389"/>
                </a:lnTo>
                <a:lnTo>
                  <a:pt x="9559" y="4389"/>
                </a:lnTo>
                <a:lnTo>
                  <a:pt x="9559" y="4491"/>
                </a:lnTo>
                <a:moveTo>
                  <a:pt x="9328" y="4491"/>
                </a:moveTo>
                <a:lnTo>
                  <a:pt x="9189" y="4491"/>
                </a:lnTo>
                <a:lnTo>
                  <a:pt x="9189" y="4389"/>
                </a:lnTo>
                <a:lnTo>
                  <a:pt x="9328" y="4389"/>
                </a:lnTo>
                <a:lnTo>
                  <a:pt x="9328" y="4491"/>
                </a:lnTo>
                <a:moveTo>
                  <a:pt x="9096" y="4491"/>
                </a:moveTo>
                <a:lnTo>
                  <a:pt x="8957" y="4491"/>
                </a:lnTo>
                <a:lnTo>
                  <a:pt x="8957" y="4389"/>
                </a:lnTo>
                <a:lnTo>
                  <a:pt x="9096" y="4389"/>
                </a:lnTo>
                <a:lnTo>
                  <a:pt x="9096" y="4491"/>
                </a:lnTo>
                <a:moveTo>
                  <a:pt x="8865" y="4491"/>
                </a:moveTo>
                <a:lnTo>
                  <a:pt x="8725" y="4491"/>
                </a:lnTo>
                <a:lnTo>
                  <a:pt x="8725" y="4389"/>
                </a:lnTo>
                <a:lnTo>
                  <a:pt x="8865" y="4389"/>
                </a:lnTo>
                <a:lnTo>
                  <a:pt x="8865" y="4491"/>
                </a:lnTo>
                <a:moveTo>
                  <a:pt x="8633" y="4491"/>
                </a:moveTo>
                <a:lnTo>
                  <a:pt x="8494" y="4491"/>
                </a:lnTo>
                <a:lnTo>
                  <a:pt x="8494" y="4389"/>
                </a:lnTo>
                <a:lnTo>
                  <a:pt x="8633" y="4389"/>
                </a:lnTo>
                <a:lnTo>
                  <a:pt x="8633" y="4491"/>
                </a:lnTo>
                <a:moveTo>
                  <a:pt x="8401" y="4491"/>
                </a:moveTo>
                <a:lnTo>
                  <a:pt x="8262" y="4491"/>
                </a:lnTo>
                <a:lnTo>
                  <a:pt x="8262" y="4389"/>
                </a:lnTo>
                <a:lnTo>
                  <a:pt x="8401" y="4389"/>
                </a:lnTo>
                <a:lnTo>
                  <a:pt x="8401" y="4491"/>
                </a:lnTo>
                <a:moveTo>
                  <a:pt x="8170" y="4491"/>
                </a:moveTo>
                <a:lnTo>
                  <a:pt x="8030" y="4491"/>
                </a:lnTo>
                <a:lnTo>
                  <a:pt x="8030" y="4389"/>
                </a:lnTo>
                <a:lnTo>
                  <a:pt x="8170" y="4389"/>
                </a:lnTo>
                <a:lnTo>
                  <a:pt x="8170" y="4491"/>
                </a:lnTo>
                <a:moveTo>
                  <a:pt x="7938" y="4491"/>
                </a:moveTo>
                <a:lnTo>
                  <a:pt x="7799" y="4491"/>
                </a:lnTo>
                <a:lnTo>
                  <a:pt x="7799" y="4389"/>
                </a:lnTo>
                <a:lnTo>
                  <a:pt x="7938" y="4389"/>
                </a:lnTo>
                <a:lnTo>
                  <a:pt x="7938" y="4491"/>
                </a:lnTo>
                <a:moveTo>
                  <a:pt x="7705" y="4491"/>
                </a:moveTo>
                <a:lnTo>
                  <a:pt x="7566" y="4491"/>
                </a:lnTo>
                <a:lnTo>
                  <a:pt x="7566" y="4389"/>
                </a:lnTo>
                <a:lnTo>
                  <a:pt x="7705" y="4389"/>
                </a:lnTo>
                <a:lnTo>
                  <a:pt x="7705" y="4491"/>
                </a:lnTo>
                <a:moveTo>
                  <a:pt x="7474" y="4491"/>
                </a:moveTo>
                <a:lnTo>
                  <a:pt x="7335" y="4491"/>
                </a:lnTo>
                <a:lnTo>
                  <a:pt x="7335" y="4389"/>
                </a:lnTo>
                <a:lnTo>
                  <a:pt x="7474" y="4389"/>
                </a:lnTo>
                <a:lnTo>
                  <a:pt x="7474" y="4491"/>
                </a:lnTo>
                <a:moveTo>
                  <a:pt x="7242" y="4491"/>
                </a:moveTo>
                <a:lnTo>
                  <a:pt x="7103" y="4491"/>
                </a:lnTo>
                <a:lnTo>
                  <a:pt x="7103" y="4389"/>
                </a:lnTo>
                <a:lnTo>
                  <a:pt x="7242" y="4389"/>
                </a:lnTo>
                <a:lnTo>
                  <a:pt x="7242" y="4491"/>
                </a:lnTo>
                <a:moveTo>
                  <a:pt x="7011" y="4491"/>
                </a:moveTo>
                <a:lnTo>
                  <a:pt x="6871" y="4491"/>
                </a:lnTo>
                <a:lnTo>
                  <a:pt x="6871" y="4389"/>
                </a:lnTo>
                <a:lnTo>
                  <a:pt x="7011" y="4389"/>
                </a:lnTo>
                <a:lnTo>
                  <a:pt x="7011" y="4491"/>
                </a:lnTo>
                <a:moveTo>
                  <a:pt x="6779" y="4491"/>
                </a:moveTo>
                <a:lnTo>
                  <a:pt x="6640" y="4491"/>
                </a:lnTo>
                <a:lnTo>
                  <a:pt x="6640" y="4389"/>
                </a:lnTo>
                <a:lnTo>
                  <a:pt x="6779" y="4389"/>
                </a:lnTo>
                <a:lnTo>
                  <a:pt x="6779" y="4491"/>
                </a:lnTo>
                <a:moveTo>
                  <a:pt x="6547" y="4491"/>
                </a:moveTo>
                <a:lnTo>
                  <a:pt x="6408" y="4491"/>
                </a:lnTo>
                <a:lnTo>
                  <a:pt x="6408" y="4389"/>
                </a:lnTo>
                <a:lnTo>
                  <a:pt x="6547" y="4389"/>
                </a:lnTo>
                <a:lnTo>
                  <a:pt x="6547" y="4491"/>
                </a:lnTo>
                <a:moveTo>
                  <a:pt x="6316" y="4491"/>
                </a:moveTo>
                <a:lnTo>
                  <a:pt x="6176" y="4491"/>
                </a:lnTo>
                <a:lnTo>
                  <a:pt x="6176" y="4389"/>
                </a:lnTo>
                <a:lnTo>
                  <a:pt x="6316" y="4389"/>
                </a:lnTo>
                <a:lnTo>
                  <a:pt x="6316" y="4491"/>
                </a:lnTo>
                <a:moveTo>
                  <a:pt x="6084" y="4491"/>
                </a:moveTo>
                <a:lnTo>
                  <a:pt x="5945" y="4491"/>
                </a:lnTo>
                <a:lnTo>
                  <a:pt x="5945" y="4389"/>
                </a:lnTo>
                <a:lnTo>
                  <a:pt x="6084" y="4389"/>
                </a:lnTo>
                <a:lnTo>
                  <a:pt x="6084" y="4491"/>
                </a:lnTo>
                <a:moveTo>
                  <a:pt x="5852" y="4491"/>
                </a:moveTo>
                <a:lnTo>
                  <a:pt x="5713" y="4491"/>
                </a:lnTo>
                <a:lnTo>
                  <a:pt x="5713" y="4389"/>
                </a:lnTo>
                <a:lnTo>
                  <a:pt x="5852" y="4389"/>
                </a:lnTo>
                <a:lnTo>
                  <a:pt x="5852" y="4491"/>
                </a:lnTo>
                <a:moveTo>
                  <a:pt x="5621" y="4491"/>
                </a:moveTo>
                <a:lnTo>
                  <a:pt x="5481" y="4491"/>
                </a:lnTo>
                <a:lnTo>
                  <a:pt x="5481" y="4389"/>
                </a:lnTo>
                <a:lnTo>
                  <a:pt x="5621" y="4389"/>
                </a:lnTo>
                <a:lnTo>
                  <a:pt x="5621" y="4491"/>
                </a:lnTo>
                <a:moveTo>
                  <a:pt x="5389" y="4491"/>
                </a:moveTo>
                <a:lnTo>
                  <a:pt x="5250" y="4491"/>
                </a:lnTo>
                <a:lnTo>
                  <a:pt x="5250" y="4389"/>
                </a:lnTo>
                <a:lnTo>
                  <a:pt x="5389" y="4389"/>
                </a:lnTo>
                <a:lnTo>
                  <a:pt x="5389" y="4491"/>
                </a:lnTo>
                <a:moveTo>
                  <a:pt x="5158" y="4491"/>
                </a:moveTo>
                <a:lnTo>
                  <a:pt x="5018" y="4491"/>
                </a:lnTo>
                <a:lnTo>
                  <a:pt x="5018" y="4389"/>
                </a:lnTo>
                <a:lnTo>
                  <a:pt x="5158" y="4389"/>
                </a:lnTo>
                <a:lnTo>
                  <a:pt x="5158" y="4491"/>
                </a:lnTo>
                <a:moveTo>
                  <a:pt x="4926" y="4491"/>
                </a:moveTo>
                <a:lnTo>
                  <a:pt x="4787" y="4491"/>
                </a:lnTo>
                <a:lnTo>
                  <a:pt x="4787" y="4389"/>
                </a:lnTo>
                <a:lnTo>
                  <a:pt x="4926" y="4389"/>
                </a:lnTo>
                <a:lnTo>
                  <a:pt x="4926" y="4491"/>
                </a:lnTo>
                <a:moveTo>
                  <a:pt x="4694" y="4491"/>
                </a:moveTo>
                <a:lnTo>
                  <a:pt x="4555" y="4491"/>
                </a:lnTo>
                <a:lnTo>
                  <a:pt x="4555" y="4389"/>
                </a:lnTo>
                <a:lnTo>
                  <a:pt x="4694" y="4389"/>
                </a:lnTo>
                <a:lnTo>
                  <a:pt x="4694" y="4491"/>
                </a:lnTo>
                <a:moveTo>
                  <a:pt x="4463" y="4491"/>
                </a:moveTo>
                <a:lnTo>
                  <a:pt x="4323" y="4491"/>
                </a:lnTo>
                <a:lnTo>
                  <a:pt x="4323" y="4389"/>
                </a:lnTo>
                <a:lnTo>
                  <a:pt x="4463" y="4389"/>
                </a:lnTo>
                <a:lnTo>
                  <a:pt x="4463" y="4491"/>
                </a:lnTo>
                <a:moveTo>
                  <a:pt x="4231" y="4491"/>
                </a:moveTo>
                <a:lnTo>
                  <a:pt x="4092" y="4491"/>
                </a:lnTo>
                <a:lnTo>
                  <a:pt x="4092" y="4389"/>
                </a:lnTo>
                <a:lnTo>
                  <a:pt x="4231" y="4389"/>
                </a:lnTo>
                <a:lnTo>
                  <a:pt x="4231" y="4491"/>
                </a:lnTo>
                <a:moveTo>
                  <a:pt x="3999" y="4491"/>
                </a:moveTo>
                <a:lnTo>
                  <a:pt x="3860" y="4491"/>
                </a:lnTo>
                <a:lnTo>
                  <a:pt x="3860" y="4389"/>
                </a:lnTo>
                <a:lnTo>
                  <a:pt x="3999" y="4389"/>
                </a:lnTo>
                <a:lnTo>
                  <a:pt x="3999" y="4491"/>
                </a:lnTo>
                <a:moveTo>
                  <a:pt x="3768" y="4491"/>
                </a:moveTo>
                <a:lnTo>
                  <a:pt x="3628" y="4491"/>
                </a:lnTo>
                <a:lnTo>
                  <a:pt x="3628" y="4389"/>
                </a:lnTo>
                <a:lnTo>
                  <a:pt x="3768" y="4389"/>
                </a:lnTo>
                <a:lnTo>
                  <a:pt x="3768" y="4491"/>
                </a:lnTo>
                <a:moveTo>
                  <a:pt x="3536" y="4491"/>
                </a:moveTo>
                <a:lnTo>
                  <a:pt x="3397" y="4491"/>
                </a:lnTo>
                <a:lnTo>
                  <a:pt x="3397" y="4389"/>
                </a:lnTo>
                <a:lnTo>
                  <a:pt x="3536" y="4389"/>
                </a:lnTo>
                <a:lnTo>
                  <a:pt x="3536" y="4491"/>
                </a:lnTo>
                <a:moveTo>
                  <a:pt x="3304" y="4491"/>
                </a:moveTo>
                <a:lnTo>
                  <a:pt x="3165" y="4491"/>
                </a:lnTo>
                <a:lnTo>
                  <a:pt x="3165" y="4389"/>
                </a:lnTo>
                <a:lnTo>
                  <a:pt x="3304" y="4389"/>
                </a:lnTo>
                <a:lnTo>
                  <a:pt x="3304" y="4491"/>
                </a:lnTo>
                <a:moveTo>
                  <a:pt x="3073" y="4491"/>
                </a:moveTo>
                <a:lnTo>
                  <a:pt x="2934" y="4491"/>
                </a:lnTo>
                <a:lnTo>
                  <a:pt x="2934" y="4389"/>
                </a:lnTo>
                <a:lnTo>
                  <a:pt x="3073" y="4389"/>
                </a:lnTo>
                <a:lnTo>
                  <a:pt x="3073" y="4491"/>
                </a:lnTo>
                <a:moveTo>
                  <a:pt x="2841" y="4491"/>
                </a:moveTo>
                <a:lnTo>
                  <a:pt x="2702" y="4491"/>
                </a:lnTo>
                <a:lnTo>
                  <a:pt x="2702" y="4389"/>
                </a:lnTo>
                <a:lnTo>
                  <a:pt x="2841" y="4389"/>
                </a:lnTo>
                <a:lnTo>
                  <a:pt x="2841" y="4491"/>
                </a:lnTo>
                <a:moveTo>
                  <a:pt x="2610" y="4491"/>
                </a:moveTo>
                <a:lnTo>
                  <a:pt x="2470" y="4491"/>
                </a:lnTo>
                <a:lnTo>
                  <a:pt x="2470" y="4389"/>
                </a:lnTo>
                <a:lnTo>
                  <a:pt x="2610" y="4389"/>
                </a:lnTo>
                <a:lnTo>
                  <a:pt x="2610" y="4491"/>
                </a:lnTo>
                <a:moveTo>
                  <a:pt x="2378" y="4491"/>
                </a:moveTo>
                <a:lnTo>
                  <a:pt x="2239" y="4491"/>
                </a:lnTo>
                <a:lnTo>
                  <a:pt x="2239" y="4389"/>
                </a:lnTo>
                <a:lnTo>
                  <a:pt x="2378" y="4389"/>
                </a:lnTo>
                <a:lnTo>
                  <a:pt x="2378" y="4491"/>
                </a:lnTo>
                <a:moveTo>
                  <a:pt x="2146" y="4491"/>
                </a:moveTo>
                <a:lnTo>
                  <a:pt x="2007" y="4491"/>
                </a:lnTo>
                <a:lnTo>
                  <a:pt x="2007" y="4389"/>
                </a:lnTo>
                <a:lnTo>
                  <a:pt x="2146" y="4389"/>
                </a:lnTo>
                <a:lnTo>
                  <a:pt x="2146" y="4491"/>
                </a:lnTo>
                <a:moveTo>
                  <a:pt x="1915" y="4491"/>
                </a:moveTo>
                <a:lnTo>
                  <a:pt x="1775" y="4491"/>
                </a:lnTo>
                <a:lnTo>
                  <a:pt x="1775" y="4389"/>
                </a:lnTo>
                <a:lnTo>
                  <a:pt x="1915" y="4389"/>
                </a:lnTo>
                <a:lnTo>
                  <a:pt x="1915" y="4491"/>
                </a:lnTo>
                <a:moveTo>
                  <a:pt x="1683" y="4491"/>
                </a:moveTo>
                <a:lnTo>
                  <a:pt x="1544" y="4491"/>
                </a:lnTo>
                <a:lnTo>
                  <a:pt x="1544" y="4389"/>
                </a:lnTo>
                <a:lnTo>
                  <a:pt x="1683" y="4389"/>
                </a:lnTo>
                <a:lnTo>
                  <a:pt x="1683" y="4491"/>
                </a:lnTo>
                <a:moveTo>
                  <a:pt x="1451" y="4491"/>
                </a:moveTo>
                <a:lnTo>
                  <a:pt x="1312" y="4491"/>
                </a:lnTo>
                <a:lnTo>
                  <a:pt x="1312" y="4389"/>
                </a:lnTo>
                <a:lnTo>
                  <a:pt x="1451" y="4389"/>
                </a:lnTo>
                <a:lnTo>
                  <a:pt x="1451" y="4491"/>
                </a:lnTo>
                <a:moveTo>
                  <a:pt x="1220" y="4491"/>
                </a:moveTo>
                <a:lnTo>
                  <a:pt x="1081" y="4491"/>
                </a:lnTo>
                <a:lnTo>
                  <a:pt x="1081" y="4389"/>
                </a:lnTo>
                <a:lnTo>
                  <a:pt x="1220" y="4389"/>
                </a:lnTo>
                <a:lnTo>
                  <a:pt x="1220" y="4491"/>
                </a:lnTo>
                <a:moveTo>
                  <a:pt x="988" y="4491"/>
                </a:moveTo>
                <a:lnTo>
                  <a:pt x="849" y="4491"/>
                </a:lnTo>
                <a:lnTo>
                  <a:pt x="849" y="4389"/>
                </a:lnTo>
                <a:lnTo>
                  <a:pt x="988" y="4389"/>
                </a:lnTo>
                <a:lnTo>
                  <a:pt x="988" y="4491"/>
                </a:lnTo>
                <a:moveTo>
                  <a:pt x="757" y="4491"/>
                </a:moveTo>
                <a:lnTo>
                  <a:pt x="617" y="4491"/>
                </a:lnTo>
                <a:lnTo>
                  <a:pt x="617" y="4389"/>
                </a:lnTo>
                <a:lnTo>
                  <a:pt x="757" y="4389"/>
                </a:lnTo>
                <a:lnTo>
                  <a:pt x="757" y="4491"/>
                </a:lnTo>
                <a:moveTo>
                  <a:pt x="525" y="4491"/>
                </a:moveTo>
                <a:lnTo>
                  <a:pt x="386" y="4491"/>
                </a:lnTo>
                <a:lnTo>
                  <a:pt x="386" y="4389"/>
                </a:lnTo>
                <a:lnTo>
                  <a:pt x="525" y="4389"/>
                </a:lnTo>
                <a:lnTo>
                  <a:pt x="525" y="4491"/>
                </a:lnTo>
                <a:moveTo>
                  <a:pt x="293" y="4491"/>
                </a:moveTo>
                <a:lnTo>
                  <a:pt x="214" y="4491"/>
                </a:lnTo>
                <a:cubicBezTo>
                  <a:pt x="187" y="4491"/>
                  <a:pt x="161" y="4486"/>
                  <a:pt x="137" y="4476"/>
                </a:cubicBezTo>
                <a:lnTo>
                  <a:pt x="174" y="4381"/>
                </a:lnTo>
                <a:cubicBezTo>
                  <a:pt x="187" y="4386"/>
                  <a:pt x="200" y="4389"/>
                  <a:pt x="214" y="4389"/>
                </a:cubicBezTo>
                <a:lnTo>
                  <a:pt x="293" y="4389"/>
                </a:lnTo>
                <a:lnTo>
                  <a:pt x="293" y="4491"/>
                </a:lnTo>
                <a:moveTo>
                  <a:pt x="41" y="4402"/>
                </a:moveTo>
                <a:cubicBezTo>
                  <a:pt x="14" y="4365"/>
                  <a:pt x="0" y="4323"/>
                  <a:pt x="0" y="4277"/>
                </a:cubicBezTo>
                <a:lnTo>
                  <a:pt x="0" y="4239"/>
                </a:lnTo>
                <a:lnTo>
                  <a:pt x="103" y="4239"/>
                </a:lnTo>
                <a:lnTo>
                  <a:pt x="103" y="4277"/>
                </a:lnTo>
                <a:cubicBezTo>
                  <a:pt x="103" y="4301"/>
                  <a:pt x="110" y="4323"/>
                  <a:pt x="124" y="4343"/>
                </a:cubicBezTo>
                <a:lnTo>
                  <a:pt x="41" y="4402"/>
                </a:lnTo>
                <a:moveTo>
                  <a:pt x="0" y="4147"/>
                </a:moveTo>
                <a:lnTo>
                  <a:pt x="0" y="4008"/>
                </a:lnTo>
                <a:lnTo>
                  <a:pt x="103" y="4008"/>
                </a:lnTo>
                <a:lnTo>
                  <a:pt x="103" y="4147"/>
                </a:lnTo>
                <a:lnTo>
                  <a:pt x="0" y="4147"/>
                </a:lnTo>
                <a:moveTo>
                  <a:pt x="0" y="3915"/>
                </a:moveTo>
                <a:lnTo>
                  <a:pt x="0" y="3776"/>
                </a:lnTo>
                <a:lnTo>
                  <a:pt x="103" y="3776"/>
                </a:lnTo>
                <a:lnTo>
                  <a:pt x="103" y="3915"/>
                </a:lnTo>
                <a:lnTo>
                  <a:pt x="0" y="3915"/>
                </a:lnTo>
                <a:moveTo>
                  <a:pt x="0" y="3684"/>
                </a:moveTo>
                <a:lnTo>
                  <a:pt x="0" y="3544"/>
                </a:lnTo>
                <a:lnTo>
                  <a:pt x="103" y="3544"/>
                </a:lnTo>
                <a:lnTo>
                  <a:pt x="103" y="3684"/>
                </a:lnTo>
                <a:lnTo>
                  <a:pt x="0" y="3684"/>
                </a:lnTo>
                <a:moveTo>
                  <a:pt x="0" y="3451"/>
                </a:moveTo>
                <a:lnTo>
                  <a:pt x="0" y="3312"/>
                </a:lnTo>
                <a:lnTo>
                  <a:pt x="103" y="3312"/>
                </a:lnTo>
                <a:lnTo>
                  <a:pt x="103" y="3451"/>
                </a:lnTo>
                <a:lnTo>
                  <a:pt x="0" y="3451"/>
                </a:lnTo>
                <a:moveTo>
                  <a:pt x="0" y="3219"/>
                </a:moveTo>
                <a:lnTo>
                  <a:pt x="0" y="3080"/>
                </a:lnTo>
                <a:lnTo>
                  <a:pt x="103" y="3080"/>
                </a:lnTo>
                <a:lnTo>
                  <a:pt x="103" y="3219"/>
                </a:lnTo>
                <a:lnTo>
                  <a:pt x="0" y="3219"/>
                </a:lnTo>
                <a:moveTo>
                  <a:pt x="0" y="2988"/>
                </a:moveTo>
                <a:lnTo>
                  <a:pt x="0" y="2849"/>
                </a:lnTo>
                <a:lnTo>
                  <a:pt x="103" y="2849"/>
                </a:lnTo>
                <a:lnTo>
                  <a:pt x="103" y="2988"/>
                </a:lnTo>
                <a:lnTo>
                  <a:pt x="0" y="2988"/>
                </a:lnTo>
                <a:moveTo>
                  <a:pt x="0" y="2756"/>
                </a:moveTo>
                <a:lnTo>
                  <a:pt x="0" y="2617"/>
                </a:lnTo>
                <a:lnTo>
                  <a:pt x="103" y="2617"/>
                </a:lnTo>
                <a:lnTo>
                  <a:pt x="103" y="2756"/>
                </a:lnTo>
                <a:lnTo>
                  <a:pt x="0" y="2756"/>
                </a:lnTo>
                <a:moveTo>
                  <a:pt x="0" y="2525"/>
                </a:moveTo>
                <a:lnTo>
                  <a:pt x="0" y="2385"/>
                </a:lnTo>
                <a:lnTo>
                  <a:pt x="103" y="2385"/>
                </a:lnTo>
                <a:lnTo>
                  <a:pt x="103" y="2525"/>
                </a:lnTo>
                <a:lnTo>
                  <a:pt x="0" y="2525"/>
                </a:lnTo>
                <a:moveTo>
                  <a:pt x="0" y="2293"/>
                </a:moveTo>
                <a:lnTo>
                  <a:pt x="0" y="2154"/>
                </a:lnTo>
                <a:lnTo>
                  <a:pt x="103" y="2154"/>
                </a:lnTo>
                <a:lnTo>
                  <a:pt x="103" y="2293"/>
                </a:lnTo>
                <a:lnTo>
                  <a:pt x="0" y="2293"/>
                </a:lnTo>
                <a:moveTo>
                  <a:pt x="0" y="2061"/>
                </a:moveTo>
                <a:lnTo>
                  <a:pt x="0" y="1922"/>
                </a:lnTo>
                <a:lnTo>
                  <a:pt x="103" y="1922"/>
                </a:lnTo>
                <a:lnTo>
                  <a:pt x="103" y="2061"/>
                </a:lnTo>
                <a:lnTo>
                  <a:pt x="0" y="2061"/>
                </a:lnTo>
                <a:moveTo>
                  <a:pt x="0" y="1830"/>
                </a:moveTo>
                <a:lnTo>
                  <a:pt x="0" y="1690"/>
                </a:lnTo>
                <a:lnTo>
                  <a:pt x="103" y="1690"/>
                </a:lnTo>
                <a:lnTo>
                  <a:pt x="103" y="1830"/>
                </a:lnTo>
                <a:lnTo>
                  <a:pt x="0" y="1830"/>
                </a:lnTo>
                <a:moveTo>
                  <a:pt x="0" y="1598"/>
                </a:moveTo>
                <a:lnTo>
                  <a:pt x="0" y="1459"/>
                </a:lnTo>
                <a:lnTo>
                  <a:pt x="103" y="1459"/>
                </a:lnTo>
                <a:lnTo>
                  <a:pt x="103" y="1598"/>
                </a:lnTo>
                <a:lnTo>
                  <a:pt x="0" y="1598"/>
                </a:lnTo>
                <a:moveTo>
                  <a:pt x="0" y="1366"/>
                </a:moveTo>
                <a:lnTo>
                  <a:pt x="0" y="1227"/>
                </a:lnTo>
                <a:lnTo>
                  <a:pt x="103" y="1227"/>
                </a:lnTo>
                <a:lnTo>
                  <a:pt x="103" y="1366"/>
                </a:lnTo>
                <a:lnTo>
                  <a:pt x="0" y="1366"/>
                </a:lnTo>
                <a:moveTo>
                  <a:pt x="0" y="1135"/>
                </a:moveTo>
                <a:lnTo>
                  <a:pt x="0" y="996"/>
                </a:lnTo>
                <a:lnTo>
                  <a:pt x="103" y="996"/>
                </a:lnTo>
                <a:lnTo>
                  <a:pt x="103" y="1135"/>
                </a:lnTo>
                <a:lnTo>
                  <a:pt x="0" y="1135"/>
                </a:lnTo>
                <a:moveTo>
                  <a:pt x="0" y="903"/>
                </a:moveTo>
                <a:lnTo>
                  <a:pt x="0" y="764"/>
                </a:lnTo>
                <a:lnTo>
                  <a:pt x="103" y="764"/>
                </a:lnTo>
                <a:lnTo>
                  <a:pt x="103" y="903"/>
                </a:lnTo>
                <a:lnTo>
                  <a:pt x="0" y="903"/>
                </a:lnTo>
                <a:moveTo>
                  <a:pt x="0" y="672"/>
                </a:moveTo>
                <a:lnTo>
                  <a:pt x="0" y="532"/>
                </a:lnTo>
                <a:lnTo>
                  <a:pt x="103" y="532"/>
                </a:lnTo>
                <a:lnTo>
                  <a:pt x="103" y="672"/>
                </a:lnTo>
                <a:lnTo>
                  <a:pt x="0" y="672"/>
                </a:lnTo>
                <a:moveTo>
                  <a:pt x="0" y="440"/>
                </a:moveTo>
                <a:lnTo>
                  <a:pt x="0" y="301"/>
                </a:lnTo>
                <a:lnTo>
                  <a:pt x="103" y="301"/>
                </a:lnTo>
                <a:lnTo>
                  <a:pt x="103" y="440"/>
                </a:lnTo>
                <a:lnTo>
                  <a:pt x="0" y="440"/>
                </a:lnTo>
                <a:moveTo>
                  <a:pt x="1" y="207"/>
                </a:moveTo>
                <a:cubicBezTo>
                  <a:pt x="3" y="141"/>
                  <a:pt x="30" y="88"/>
                  <a:pt x="81" y="47"/>
                </a:cubicBezTo>
                <a:lnTo>
                  <a:pt x="145" y="127"/>
                </a:lnTo>
                <a:cubicBezTo>
                  <a:pt x="118" y="148"/>
                  <a:pt x="104" y="176"/>
                  <a:pt x="103" y="210"/>
                </a:cubicBezTo>
                <a:lnTo>
                  <a:pt x="1" y="207"/>
                </a:lnTo>
                <a:moveTo>
                  <a:pt x="194" y="1"/>
                </a:moveTo>
                <a:cubicBezTo>
                  <a:pt x="200" y="1"/>
                  <a:pt x="207" y="0"/>
                  <a:pt x="214" y="0"/>
                </a:cubicBezTo>
                <a:lnTo>
                  <a:pt x="353" y="0"/>
                </a:lnTo>
                <a:lnTo>
                  <a:pt x="353" y="103"/>
                </a:lnTo>
                <a:lnTo>
                  <a:pt x="214" y="103"/>
                </a:lnTo>
                <a:cubicBezTo>
                  <a:pt x="210" y="103"/>
                  <a:pt x="207" y="103"/>
                  <a:pt x="203" y="103"/>
                </a:cubicBezTo>
                <a:lnTo>
                  <a:pt x="194" y="1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F256336-D11F-083F-623F-B41B4F12597E}"/>
              </a:ext>
            </a:extLst>
          </p:cNvPr>
          <p:cNvGrpSpPr/>
          <p:nvPr/>
        </p:nvGrpSpPr>
        <p:grpSpPr>
          <a:xfrm>
            <a:off x="3973260" y="5247010"/>
            <a:ext cx="4245480" cy="1109655"/>
            <a:chOff x="4228892" y="5224150"/>
            <a:chExt cx="4245480" cy="1109655"/>
          </a:xfrm>
        </p:grpSpPr>
        <p:pic>
          <p:nvPicPr>
            <p:cNvPr id="884" name="그림 883">
              <a:extLst>
                <a:ext uri="{FF2B5EF4-FFF2-40B4-BE49-F238E27FC236}">
                  <a16:creationId xmlns:a16="http://schemas.microsoft.com/office/drawing/2014/main" id="{835D048C-109B-490D-8363-0639877C9EF3}"/>
                </a:ext>
              </a:extLst>
            </p:cNvPr>
            <p:cNvPicPr/>
            <p:nvPr/>
          </p:nvPicPr>
          <p:blipFill>
            <a:blip r:embed="rId12"/>
            <a:stretch/>
          </p:blipFill>
          <p:spPr>
            <a:xfrm>
              <a:off x="5294884" y="5224150"/>
              <a:ext cx="317160" cy="25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5" name="TextBox 884">
              <a:extLst>
                <a:ext uri="{FF2B5EF4-FFF2-40B4-BE49-F238E27FC236}">
                  <a16:creationId xmlns:a16="http://schemas.microsoft.com/office/drawing/2014/main" id="{44F3225A-37B1-4D6E-853E-57007C37C337}"/>
                </a:ext>
              </a:extLst>
            </p:cNvPr>
            <p:cNvSpPr txBox="1"/>
            <p:nvPr/>
          </p:nvSpPr>
          <p:spPr>
            <a:xfrm>
              <a:off x="5695532" y="5270425"/>
              <a:ext cx="133200" cy="157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05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 </a:t>
              </a:r>
              <a:endPara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6" name="자유형 1219">
              <a:extLst>
                <a:ext uri="{FF2B5EF4-FFF2-40B4-BE49-F238E27FC236}">
                  <a16:creationId xmlns:a16="http://schemas.microsoft.com/office/drawing/2014/main" id="{49F1FADE-4A17-4720-BBB5-DD736F22171F}"/>
                </a:ext>
              </a:extLst>
            </p:cNvPr>
            <p:cNvSpPr/>
            <p:nvPr/>
          </p:nvSpPr>
          <p:spPr>
            <a:xfrm>
              <a:off x="4228892" y="5603425"/>
              <a:ext cx="677160" cy="384840"/>
            </a:xfrm>
            <a:custGeom>
              <a:avLst/>
              <a:gdLst/>
              <a:ahLst/>
              <a:cxnLst/>
              <a:rect l="0" t="0" r="r" b="b"/>
              <a:pathLst>
                <a:path w="1881" h="1069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9" y="71"/>
                  </a:cubicBezTo>
                  <a:cubicBezTo>
                    <a:pt x="15" y="57"/>
                    <a:pt x="23" y="45"/>
                    <a:pt x="34" y="34"/>
                  </a:cubicBezTo>
                  <a:cubicBezTo>
                    <a:pt x="45" y="23"/>
                    <a:pt x="58" y="14"/>
                    <a:pt x="72" y="9"/>
                  </a:cubicBezTo>
                  <a:cubicBezTo>
                    <a:pt x="86" y="3"/>
                    <a:pt x="101" y="0"/>
                    <a:pt x="116" y="0"/>
                  </a:cubicBezTo>
                  <a:lnTo>
                    <a:pt x="1765" y="0"/>
                  </a:lnTo>
                  <a:cubicBezTo>
                    <a:pt x="1781" y="0"/>
                    <a:pt x="1796" y="3"/>
                    <a:pt x="1810" y="9"/>
                  </a:cubicBezTo>
                  <a:cubicBezTo>
                    <a:pt x="1824" y="14"/>
                    <a:pt x="1837" y="23"/>
                    <a:pt x="1847" y="34"/>
                  </a:cubicBezTo>
                  <a:cubicBezTo>
                    <a:pt x="1858" y="45"/>
                    <a:pt x="1867" y="57"/>
                    <a:pt x="1873" y="71"/>
                  </a:cubicBezTo>
                  <a:cubicBezTo>
                    <a:pt x="1878" y="86"/>
                    <a:pt x="1881" y="100"/>
                    <a:pt x="1881" y="116"/>
                  </a:cubicBezTo>
                  <a:lnTo>
                    <a:pt x="1881" y="952"/>
                  </a:lnTo>
                  <a:cubicBezTo>
                    <a:pt x="1881" y="968"/>
                    <a:pt x="1878" y="983"/>
                    <a:pt x="1873" y="997"/>
                  </a:cubicBezTo>
                  <a:cubicBezTo>
                    <a:pt x="1867" y="1011"/>
                    <a:pt x="1858" y="1024"/>
                    <a:pt x="1847" y="1035"/>
                  </a:cubicBezTo>
                  <a:cubicBezTo>
                    <a:pt x="1837" y="1045"/>
                    <a:pt x="1824" y="1054"/>
                    <a:pt x="1810" y="1060"/>
                  </a:cubicBezTo>
                  <a:cubicBezTo>
                    <a:pt x="1796" y="1066"/>
                    <a:pt x="1781" y="1069"/>
                    <a:pt x="1765" y="1069"/>
                  </a:cubicBezTo>
                  <a:lnTo>
                    <a:pt x="116" y="1069"/>
                  </a:lnTo>
                  <a:cubicBezTo>
                    <a:pt x="101" y="1069"/>
                    <a:pt x="86" y="1066"/>
                    <a:pt x="72" y="1060"/>
                  </a:cubicBezTo>
                  <a:cubicBezTo>
                    <a:pt x="58" y="1054"/>
                    <a:pt x="45" y="1045"/>
                    <a:pt x="34" y="1035"/>
                  </a:cubicBezTo>
                  <a:cubicBezTo>
                    <a:pt x="23" y="1024"/>
                    <a:pt x="15" y="1011"/>
                    <a:pt x="9" y="997"/>
                  </a:cubicBezTo>
                  <a:cubicBezTo>
                    <a:pt x="3" y="983"/>
                    <a:pt x="0" y="968"/>
                    <a:pt x="0" y="952"/>
                  </a:cubicBezTo>
                  <a:close/>
                </a:path>
              </a:pathLst>
            </a:custGeom>
            <a:solidFill>
              <a:srgbClr val="06B6D4">
                <a:alpha val="10000"/>
              </a:srgbClr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7" name="자유형 1220">
              <a:extLst>
                <a:ext uri="{FF2B5EF4-FFF2-40B4-BE49-F238E27FC236}">
                  <a16:creationId xmlns:a16="http://schemas.microsoft.com/office/drawing/2014/main" id="{43A6F019-C9D8-4889-ACA0-D450540AA098}"/>
                </a:ext>
              </a:extLst>
            </p:cNvPr>
            <p:cNvSpPr/>
            <p:nvPr/>
          </p:nvSpPr>
          <p:spPr>
            <a:xfrm>
              <a:off x="4228892" y="5603425"/>
              <a:ext cx="677160" cy="384840"/>
            </a:xfrm>
            <a:custGeom>
              <a:avLst/>
              <a:gdLst/>
              <a:ahLst/>
              <a:cxnLst/>
              <a:rect l="0" t="0" r="r" b="b"/>
              <a:pathLst>
                <a:path w="1881" h="1069" fill="none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9" y="71"/>
                  </a:cubicBezTo>
                  <a:cubicBezTo>
                    <a:pt x="15" y="57"/>
                    <a:pt x="23" y="45"/>
                    <a:pt x="34" y="34"/>
                  </a:cubicBezTo>
                  <a:cubicBezTo>
                    <a:pt x="45" y="23"/>
                    <a:pt x="58" y="14"/>
                    <a:pt x="72" y="9"/>
                  </a:cubicBezTo>
                  <a:cubicBezTo>
                    <a:pt x="86" y="3"/>
                    <a:pt x="101" y="0"/>
                    <a:pt x="116" y="0"/>
                  </a:cubicBezTo>
                  <a:lnTo>
                    <a:pt x="1765" y="0"/>
                  </a:lnTo>
                  <a:cubicBezTo>
                    <a:pt x="1781" y="0"/>
                    <a:pt x="1796" y="3"/>
                    <a:pt x="1810" y="9"/>
                  </a:cubicBezTo>
                  <a:cubicBezTo>
                    <a:pt x="1824" y="14"/>
                    <a:pt x="1837" y="23"/>
                    <a:pt x="1847" y="34"/>
                  </a:cubicBezTo>
                  <a:cubicBezTo>
                    <a:pt x="1858" y="45"/>
                    <a:pt x="1867" y="57"/>
                    <a:pt x="1873" y="71"/>
                  </a:cubicBezTo>
                  <a:cubicBezTo>
                    <a:pt x="1878" y="86"/>
                    <a:pt x="1881" y="100"/>
                    <a:pt x="1881" y="116"/>
                  </a:cubicBezTo>
                  <a:lnTo>
                    <a:pt x="1881" y="952"/>
                  </a:lnTo>
                  <a:cubicBezTo>
                    <a:pt x="1881" y="968"/>
                    <a:pt x="1878" y="983"/>
                    <a:pt x="1873" y="997"/>
                  </a:cubicBezTo>
                  <a:cubicBezTo>
                    <a:pt x="1867" y="1011"/>
                    <a:pt x="1858" y="1024"/>
                    <a:pt x="1847" y="1035"/>
                  </a:cubicBezTo>
                  <a:cubicBezTo>
                    <a:pt x="1837" y="1045"/>
                    <a:pt x="1824" y="1054"/>
                    <a:pt x="1810" y="1060"/>
                  </a:cubicBezTo>
                  <a:cubicBezTo>
                    <a:pt x="1796" y="1066"/>
                    <a:pt x="1781" y="1069"/>
                    <a:pt x="1765" y="1069"/>
                  </a:cubicBezTo>
                  <a:lnTo>
                    <a:pt x="116" y="1069"/>
                  </a:lnTo>
                  <a:cubicBezTo>
                    <a:pt x="101" y="1069"/>
                    <a:pt x="86" y="1066"/>
                    <a:pt x="72" y="1060"/>
                  </a:cubicBezTo>
                  <a:cubicBezTo>
                    <a:pt x="58" y="1054"/>
                    <a:pt x="45" y="1045"/>
                    <a:pt x="34" y="1035"/>
                  </a:cubicBezTo>
                  <a:cubicBezTo>
                    <a:pt x="23" y="1024"/>
                    <a:pt x="15" y="1011"/>
                    <a:pt x="9" y="997"/>
                  </a:cubicBezTo>
                  <a:cubicBezTo>
                    <a:pt x="3" y="983"/>
                    <a:pt x="0" y="968"/>
                    <a:pt x="0" y="952"/>
                  </a:cubicBezTo>
                </a:path>
              </a:pathLst>
            </a:custGeom>
            <a:ln w="16560">
              <a:solidFill>
                <a:srgbClr val="06B6D4"/>
              </a:solidFill>
              <a:miter/>
            </a:ln>
          </p:spPr>
          <p:txBody>
            <a:bodyPr lIns="8280" tIns="8280" rIns="8280" bIns="828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pic>
          <p:nvPicPr>
            <p:cNvPr id="888" name="그림 887">
              <a:extLst>
                <a:ext uri="{FF2B5EF4-FFF2-40B4-BE49-F238E27FC236}">
                  <a16:creationId xmlns:a16="http://schemas.microsoft.com/office/drawing/2014/main" id="{A3B43282-2644-4404-9BEE-71F9DE2EF2AF}"/>
                </a:ext>
              </a:extLst>
            </p:cNvPr>
            <p:cNvPicPr/>
            <p:nvPr/>
          </p:nvPicPr>
          <p:blipFill>
            <a:blip r:embed="rId13"/>
            <a:stretch/>
          </p:blipFill>
          <p:spPr>
            <a:xfrm>
              <a:off x="4321052" y="5720425"/>
              <a:ext cx="133200" cy="133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9" name="TextBox 888">
              <a:extLst>
                <a:ext uri="{FF2B5EF4-FFF2-40B4-BE49-F238E27FC236}">
                  <a16:creationId xmlns:a16="http://schemas.microsoft.com/office/drawing/2014/main" id="{A70EE673-AFF4-43F3-8739-4D34C7E10A35}"/>
                </a:ext>
              </a:extLst>
            </p:cNvPr>
            <p:cNvSpPr txBox="1"/>
            <p:nvPr/>
          </p:nvSpPr>
          <p:spPr>
            <a:xfrm>
              <a:off x="5773112" y="5239390"/>
              <a:ext cx="1722960" cy="244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320" b="1" u="none" strike="noStrike" dirty="0">
                  <a:solidFill>
                    <a:srgbClr val="000000"/>
                  </a:solidFill>
                  <a:effectLst/>
                  <a:uFillTx/>
                  <a:latin typeface="Pretendard-Semi"/>
                  <a:ea typeface="Pretendard-Semi"/>
                </a:rPr>
                <a:t>Docker </a:t>
              </a:r>
              <a:r>
                <a:rPr lang="zh-CN" sz="1320" b="1" u="none" strike="noStrike" dirty="0">
                  <a:solidFill>
                    <a:srgbClr val="000000"/>
                  </a:solidFill>
                  <a:effectLst/>
                  <a:uFillTx/>
                  <a:latin typeface="Pretendard-Semi"/>
                  <a:ea typeface="Pretendard-Semi"/>
                </a:rPr>
                <a:t>컨테이너 환경</a:t>
              </a:r>
              <a:endParaRPr lang="en-US" sz="132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0" name="TextBox 889">
              <a:extLst>
                <a:ext uri="{FF2B5EF4-FFF2-40B4-BE49-F238E27FC236}">
                  <a16:creationId xmlns:a16="http://schemas.microsoft.com/office/drawing/2014/main" id="{53379ACE-7395-4809-9731-72592B94115D}"/>
                </a:ext>
              </a:extLst>
            </p:cNvPr>
            <p:cNvSpPr txBox="1"/>
            <p:nvPr/>
          </p:nvSpPr>
          <p:spPr>
            <a:xfrm>
              <a:off x="4458932" y="5713585"/>
              <a:ext cx="133200" cy="157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05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 </a:t>
              </a:r>
              <a:endPara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1" name="자유형 1224">
              <a:extLst>
                <a:ext uri="{FF2B5EF4-FFF2-40B4-BE49-F238E27FC236}">
                  <a16:creationId xmlns:a16="http://schemas.microsoft.com/office/drawing/2014/main" id="{6AB4DB8D-A0D1-4103-BF94-60F857F530FD}"/>
                </a:ext>
              </a:extLst>
            </p:cNvPr>
            <p:cNvSpPr/>
            <p:nvPr/>
          </p:nvSpPr>
          <p:spPr>
            <a:xfrm>
              <a:off x="5031332" y="5603425"/>
              <a:ext cx="869400" cy="384840"/>
            </a:xfrm>
            <a:custGeom>
              <a:avLst/>
              <a:gdLst/>
              <a:ahLst/>
              <a:cxnLst/>
              <a:rect l="0" t="0" r="r" b="b"/>
              <a:pathLst>
                <a:path w="2415" h="1069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8" y="71"/>
                  </a:cubicBezTo>
                  <a:cubicBezTo>
                    <a:pt x="14" y="57"/>
                    <a:pt x="23" y="45"/>
                    <a:pt x="34" y="34"/>
                  </a:cubicBezTo>
                  <a:cubicBezTo>
                    <a:pt x="44" y="23"/>
                    <a:pt x="57" y="14"/>
                    <a:pt x="71" y="9"/>
                  </a:cubicBezTo>
                  <a:cubicBezTo>
                    <a:pt x="85" y="3"/>
                    <a:pt x="100" y="0"/>
                    <a:pt x="116" y="0"/>
                  </a:cubicBezTo>
                  <a:lnTo>
                    <a:pt x="2299" y="0"/>
                  </a:lnTo>
                  <a:cubicBezTo>
                    <a:pt x="2314" y="0"/>
                    <a:pt x="2329" y="3"/>
                    <a:pt x="2343" y="9"/>
                  </a:cubicBezTo>
                  <a:cubicBezTo>
                    <a:pt x="2357" y="14"/>
                    <a:pt x="2370" y="23"/>
                    <a:pt x="2381" y="34"/>
                  </a:cubicBezTo>
                  <a:cubicBezTo>
                    <a:pt x="2392" y="45"/>
                    <a:pt x="2400" y="57"/>
                    <a:pt x="2406" y="71"/>
                  </a:cubicBezTo>
                  <a:cubicBezTo>
                    <a:pt x="2412" y="86"/>
                    <a:pt x="2415" y="100"/>
                    <a:pt x="2415" y="116"/>
                  </a:cubicBezTo>
                  <a:lnTo>
                    <a:pt x="2415" y="952"/>
                  </a:lnTo>
                  <a:cubicBezTo>
                    <a:pt x="2415" y="968"/>
                    <a:pt x="2412" y="983"/>
                    <a:pt x="2406" y="997"/>
                  </a:cubicBezTo>
                  <a:cubicBezTo>
                    <a:pt x="2400" y="1011"/>
                    <a:pt x="2392" y="1024"/>
                    <a:pt x="2381" y="1035"/>
                  </a:cubicBezTo>
                  <a:cubicBezTo>
                    <a:pt x="2370" y="1045"/>
                    <a:pt x="2357" y="1054"/>
                    <a:pt x="2343" y="1060"/>
                  </a:cubicBezTo>
                  <a:cubicBezTo>
                    <a:pt x="2329" y="1066"/>
                    <a:pt x="2314" y="1069"/>
                    <a:pt x="2299" y="1069"/>
                  </a:cubicBezTo>
                  <a:lnTo>
                    <a:pt x="116" y="1069"/>
                  </a:lnTo>
                  <a:cubicBezTo>
                    <a:pt x="100" y="1069"/>
                    <a:pt x="85" y="1066"/>
                    <a:pt x="71" y="1060"/>
                  </a:cubicBezTo>
                  <a:cubicBezTo>
                    <a:pt x="57" y="1054"/>
                    <a:pt x="44" y="1045"/>
                    <a:pt x="34" y="1035"/>
                  </a:cubicBezTo>
                  <a:cubicBezTo>
                    <a:pt x="23" y="1024"/>
                    <a:pt x="14" y="1011"/>
                    <a:pt x="8" y="997"/>
                  </a:cubicBezTo>
                  <a:cubicBezTo>
                    <a:pt x="3" y="983"/>
                    <a:pt x="0" y="968"/>
                    <a:pt x="0" y="952"/>
                  </a:cubicBezTo>
                  <a:close/>
                </a:path>
              </a:pathLst>
            </a:custGeom>
            <a:solidFill>
              <a:srgbClr val="06B6D4">
                <a:alpha val="10000"/>
              </a:srgbClr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2" name="자유형 1225">
              <a:extLst>
                <a:ext uri="{FF2B5EF4-FFF2-40B4-BE49-F238E27FC236}">
                  <a16:creationId xmlns:a16="http://schemas.microsoft.com/office/drawing/2014/main" id="{EB41BD07-88AB-4C89-A0D8-3C3B3BE7516E}"/>
                </a:ext>
              </a:extLst>
            </p:cNvPr>
            <p:cNvSpPr/>
            <p:nvPr/>
          </p:nvSpPr>
          <p:spPr>
            <a:xfrm>
              <a:off x="5031332" y="5603425"/>
              <a:ext cx="869400" cy="384840"/>
            </a:xfrm>
            <a:custGeom>
              <a:avLst/>
              <a:gdLst/>
              <a:ahLst/>
              <a:cxnLst/>
              <a:rect l="0" t="0" r="r" b="b"/>
              <a:pathLst>
                <a:path w="2415" h="1069" fill="none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8" y="71"/>
                  </a:cubicBezTo>
                  <a:cubicBezTo>
                    <a:pt x="14" y="57"/>
                    <a:pt x="23" y="45"/>
                    <a:pt x="34" y="34"/>
                  </a:cubicBezTo>
                  <a:cubicBezTo>
                    <a:pt x="44" y="23"/>
                    <a:pt x="57" y="14"/>
                    <a:pt x="71" y="9"/>
                  </a:cubicBezTo>
                  <a:cubicBezTo>
                    <a:pt x="85" y="3"/>
                    <a:pt x="100" y="0"/>
                    <a:pt x="116" y="0"/>
                  </a:cubicBezTo>
                  <a:lnTo>
                    <a:pt x="2299" y="0"/>
                  </a:lnTo>
                  <a:cubicBezTo>
                    <a:pt x="2314" y="0"/>
                    <a:pt x="2329" y="3"/>
                    <a:pt x="2343" y="9"/>
                  </a:cubicBezTo>
                  <a:cubicBezTo>
                    <a:pt x="2357" y="14"/>
                    <a:pt x="2370" y="23"/>
                    <a:pt x="2381" y="34"/>
                  </a:cubicBezTo>
                  <a:cubicBezTo>
                    <a:pt x="2392" y="45"/>
                    <a:pt x="2400" y="57"/>
                    <a:pt x="2406" y="71"/>
                  </a:cubicBezTo>
                  <a:cubicBezTo>
                    <a:pt x="2412" y="86"/>
                    <a:pt x="2415" y="100"/>
                    <a:pt x="2415" y="116"/>
                  </a:cubicBezTo>
                  <a:lnTo>
                    <a:pt x="2415" y="952"/>
                  </a:lnTo>
                  <a:cubicBezTo>
                    <a:pt x="2415" y="968"/>
                    <a:pt x="2412" y="983"/>
                    <a:pt x="2406" y="997"/>
                  </a:cubicBezTo>
                  <a:cubicBezTo>
                    <a:pt x="2400" y="1011"/>
                    <a:pt x="2392" y="1024"/>
                    <a:pt x="2381" y="1035"/>
                  </a:cubicBezTo>
                  <a:cubicBezTo>
                    <a:pt x="2370" y="1045"/>
                    <a:pt x="2357" y="1054"/>
                    <a:pt x="2343" y="1060"/>
                  </a:cubicBezTo>
                  <a:cubicBezTo>
                    <a:pt x="2329" y="1066"/>
                    <a:pt x="2314" y="1069"/>
                    <a:pt x="2299" y="1069"/>
                  </a:cubicBezTo>
                  <a:lnTo>
                    <a:pt x="116" y="1069"/>
                  </a:lnTo>
                  <a:cubicBezTo>
                    <a:pt x="100" y="1069"/>
                    <a:pt x="85" y="1066"/>
                    <a:pt x="71" y="1060"/>
                  </a:cubicBezTo>
                  <a:cubicBezTo>
                    <a:pt x="57" y="1054"/>
                    <a:pt x="44" y="1045"/>
                    <a:pt x="34" y="1035"/>
                  </a:cubicBezTo>
                  <a:cubicBezTo>
                    <a:pt x="23" y="1024"/>
                    <a:pt x="14" y="1011"/>
                    <a:pt x="8" y="997"/>
                  </a:cubicBezTo>
                  <a:cubicBezTo>
                    <a:pt x="3" y="983"/>
                    <a:pt x="0" y="968"/>
                    <a:pt x="0" y="952"/>
                  </a:cubicBezTo>
                </a:path>
              </a:pathLst>
            </a:custGeom>
            <a:ln w="16560">
              <a:solidFill>
                <a:srgbClr val="06B6D4"/>
              </a:solidFill>
              <a:miter/>
            </a:ln>
          </p:spPr>
          <p:txBody>
            <a:bodyPr lIns="8280" tIns="8280" rIns="8280" bIns="828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pic>
          <p:nvPicPr>
            <p:cNvPr id="893" name="그림 892">
              <a:extLst>
                <a:ext uri="{FF2B5EF4-FFF2-40B4-BE49-F238E27FC236}">
                  <a16:creationId xmlns:a16="http://schemas.microsoft.com/office/drawing/2014/main" id="{2F210F11-CE8D-46A6-A2DF-5CD34BA0DF92}"/>
                </a:ext>
              </a:extLst>
            </p:cNvPr>
            <p:cNvPicPr/>
            <p:nvPr/>
          </p:nvPicPr>
          <p:blipFill>
            <a:blip r:embed="rId14"/>
            <a:stretch/>
          </p:blipFill>
          <p:spPr>
            <a:xfrm>
              <a:off x="5123132" y="5720425"/>
              <a:ext cx="116640" cy="133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94" name="TextBox 893">
              <a:extLst>
                <a:ext uri="{FF2B5EF4-FFF2-40B4-BE49-F238E27FC236}">
                  <a16:creationId xmlns:a16="http://schemas.microsoft.com/office/drawing/2014/main" id="{73C69ED2-ABBF-4D68-9FAE-16D0B5C71391}"/>
                </a:ext>
              </a:extLst>
            </p:cNvPr>
            <p:cNvSpPr txBox="1"/>
            <p:nvPr/>
          </p:nvSpPr>
          <p:spPr>
            <a:xfrm>
              <a:off x="4492412" y="5729065"/>
              <a:ext cx="396000" cy="169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92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AI </a:t>
              </a:r>
              <a:r>
                <a:rPr lang="zh-CN" sz="92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모델</a:t>
              </a:r>
              <a:endParaRPr lang="en-US" sz="92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5" name="TextBox 894">
              <a:extLst>
                <a:ext uri="{FF2B5EF4-FFF2-40B4-BE49-F238E27FC236}">
                  <a16:creationId xmlns:a16="http://schemas.microsoft.com/office/drawing/2014/main" id="{102ADCBD-96B3-43E8-AB5E-9EEBD71BBB62}"/>
                </a:ext>
              </a:extLst>
            </p:cNvPr>
            <p:cNvSpPr txBox="1"/>
            <p:nvPr/>
          </p:nvSpPr>
          <p:spPr>
            <a:xfrm>
              <a:off x="5244452" y="5713585"/>
              <a:ext cx="133200" cy="157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05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 </a:t>
              </a:r>
              <a:endPara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6" name="자유형 1229">
              <a:extLst>
                <a:ext uri="{FF2B5EF4-FFF2-40B4-BE49-F238E27FC236}">
                  <a16:creationId xmlns:a16="http://schemas.microsoft.com/office/drawing/2014/main" id="{A37C2C25-8451-40BF-BB32-3E443BD50720}"/>
                </a:ext>
              </a:extLst>
            </p:cNvPr>
            <p:cNvSpPr/>
            <p:nvPr/>
          </p:nvSpPr>
          <p:spPr>
            <a:xfrm>
              <a:off x="5983892" y="5603425"/>
              <a:ext cx="777600" cy="384840"/>
            </a:xfrm>
            <a:custGeom>
              <a:avLst/>
              <a:gdLst/>
              <a:ahLst/>
              <a:cxnLst/>
              <a:rect l="0" t="0" r="r" b="b"/>
              <a:pathLst>
                <a:path w="2160" h="1069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9" y="71"/>
                  </a:cubicBezTo>
                  <a:cubicBezTo>
                    <a:pt x="15" y="57"/>
                    <a:pt x="23" y="45"/>
                    <a:pt x="34" y="34"/>
                  </a:cubicBezTo>
                  <a:cubicBezTo>
                    <a:pt x="45" y="23"/>
                    <a:pt x="57" y="14"/>
                    <a:pt x="72" y="9"/>
                  </a:cubicBezTo>
                  <a:cubicBezTo>
                    <a:pt x="86" y="3"/>
                    <a:pt x="101" y="0"/>
                    <a:pt x="116" y="0"/>
                  </a:cubicBezTo>
                  <a:lnTo>
                    <a:pt x="2044" y="0"/>
                  </a:lnTo>
                  <a:cubicBezTo>
                    <a:pt x="2059" y="0"/>
                    <a:pt x="2074" y="3"/>
                    <a:pt x="2088" y="9"/>
                  </a:cubicBezTo>
                  <a:cubicBezTo>
                    <a:pt x="2102" y="14"/>
                    <a:pt x="2115" y="23"/>
                    <a:pt x="2126" y="34"/>
                  </a:cubicBezTo>
                  <a:cubicBezTo>
                    <a:pt x="2137" y="45"/>
                    <a:pt x="2145" y="57"/>
                    <a:pt x="2151" y="71"/>
                  </a:cubicBezTo>
                  <a:cubicBezTo>
                    <a:pt x="2157" y="86"/>
                    <a:pt x="2160" y="100"/>
                    <a:pt x="2160" y="116"/>
                  </a:cubicBezTo>
                  <a:lnTo>
                    <a:pt x="2160" y="952"/>
                  </a:lnTo>
                  <a:cubicBezTo>
                    <a:pt x="2160" y="968"/>
                    <a:pt x="2157" y="983"/>
                    <a:pt x="2151" y="997"/>
                  </a:cubicBezTo>
                  <a:cubicBezTo>
                    <a:pt x="2145" y="1011"/>
                    <a:pt x="2137" y="1024"/>
                    <a:pt x="2126" y="1035"/>
                  </a:cubicBezTo>
                  <a:cubicBezTo>
                    <a:pt x="2115" y="1045"/>
                    <a:pt x="2102" y="1054"/>
                    <a:pt x="2088" y="1060"/>
                  </a:cubicBezTo>
                  <a:cubicBezTo>
                    <a:pt x="2074" y="1066"/>
                    <a:pt x="2059" y="1069"/>
                    <a:pt x="2044" y="1069"/>
                  </a:cubicBezTo>
                  <a:lnTo>
                    <a:pt x="116" y="1069"/>
                  </a:lnTo>
                  <a:cubicBezTo>
                    <a:pt x="101" y="1069"/>
                    <a:pt x="86" y="1066"/>
                    <a:pt x="72" y="1060"/>
                  </a:cubicBezTo>
                  <a:cubicBezTo>
                    <a:pt x="57" y="1054"/>
                    <a:pt x="45" y="1045"/>
                    <a:pt x="34" y="1035"/>
                  </a:cubicBezTo>
                  <a:cubicBezTo>
                    <a:pt x="23" y="1024"/>
                    <a:pt x="15" y="1011"/>
                    <a:pt x="9" y="997"/>
                  </a:cubicBezTo>
                  <a:cubicBezTo>
                    <a:pt x="3" y="983"/>
                    <a:pt x="0" y="968"/>
                    <a:pt x="0" y="952"/>
                  </a:cubicBezTo>
                  <a:close/>
                </a:path>
              </a:pathLst>
            </a:custGeom>
            <a:solidFill>
              <a:srgbClr val="06B6D4">
                <a:alpha val="10000"/>
              </a:srgbClr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7" name="자유형 1230">
              <a:extLst>
                <a:ext uri="{FF2B5EF4-FFF2-40B4-BE49-F238E27FC236}">
                  <a16:creationId xmlns:a16="http://schemas.microsoft.com/office/drawing/2014/main" id="{7E32079D-FE8C-4841-BEBD-9A26948CBEE3}"/>
                </a:ext>
              </a:extLst>
            </p:cNvPr>
            <p:cNvSpPr/>
            <p:nvPr/>
          </p:nvSpPr>
          <p:spPr>
            <a:xfrm>
              <a:off x="5983892" y="5603425"/>
              <a:ext cx="777600" cy="384840"/>
            </a:xfrm>
            <a:custGeom>
              <a:avLst/>
              <a:gdLst/>
              <a:ahLst/>
              <a:cxnLst/>
              <a:rect l="0" t="0" r="r" b="b"/>
              <a:pathLst>
                <a:path w="2160" h="1069" fill="none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9" y="71"/>
                  </a:cubicBezTo>
                  <a:cubicBezTo>
                    <a:pt x="15" y="57"/>
                    <a:pt x="23" y="45"/>
                    <a:pt x="34" y="34"/>
                  </a:cubicBezTo>
                  <a:cubicBezTo>
                    <a:pt x="45" y="23"/>
                    <a:pt x="57" y="14"/>
                    <a:pt x="72" y="9"/>
                  </a:cubicBezTo>
                  <a:cubicBezTo>
                    <a:pt x="86" y="3"/>
                    <a:pt x="101" y="0"/>
                    <a:pt x="116" y="0"/>
                  </a:cubicBezTo>
                  <a:lnTo>
                    <a:pt x="2044" y="0"/>
                  </a:lnTo>
                  <a:cubicBezTo>
                    <a:pt x="2059" y="0"/>
                    <a:pt x="2074" y="3"/>
                    <a:pt x="2088" y="9"/>
                  </a:cubicBezTo>
                  <a:cubicBezTo>
                    <a:pt x="2102" y="14"/>
                    <a:pt x="2115" y="23"/>
                    <a:pt x="2126" y="34"/>
                  </a:cubicBezTo>
                  <a:cubicBezTo>
                    <a:pt x="2137" y="45"/>
                    <a:pt x="2145" y="57"/>
                    <a:pt x="2151" y="71"/>
                  </a:cubicBezTo>
                  <a:cubicBezTo>
                    <a:pt x="2157" y="86"/>
                    <a:pt x="2160" y="100"/>
                    <a:pt x="2160" y="116"/>
                  </a:cubicBezTo>
                  <a:lnTo>
                    <a:pt x="2160" y="952"/>
                  </a:lnTo>
                  <a:cubicBezTo>
                    <a:pt x="2160" y="968"/>
                    <a:pt x="2157" y="983"/>
                    <a:pt x="2151" y="997"/>
                  </a:cubicBezTo>
                  <a:cubicBezTo>
                    <a:pt x="2145" y="1011"/>
                    <a:pt x="2137" y="1024"/>
                    <a:pt x="2126" y="1035"/>
                  </a:cubicBezTo>
                  <a:cubicBezTo>
                    <a:pt x="2115" y="1045"/>
                    <a:pt x="2102" y="1054"/>
                    <a:pt x="2088" y="1060"/>
                  </a:cubicBezTo>
                  <a:cubicBezTo>
                    <a:pt x="2074" y="1066"/>
                    <a:pt x="2059" y="1069"/>
                    <a:pt x="2044" y="1069"/>
                  </a:cubicBezTo>
                  <a:lnTo>
                    <a:pt x="116" y="1069"/>
                  </a:lnTo>
                  <a:cubicBezTo>
                    <a:pt x="101" y="1069"/>
                    <a:pt x="86" y="1066"/>
                    <a:pt x="72" y="1060"/>
                  </a:cubicBezTo>
                  <a:cubicBezTo>
                    <a:pt x="57" y="1054"/>
                    <a:pt x="45" y="1045"/>
                    <a:pt x="34" y="1035"/>
                  </a:cubicBezTo>
                  <a:cubicBezTo>
                    <a:pt x="23" y="1024"/>
                    <a:pt x="15" y="1011"/>
                    <a:pt x="9" y="997"/>
                  </a:cubicBezTo>
                  <a:cubicBezTo>
                    <a:pt x="3" y="983"/>
                    <a:pt x="0" y="968"/>
                    <a:pt x="0" y="952"/>
                  </a:cubicBezTo>
                </a:path>
              </a:pathLst>
            </a:custGeom>
            <a:ln w="16560">
              <a:solidFill>
                <a:srgbClr val="06B6D4"/>
              </a:solidFill>
              <a:miter/>
            </a:ln>
          </p:spPr>
          <p:txBody>
            <a:bodyPr lIns="8280" tIns="8280" rIns="8280" bIns="828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pic>
          <p:nvPicPr>
            <p:cNvPr id="898" name="그림 897">
              <a:extLst>
                <a:ext uri="{FF2B5EF4-FFF2-40B4-BE49-F238E27FC236}">
                  <a16:creationId xmlns:a16="http://schemas.microsoft.com/office/drawing/2014/main" id="{B6AC4D92-4CD9-4BE9-AEAD-4840C50709CD}"/>
                </a:ext>
              </a:extLst>
            </p:cNvPr>
            <p:cNvPicPr/>
            <p:nvPr/>
          </p:nvPicPr>
          <p:blipFill>
            <a:blip r:embed="rId15"/>
            <a:stretch/>
          </p:blipFill>
          <p:spPr>
            <a:xfrm>
              <a:off x="6076052" y="5720425"/>
              <a:ext cx="166680" cy="133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99" name="TextBox 898">
              <a:extLst>
                <a:ext uri="{FF2B5EF4-FFF2-40B4-BE49-F238E27FC236}">
                  <a16:creationId xmlns:a16="http://schemas.microsoft.com/office/drawing/2014/main" id="{BE9C343A-2DEC-488A-A7E4-C2687E907A63}"/>
                </a:ext>
              </a:extLst>
            </p:cNvPr>
            <p:cNvSpPr txBox="1"/>
            <p:nvPr/>
          </p:nvSpPr>
          <p:spPr>
            <a:xfrm>
              <a:off x="5277932" y="5729065"/>
              <a:ext cx="591840" cy="136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92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Vector DB</a:t>
              </a:r>
              <a:endParaRPr lang="en-US" sz="92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0" name="TextBox 899">
              <a:extLst>
                <a:ext uri="{FF2B5EF4-FFF2-40B4-BE49-F238E27FC236}">
                  <a16:creationId xmlns:a16="http://schemas.microsoft.com/office/drawing/2014/main" id="{831FC86A-1F3E-4A75-AB31-B0F9EE00A247}"/>
                </a:ext>
              </a:extLst>
            </p:cNvPr>
            <p:cNvSpPr txBox="1"/>
            <p:nvPr/>
          </p:nvSpPr>
          <p:spPr>
            <a:xfrm>
              <a:off x="6247052" y="5713585"/>
              <a:ext cx="133200" cy="157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05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 </a:t>
              </a:r>
              <a:endPara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1" name="자유형 1234">
              <a:extLst>
                <a:ext uri="{FF2B5EF4-FFF2-40B4-BE49-F238E27FC236}">
                  <a16:creationId xmlns:a16="http://schemas.microsoft.com/office/drawing/2014/main" id="{5B88049A-F0C6-4B84-AEF1-E168D4649162}"/>
                </a:ext>
              </a:extLst>
            </p:cNvPr>
            <p:cNvSpPr/>
            <p:nvPr/>
          </p:nvSpPr>
          <p:spPr>
            <a:xfrm>
              <a:off x="6844652" y="5603425"/>
              <a:ext cx="794160" cy="384840"/>
            </a:xfrm>
            <a:custGeom>
              <a:avLst/>
              <a:gdLst/>
              <a:ahLst/>
              <a:cxnLst/>
              <a:rect l="0" t="0" r="r" b="b"/>
              <a:pathLst>
                <a:path w="2206" h="1069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9" y="71"/>
                  </a:cubicBezTo>
                  <a:cubicBezTo>
                    <a:pt x="15" y="57"/>
                    <a:pt x="23" y="45"/>
                    <a:pt x="34" y="34"/>
                  </a:cubicBezTo>
                  <a:cubicBezTo>
                    <a:pt x="45" y="23"/>
                    <a:pt x="57" y="14"/>
                    <a:pt x="71" y="9"/>
                  </a:cubicBezTo>
                  <a:cubicBezTo>
                    <a:pt x="86" y="3"/>
                    <a:pt x="101" y="0"/>
                    <a:pt x="116" y="0"/>
                  </a:cubicBezTo>
                  <a:lnTo>
                    <a:pt x="2090" y="0"/>
                  </a:lnTo>
                  <a:cubicBezTo>
                    <a:pt x="2105" y="0"/>
                    <a:pt x="2120" y="3"/>
                    <a:pt x="2134" y="9"/>
                  </a:cubicBezTo>
                  <a:cubicBezTo>
                    <a:pt x="2149" y="14"/>
                    <a:pt x="2161" y="23"/>
                    <a:pt x="2172" y="34"/>
                  </a:cubicBezTo>
                  <a:cubicBezTo>
                    <a:pt x="2183" y="45"/>
                    <a:pt x="2191" y="57"/>
                    <a:pt x="2197" y="71"/>
                  </a:cubicBezTo>
                  <a:cubicBezTo>
                    <a:pt x="2203" y="86"/>
                    <a:pt x="2206" y="100"/>
                    <a:pt x="2206" y="116"/>
                  </a:cubicBezTo>
                  <a:lnTo>
                    <a:pt x="2206" y="952"/>
                  </a:lnTo>
                  <a:cubicBezTo>
                    <a:pt x="2206" y="968"/>
                    <a:pt x="2203" y="983"/>
                    <a:pt x="2197" y="997"/>
                  </a:cubicBezTo>
                  <a:cubicBezTo>
                    <a:pt x="2191" y="1011"/>
                    <a:pt x="2183" y="1024"/>
                    <a:pt x="2172" y="1035"/>
                  </a:cubicBezTo>
                  <a:cubicBezTo>
                    <a:pt x="2161" y="1045"/>
                    <a:pt x="2149" y="1054"/>
                    <a:pt x="2134" y="1060"/>
                  </a:cubicBezTo>
                  <a:cubicBezTo>
                    <a:pt x="2120" y="1066"/>
                    <a:pt x="2105" y="1069"/>
                    <a:pt x="2090" y="1069"/>
                  </a:cubicBezTo>
                  <a:lnTo>
                    <a:pt x="116" y="1069"/>
                  </a:lnTo>
                  <a:cubicBezTo>
                    <a:pt x="101" y="1069"/>
                    <a:pt x="86" y="1066"/>
                    <a:pt x="71" y="1060"/>
                  </a:cubicBezTo>
                  <a:cubicBezTo>
                    <a:pt x="57" y="1054"/>
                    <a:pt x="45" y="1045"/>
                    <a:pt x="34" y="1035"/>
                  </a:cubicBezTo>
                  <a:cubicBezTo>
                    <a:pt x="23" y="1024"/>
                    <a:pt x="15" y="1011"/>
                    <a:pt x="9" y="997"/>
                  </a:cubicBezTo>
                  <a:cubicBezTo>
                    <a:pt x="3" y="983"/>
                    <a:pt x="0" y="968"/>
                    <a:pt x="0" y="952"/>
                  </a:cubicBezTo>
                  <a:close/>
                </a:path>
              </a:pathLst>
            </a:custGeom>
            <a:solidFill>
              <a:srgbClr val="06B6D4">
                <a:alpha val="10000"/>
              </a:srgbClr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2" name="자유형 1235">
              <a:extLst>
                <a:ext uri="{FF2B5EF4-FFF2-40B4-BE49-F238E27FC236}">
                  <a16:creationId xmlns:a16="http://schemas.microsoft.com/office/drawing/2014/main" id="{A11BE370-3907-4D57-BC51-B8C04377CECE}"/>
                </a:ext>
              </a:extLst>
            </p:cNvPr>
            <p:cNvSpPr/>
            <p:nvPr/>
          </p:nvSpPr>
          <p:spPr>
            <a:xfrm>
              <a:off x="6844652" y="5603425"/>
              <a:ext cx="794160" cy="384840"/>
            </a:xfrm>
            <a:custGeom>
              <a:avLst/>
              <a:gdLst/>
              <a:ahLst/>
              <a:cxnLst/>
              <a:rect l="0" t="0" r="r" b="b"/>
              <a:pathLst>
                <a:path w="2206" h="1069" fill="none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9" y="71"/>
                  </a:cubicBezTo>
                  <a:cubicBezTo>
                    <a:pt x="15" y="57"/>
                    <a:pt x="23" y="45"/>
                    <a:pt x="34" y="34"/>
                  </a:cubicBezTo>
                  <a:cubicBezTo>
                    <a:pt x="45" y="23"/>
                    <a:pt x="57" y="14"/>
                    <a:pt x="71" y="9"/>
                  </a:cubicBezTo>
                  <a:cubicBezTo>
                    <a:pt x="86" y="3"/>
                    <a:pt x="101" y="0"/>
                    <a:pt x="116" y="0"/>
                  </a:cubicBezTo>
                  <a:lnTo>
                    <a:pt x="2090" y="0"/>
                  </a:lnTo>
                  <a:cubicBezTo>
                    <a:pt x="2105" y="0"/>
                    <a:pt x="2120" y="3"/>
                    <a:pt x="2134" y="9"/>
                  </a:cubicBezTo>
                  <a:cubicBezTo>
                    <a:pt x="2149" y="14"/>
                    <a:pt x="2161" y="23"/>
                    <a:pt x="2172" y="34"/>
                  </a:cubicBezTo>
                  <a:cubicBezTo>
                    <a:pt x="2183" y="45"/>
                    <a:pt x="2191" y="57"/>
                    <a:pt x="2197" y="71"/>
                  </a:cubicBezTo>
                  <a:cubicBezTo>
                    <a:pt x="2203" y="86"/>
                    <a:pt x="2206" y="100"/>
                    <a:pt x="2206" y="116"/>
                  </a:cubicBezTo>
                  <a:lnTo>
                    <a:pt x="2206" y="952"/>
                  </a:lnTo>
                  <a:cubicBezTo>
                    <a:pt x="2206" y="968"/>
                    <a:pt x="2203" y="983"/>
                    <a:pt x="2197" y="997"/>
                  </a:cubicBezTo>
                  <a:cubicBezTo>
                    <a:pt x="2191" y="1011"/>
                    <a:pt x="2183" y="1024"/>
                    <a:pt x="2172" y="1035"/>
                  </a:cubicBezTo>
                  <a:cubicBezTo>
                    <a:pt x="2161" y="1045"/>
                    <a:pt x="2149" y="1054"/>
                    <a:pt x="2134" y="1060"/>
                  </a:cubicBezTo>
                  <a:cubicBezTo>
                    <a:pt x="2120" y="1066"/>
                    <a:pt x="2105" y="1069"/>
                    <a:pt x="2090" y="1069"/>
                  </a:cubicBezTo>
                  <a:lnTo>
                    <a:pt x="116" y="1069"/>
                  </a:lnTo>
                  <a:cubicBezTo>
                    <a:pt x="101" y="1069"/>
                    <a:pt x="86" y="1066"/>
                    <a:pt x="71" y="1060"/>
                  </a:cubicBezTo>
                  <a:cubicBezTo>
                    <a:pt x="57" y="1054"/>
                    <a:pt x="45" y="1045"/>
                    <a:pt x="34" y="1035"/>
                  </a:cubicBezTo>
                  <a:cubicBezTo>
                    <a:pt x="23" y="1024"/>
                    <a:pt x="15" y="1011"/>
                    <a:pt x="9" y="997"/>
                  </a:cubicBezTo>
                  <a:cubicBezTo>
                    <a:pt x="3" y="983"/>
                    <a:pt x="0" y="968"/>
                    <a:pt x="0" y="952"/>
                  </a:cubicBezTo>
                </a:path>
              </a:pathLst>
            </a:custGeom>
            <a:ln w="16560">
              <a:solidFill>
                <a:srgbClr val="06B6D4"/>
              </a:solidFill>
              <a:miter/>
            </a:ln>
          </p:spPr>
          <p:txBody>
            <a:bodyPr lIns="8280" tIns="8280" rIns="8280" bIns="828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pic>
          <p:nvPicPr>
            <p:cNvPr id="903" name="그림 902">
              <a:extLst>
                <a:ext uri="{FF2B5EF4-FFF2-40B4-BE49-F238E27FC236}">
                  <a16:creationId xmlns:a16="http://schemas.microsoft.com/office/drawing/2014/main" id="{B88F41A1-8FBE-4A6E-8E6E-19DAE1E5A420}"/>
                </a:ext>
              </a:extLst>
            </p:cNvPr>
            <p:cNvPicPr/>
            <p:nvPr/>
          </p:nvPicPr>
          <p:blipFill>
            <a:blip r:embed="rId16"/>
            <a:stretch/>
          </p:blipFill>
          <p:spPr>
            <a:xfrm>
              <a:off x="6936812" y="5720425"/>
              <a:ext cx="150120" cy="133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4" name="TextBox 903">
              <a:extLst>
                <a:ext uri="{FF2B5EF4-FFF2-40B4-BE49-F238E27FC236}">
                  <a16:creationId xmlns:a16="http://schemas.microsoft.com/office/drawing/2014/main" id="{E1D643B9-3F09-4370-8845-D1BFEAB28867}"/>
                </a:ext>
              </a:extLst>
            </p:cNvPr>
            <p:cNvSpPr txBox="1"/>
            <p:nvPr/>
          </p:nvSpPr>
          <p:spPr>
            <a:xfrm>
              <a:off x="6280532" y="5729065"/>
              <a:ext cx="466560" cy="169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92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API </a:t>
              </a:r>
              <a:r>
                <a:rPr lang="zh-CN" sz="92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서버</a:t>
              </a:r>
              <a:endParaRPr lang="en-US" sz="92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5" name="TextBox 904">
              <a:extLst>
                <a:ext uri="{FF2B5EF4-FFF2-40B4-BE49-F238E27FC236}">
                  <a16:creationId xmlns:a16="http://schemas.microsoft.com/office/drawing/2014/main" id="{6B80A1D0-5B5F-4217-B879-2A67CE643B6A}"/>
                </a:ext>
              </a:extLst>
            </p:cNvPr>
            <p:cNvSpPr txBox="1"/>
            <p:nvPr/>
          </p:nvSpPr>
          <p:spPr>
            <a:xfrm>
              <a:off x="7091252" y="5713585"/>
              <a:ext cx="133200" cy="157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05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 </a:t>
              </a:r>
              <a:endPara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6" name="자유형 1239">
              <a:extLst>
                <a:ext uri="{FF2B5EF4-FFF2-40B4-BE49-F238E27FC236}">
                  <a16:creationId xmlns:a16="http://schemas.microsoft.com/office/drawing/2014/main" id="{81E98EBE-4578-417D-B199-DF5557B9FE6E}"/>
                </a:ext>
              </a:extLst>
            </p:cNvPr>
            <p:cNvSpPr/>
            <p:nvPr/>
          </p:nvSpPr>
          <p:spPr>
            <a:xfrm>
              <a:off x="7721972" y="5603425"/>
              <a:ext cx="752400" cy="384840"/>
            </a:xfrm>
            <a:custGeom>
              <a:avLst/>
              <a:gdLst/>
              <a:ahLst/>
              <a:cxnLst/>
              <a:rect l="0" t="0" r="r" b="b"/>
              <a:pathLst>
                <a:path w="2090" h="1069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9" y="71"/>
                  </a:cubicBezTo>
                  <a:cubicBezTo>
                    <a:pt x="15" y="57"/>
                    <a:pt x="23" y="45"/>
                    <a:pt x="34" y="34"/>
                  </a:cubicBezTo>
                  <a:cubicBezTo>
                    <a:pt x="45" y="23"/>
                    <a:pt x="58" y="14"/>
                    <a:pt x="72" y="9"/>
                  </a:cubicBezTo>
                  <a:cubicBezTo>
                    <a:pt x="86" y="3"/>
                    <a:pt x="101" y="0"/>
                    <a:pt x="116" y="0"/>
                  </a:cubicBezTo>
                  <a:lnTo>
                    <a:pt x="1974" y="0"/>
                  </a:lnTo>
                  <a:cubicBezTo>
                    <a:pt x="1990" y="0"/>
                    <a:pt x="2005" y="3"/>
                    <a:pt x="2019" y="9"/>
                  </a:cubicBezTo>
                  <a:cubicBezTo>
                    <a:pt x="2033" y="14"/>
                    <a:pt x="2046" y="23"/>
                    <a:pt x="2056" y="34"/>
                  </a:cubicBezTo>
                  <a:cubicBezTo>
                    <a:pt x="2067" y="45"/>
                    <a:pt x="2076" y="57"/>
                    <a:pt x="2082" y="71"/>
                  </a:cubicBezTo>
                  <a:cubicBezTo>
                    <a:pt x="2087" y="86"/>
                    <a:pt x="2090" y="100"/>
                    <a:pt x="2090" y="116"/>
                  </a:cubicBezTo>
                  <a:lnTo>
                    <a:pt x="2090" y="952"/>
                  </a:lnTo>
                  <a:cubicBezTo>
                    <a:pt x="2090" y="968"/>
                    <a:pt x="2087" y="983"/>
                    <a:pt x="2082" y="997"/>
                  </a:cubicBezTo>
                  <a:cubicBezTo>
                    <a:pt x="2076" y="1011"/>
                    <a:pt x="2067" y="1024"/>
                    <a:pt x="2056" y="1035"/>
                  </a:cubicBezTo>
                  <a:cubicBezTo>
                    <a:pt x="2046" y="1045"/>
                    <a:pt x="2033" y="1054"/>
                    <a:pt x="2019" y="1060"/>
                  </a:cubicBezTo>
                  <a:cubicBezTo>
                    <a:pt x="2005" y="1066"/>
                    <a:pt x="1990" y="1069"/>
                    <a:pt x="1974" y="1069"/>
                  </a:cubicBezTo>
                  <a:lnTo>
                    <a:pt x="116" y="1069"/>
                  </a:lnTo>
                  <a:cubicBezTo>
                    <a:pt x="101" y="1069"/>
                    <a:pt x="86" y="1066"/>
                    <a:pt x="72" y="1060"/>
                  </a:cubicBezTo>
                  <a:cubicBezTo>
                    <a:pt x="58" y="1054"/>
                    <a:pt x="45" y="1045"/>
                    <a:pt x="34" y="1035"/>
                  </a:cubicBezTo>
                  <a:cubicBezTo>
                    <a:pt x="23" y="1024"/>
                    <a:pt x="15" y="1011"/>
                    <a:pt x="9" y="997"/>
                  </a:cubicBezTo>
                  <a:cubicBezTo>
                    <a:pt x="3" y="983"/>
                    <a:pt x="0" y="968"/>
                    <a:pt x="0" y="952"/>
                  </a:cubicBezTo>
                  <a:close/>
                </a:path>
              </a:pathLst>
            </a:custGeom>
            <a:solidFill>
              <a:srgbClr val="06B6D4">
                <a:alpha val="10000"/>
              </a:srgbClr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7" name="자유형 1240">
              <a:extLst>
                <a:ext uri="{FF2B5EF4-FFF2-40B4-BE49-F238E27FC236}">
                  <a16:creationId xmlns:a16="http://schemas.microsoft.com/office/drawing/2014/main" id="{4727E34E-B516-4EAC-BEFD-3AFC77EA89E1}"/>
                </a:ext>
              </a:extLst>
            </p:cNvPr>
            <p:cNvSpPr/>
            <p:nvPr/>
          </p:nvSpPr>
          <p:spPr>
            <a:xfrm>
              <a:off x="7721972" y="5603425"/>
              <a:ext cx="752400" cy="384840"/>
            </a:xfrm>
            <a:custGeom>
              <a:avLst/>
              <a:gdLst/>
              <a:ahLst/>
              <a:cxnLst/>
              <a:rect l="0" t="0" r="r" b="b"/>
              <a:pathLst>
                <a:path w="2090" h="1069" fill="none">
                  <a:moveTo>
                    <a:pt x="0" y="952"/>
                  </a:moveTo>
                  <a:lnTo>
                    <a:pt x="0" y="116"/>
                  </a:lnTo>
                  <a:cubicBezTo>
                    <a:pt x="0" y="100"/>
                    <a:pt x="3" y="86"/>
                    <a:pt x="9" y="71"/>
                  </a:cubicBezTo>
                  <a:cubicBezTo>
                    <a:pt x="15" y="57"/>
                    <a:pt x="23" y="45"/>
                    <a:pt x="34" y="34"/>
                  </a:cubicBezTo>
                  <a:cubicBezTo>
                    <a:pt x="45" y="23"/>
                    <a:pt x="58" y="14"/>
                    <a:pt x="72" y="9"/>
                  </a:cubicBezTo>
                  <a:cubicBezTo>
                    <a:pt x="86" y="3"/>
                    <a:pt x="101" y="0"/>
                    <a:pt x="116" y="0"/>
                  </a:cubicBezTo>
                  <a:lnTo>
                    <a:pt x="1974" y="0"/>
                  </a:lnTo>
                  <a:cubicBezTo>
                    <a:pt x="1990" y="0"/>
                    <a:pt x="2005" y="3"/>
                    <a:pt x="2019" y="9"/>
                  </a:cubicBezTo>
                  <a:cubicBezTo>
                    <a:pt x="2033" y="14"/>
                    <a:pt x="2046" y="23"/>
                    <a:pt x="2056" y="34"/>
                  </a:cubicBezTo>
                  <a:cubicBezTo>
                    <a:pt x="2067" y="45"/>
                    <a:pt x="2076" y="57"/>
                    <a:pt x="2082" y="71"/>
                  </a:cubicBezTo>
                  <a:cubicBezTo>
                    <a:pt x="2087" y="86"/>
                    <a:pt x="2090" y="100"/>
                    <a:pt x="2090" y="116"/>
                  </a:cubicBezTo>
                  <a:lnTo>
                    <a:pt x="2090" y="952"/>
                  </a:lnTo>
                  <a:cubicBezTo>
                    <a:pt x="2090" y="968"/>
                    <a:pt x="2087" y="983"/>
                    <a:pt x="2082" y="997"/>
                  </a:cubicBezTo>
                  <a:cubicBezTo>
                    <a:pt x="2076" y="1011"/>
                    <a:pt x="2067" y="1024"/>
                    <a:pt x="2056" y="1035"/>
                  </a:cubicBezTo>
                  <a:cubicBezTo>
                    <a:pt x="2046" y="1045"/>
                    <a:pt x="2033" y="1054"/>
                    <a:pt x="2019" y="1060"/>
                  </a:cubicBezTo>
                  <a:cubicBezTo>
                    <a:pt x="2005" y="1066"/>
                    <a:pt x="1990" y="1069"/>
                    <a:pt x="1974" y="1069"/>
                  </a:cubicBezTo>
                  <a:lnTo>
                    <a:pt x="116" y="1069"/>
                  </a:lnTo>
                  <a:cubicBezTo>
                    <a:pt x="101" y="1069"/>
                    <a:pt x="86" y="1066"/>
                    <a:pt x="72" y="1060"/>
                  </a:cubicBezTo>
                  <a:cubicBezTo>
                    <a:pt x="58" y="1054"/>
                    <a:pt x="45" y="1045"/>
                    <a:pt x="34" y="1035"/>
                  </a:cubicBezTo>
                  <a:cubicBezTo>
                    <a:pt x="23" y="1024"/>
                    <a:pt x="15" y="1011"/>
                    <a:pt x="9" y="997"/>
                  </a:cubicBezTo>
                  <a:cubicBezTo>
                    <a:pt x="3" y="983"/>
                    <a:pt x="0" y="968"/>
                    <a:pt x="0" y="952"/>
                  </a:cubicBezTo>
                </a:path>
              </a:pathLst>
            </a:custGeom>
            <a:ln w="16560">
              <a:solidFill>
                <a:srgbClr val="06B6D4"/>
              </a:solidFill>
              <a:miter/>
            </a:ln>
          </p:spPr>
          <p:txBody>
            <a:bodyPr lIns="8280" tIns="8280" rIns="8280" bIns="828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pic>
          <p:nvPicPr>
            <p:cNvPr id="908" name="그림 907">
              <a:extLst>
                <a:ext uri="{FF2B5EF4-FFF2-40B4-BE49-F238E27FC236}">
                  <a16:creationId xmlns:a16="http://schemas.microsoft.com/office/drawing/2014/main" id="{660AA51A-18B4-40DA-9449-BB12FA2F73E3}"/>
                </a:ext>
              </a:extLst>
            </p:cNvPr>
            <p:cNvPicPr/>
            <p:nvPr/>
          </p:nvPicPr>
          <p:blipFill>
            <a:blip r:embed="rId17"/>
            <a:stretch/>
          </p:blipFill>
          <p:spPr>
            <a:xfrm>
              <a:off x="7814132" y="5720425"/>
              <a:ext cx="133200" cy="133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9" name="TextBox 908">
              <a:extLst>
                <a:ext uri="{FF2B5EF4-FFF2-40B4-BE49-F238E27FC236}">
                  <a16:creationId xmlns:a16="http://schemas.microsoft.com/office/drawing/2014/main" id="{E62B00C1-A375-4527-88D4-7567C9F36193}"/>
                </a:ext>
              </a:extLst>
            </p:cNvPr>
            <p:cNvSpPr txBox="1"/>
            <p:nvPr/>
          </p:nvSpPr>
          <p:spPr>
            <a:xfrm>
              <a:off x="7124732" y="5729065"/>
              <a:ext cx="509400" cy="169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92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UI </a:t>
              </a:r>
              <a:r>
                <a:rPr lang="zh-CN" sz="92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서비스</a:t>
              </a:r>
              <a:endParaRPr lang="en-US" sz="92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8766D595-1BC0-4043-8149-F88134384040}"/>
                </a:ext>
              </a:extLst>
            </p:cNvPr>
            <p:cNvSpPr txBox="1"/>
            <p:nvPr/>
          </p:nvSpPr>
          <p:spPr>
            <a:xfrm>
              <a:off x="7952012" y="5713585"/>
              <a:ext cx="133200" cy="157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050" b="0" u="none" strike="noStrike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 </a:t>
              </a:r>
              <a:endPara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1" name="TextBox 910">
              <a:extLst>
                <a:ext uri="{FF2B5EF4-FFF2-40B4-BE49-F238E27FC236}">
                  <a16:creationId xmlns:a16="http://schemas.microsoft.com/office/drawing/2014/main" id="{DA51DDF4-BFC1-4EA6-9B97-5B377544D01D}"/>
                </a:ext>
              </a:extLst>
            </p:cNvPr>
            <p:cNvSpPr txBox="1"/>
            <p:nvPr/>
          </p:nvSpPr>
          <p:spPr>
            <a:xfrm>
              <a:off x="7985492" y="5729065"/>
              <a:ext cx="432720" cy="169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920" b="0" u="none" strike="noStrike" dirty="0">
                  <a:solidFill>
                    <a:srgbClr val="000000"/>
                  </a:solidFill>
                  <a:effectLst/>
                  <a:uFillTx/>
                  <a:latin typeface="Pretendard"/>
                  <a:ea typeface="Pretendard"/>
                </a:rPr>
                <a:t>모니터링</a:t>
              </a:r>
              <a:endParaRPr lang="en-US" sz="92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2" name="TextBox 911">
              <a:extLst>
                <a:ext uri="{FF2B5EF4-FFF2-40B4-BE49-F238E27FC236}">
                  <a16:creationId xmlns:a16="http://schemas.microsoft.com/office/drawing/2014/main" id="{DDFF6195-CCFA-45A4-8CE7-73D411F01CAF}"/>
                </a:ext>
              </a:extLst>
            </p:cNvPr>
            <p:cNvSpPr txBox="1"/>
            <p:nvPr/>
          </p:nvSpPr>
          <p:spPr>
            <a:xfrm>
              <a:off x="5205932" y="6164245"/>
              <a:ext cx="2291400" cy="169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920" b="0" u="none" strike="noStrike" dirty="0">
                  <a:solidFill>
                    <a:srgbClr val="6B7280"/>
                  </a:solidFill>
                  <a:effectLst/>
                  <a:uFillTx/>
                  <a:latin typeface="Pretendard"/>
                  <a:ea typeface="Pretendard"/>
                </a:rPr>
                <a:t>모든 종속성이 포함된 독립적인 컨테이너 패키지</a:t>
              </a:r>
              <a:endParaRPr lang="en-US" sz="92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3" name="자유형 1079">
            <a:extLst>
              <a:ext uri="{FF2B5EF4-FFF2-40B4-BE49-F238E27FC236}">
                <a16:creationId xmlns:a16="http://schemas.microsoft.com/office/drawing/2014/main" id="{9AB51763-D91A-0B29-4988-0FB827546B78}"/>
              </a:ext>
            </a:extLst>
          </p:cNvPr>
          <p:cNvSpPr/>
          <p:nvPr/>
        </p:nvSpPr>
        <p:spPr>
          <a:xfrm>
            <a:off x="1105953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0873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자유형 1080">
            <a:extLst>
              <a:ext uri="{FF2B5EF4-FFF2-40B4-BE49-F238E27FC236}">
                <a16:creationId xmlns:a16="http://schemas.microsoft.com/office/drawing/2014/main" id="{0EEAC331-429F-DEDF-B2DA-F6C5EA0E6397}"/>
              </a:ext>
            </a:extLst>
          </p:cNvPr>
          <p:cNvSpPr/>
          <p:nvPr/>
        </p:nvSpPr>
        <p:spPr>
          <a:xfrm>
            <a:off x="1108509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1883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자유형 1081">
            <a:extLst>
              <a:ext uri="{FF2B5EF4-FFF2-40B4-BE49-F238E27FC236}">
                <a16:creationId xmlns:a16="http://schemas.microsoft.com/office/drawing/2014/main" id="{117B5FAD-2862-A8F8-3A39-521F606F9FE4}"/>
              </a:ext>
            </a:extLst>
          </p:cNvPr>
          <p:cNvSpPr/>
          <p:nvPr/>
        </p:nvSpPr>
        <p:spPr>
          <a:xfrm>
            <a:off x="1111029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1893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자유형 1082">
            <a:extLst>
              <a:ext uri="{FF2B5EF4-FFF2-40B4-BE49-F238E27FC236}">
                <a16:creationId xmlns:a16="http://schemas.microsoft.com/office/drawing/2014/main" id="{BB5786CF-2202-F8F6-C777-C424132F4202}"/>
              </a:ext>
            </a:extLst>
          </p:cNvPr>
          <p:cNvSpPr/>
          <p:nvPr/>
        </p:nvSpPr>
        <p:spPr>
          <a:xfrm>
            <a:off x="1113585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28A3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자유형 1083">
            <a:extLst>
              <a:ext uri="{FF2B5EF4-FFF2-40B4-BE49-F238E27FC236}">
                <a16:creationId xmlns:a16="http://schemas.microsoft.com/office/drawing/2014/main" id="{6321E068-8F16-5F90-45AD-B1275DA74B34}"/>
              </a:ext>
            </a:extLst>
          </p:cNvPr>
          <p:cNvSpPr/>
          <p:nvPr/>
        </p:nvSpPr>
        <p:spPr>
          <a:xfrm>
            <a:off x="1116105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38A3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자유형 1084">
            <a:extLst>
              <a:ext uri="{FF2B5EF4-FFF2-40B4-BE49-F238E27FC236}">
                <a16:creationId xmlns:a16="http://schemas.microsoft.com/office/drawing/2014/main" id="{8B8AEB81-C7D0-7FF1-57BF-A2435C9F78C3}"/>
              </a:ext>
            </a:extLst>
          </p:cNvPr>
          <p:cNvSpPr/>
          <p:nvPr/>
        </p:nvSpPr>
        <p:spPr>
          <a:xfrm>
            <a:off x="1118661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48B3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자유형 1085">
            <a:extLst>
              <a:ext uri="{FF2B5EF4-FFF2-40B4-BE49-F238E27FC236}">
                <a16:creationId xmlns:a16="http://schemas.microsoft.com/office/drawing/2014/main" id="{154D92C5-4383-C432-1C49-107945EE7DF8}"/>
              </a:ext>
            </a:extLst>
          </p:cNvPr>
          <p:cNvSpPr/>
          <p:nvPr/>
        </p:nvSpPr>
        <p:spPr>
          <a:xfrm>
            <a:off x="1121181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48C3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자유형 1086">
            <a:extLst>
              <a:ext uri="{FF2B5EF4-FFF2-40B4-BE49-F238E27FC236}">
                <a16:creationId xmlns:a16="http://schemas.microsoft.com/office/drawing/2014/main" id="{54B4BEAB-A4CF-9A4F-0D3A-C8A434B58B35}"/>
              </a:ext>
            </a:extLst>
          </p:cNvPr>
          <p:cNvSpPr/>
          <p:nvPr/>
        </p:nvSpPr>
        <p:spPr>
          <a:xfrm>
            <a:off x="11237372" y="1518745"/>
            <a:ext cx="25920" cy="33480"/>
          </a:xfrm>
          <a:custGeom>
            <a:avLst/>
            <a:gdLst/>
            <a:ahLst/>
            <a:cxnLst/>
            <a:rect l="0" t="0" r="r" b="b"/>
            <a:pathLst>
              <a:path w="72" h="93">
                <a:moveTo>
                  <a:pt x="0" y="0"/>
                </a:moveTo>
                <a:lnTo>
                  <a:pt x="72" y="0"/>
                </a:lnTo>
                <a:lnTo>
                  <a:pt x="72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58D3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자유형 1087">
            <a:extLst>
              <a:ext uri="{FF2B5EF4-FFF2-40B4-BE49-F238E27FC236}">
                <a16:creationId xmlns:a16="http://schemas.microsoft.com/office/drawing/2014/main" id="{A6C67A16-4BFA-DAF2-0BC0-4E3AFB34B91E}"/>
              </a:ext>
            </a:extLst>
          </p:cNvPr>
          <p:cNvSpPr/>
          <p:nvPr/>
        </p:nvSpPr>
        <p:spPr>
          <a:xfrm>
            <a:off x="11262932" y="1518745"/>
            <a:ext cx="25560" cy="33480"/>
          </a:xfrm>
          <a:custGeom>
            <a:avLst/>
            <a:gdLst/>
            <a:ahLst/>
            <a:cxnLst/>
            <a:rect l="0" t="0" r="r" b="b"/>
            <a:pathLst>
              <a:path w="71" h="93">
                <a:moveTo>
                  <a:pt x="0" y="0"/>
                </a:moveTo>
                <a:lnTo>
                  <a:pt x="71" y="0"/>
                </a:lnTo>
                <a:lnTo>
                  <a:pt x="71" y="93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68D3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1355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BD5BC-538E-401F-91D4-10985BC5C7F7}"/>
              </a:ext>
            </a:extLst>
          </p:cNvPr>
          <p:cNvSpPr txBox="1"/>
          <p:nvPr/>
        </p:nvSpPr>
        <p:spPr>
          <a:xfrm>
            <a:off x="480941" y="389520"/>
            <a:ext cx="3579506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dirty="0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 dirty="0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 dirty="0">
                <a:solidFill>
                  <a:srgbClr val="1F2937"/>
                </a:solidFill>
                <a:latin typeface="Pretendard"/>
                <a:ea typeface="Pretendard"/>
              </a:rPr>
              <a:t>도입 프로세스</a:t>
            </a:r>
            <a:endParaRPr lang="en-US" sz="237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TextBox 912">
            <a:extLst>
              <a:ext uri="{FF2B5EF4-FFF2-40B4-BE49-F238E27FC236}">
                <a16:creationId xmlns:a16="http://schemas.microsoft.com/office/drawing/2014/main" id="{664334FE-760D-447E-8782-D2DAF65EF1DB}"/>
              </a:ext>
            </a:extLst>
          </p:cNvPr>
          <p:cNvSpPr txBox="1"/>
          <p:nvPr/>
        </p:nvSpPr>
        <p:spPr>
          <a:xfrm>
            <a:off x="480941" y="998518"/>
            <a:ext cx="5967980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320" b="0" u="none" strike="noStrike" dirty="0" err="1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이썸은</a:t>
            </a:r>
            <a:r>
              <a:rPr lang="ko-KR" altLang="en-US" sz="132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 고객의 </a:t>
            </a:r>
            <a:r>
              <a:rPr lang="zh-CN" sz="132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성공적인 </a:t>
            </a:r>
            <a:r>
              <a:rPr lang="en-US" sz="132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lang="zh-CN" sz="132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도입을 위한 전문 컨설팅 서비스를 </a:t>
            </a:r>
            <a:r>
              <a:rPr lang="ko-KR" altLang="en-US" sz="132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무료로 </a:t>
            </a:r>
            <a:r>
              <a:rPr lang="zh-CN" sz="132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제공합니다</a:t>
            </a:r>
            <a:r>
              <a:rPr lang="en-US" sz="1320" b="0" u="none" strike="noStrike" dirty="0">
                <a:solidFill>
                  <a:srgbClr val="4B5563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자유형 625">
            <a:extLst>
              <a:ext uri="{FF2B5EF4-FFF2-40B4-BE49-F238E27FC236}">
                <a16:creationId xmlns:a16="http://schemas.microsoft.com/office/drawing/2014/main" id="{C2F76AE2-7FAE-4B69-891B-D5657D277360}"/>
              </a:ext>
            </a:extLst>
          </p:cNvPr>
          <p:cNvSpPr/>
          <p:nvPr/>
        </p:nvSpPr>
        <p:spPr>
          <a:xfrm>
            <a:off x="2336110" y="2088917"/>
            <a:ext cx="1119960" cy="17280"/>
          </a:xfrm>
          <a:custGeom>
            <a:avLst/>
            <a:gdLst/>
            <a:ahLst/>
            <a:cxnLst/>
            <a:rect l="0" t="0" r="r" b="b"/>
            <a:pathLst>
              <a:path w="3111" h="48">
                <a:moveTo>
                  <a:pt x="0" y="0"/>
                </a:moveTo>
                <a:lnTo>
                  <a:pt x="3111" y="0"/>
                </a:lnTo>
                <a:lnTo>
                  <a:pt x="3111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자유형 626">
            <a:extLst>
              <a:ext uri="{FF2B5EF4-FFF2-40B4-BE49-F238E27FC236}">
                <a16:creationId xmlns:a16="http://schemas.microsoft.com/office/drawing/2014/main" id="{D4AE0561-B529-43DD-98ED-327A7ED1FE3C}"/>
              </a:ext>
            </a:extLst>
          </p:cNvPr>
          <p:cNvSpPr/>
          <p:nvPr/>
        </p:nvSpPr>
        <p:spPr>
          <a:xfrm>
            <a:off x="3388750" y="2055437"/>
            <a:ext cx="67320" cy="83880"/>
          </a:xfrm>
          <a:custGeom>
            <a:avLst/>
            <a:gdLst/>
            <a:ahLst/>
            <a:cxn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자유형 627">
            <a:extLst>
              <a:ext uri="{FF2B5EF4-FFF2-40B4-BE49-F238E27FC236}">
                <a16:creationId xmlns:a16="http://schemas.microsoft.com/office/drawing/2014/main" id="{A3BB5D66-9C8F-4AF3-A256-D4369B04A777}"/>
              </a:ext>
            </a:extLst>
          </p:cNvPr>
          <p:cNvSpPr/>
          <p:nvPr/>
        </p:nvSpPr>
        <p:spPr>
          <a:xfrm>
            <a:off x="4391710" y="2088917"/>
            <a:ext cx="1119960" cy="17280"/>
          </a:xfrm>
          <a:custGeom>
            <a:avLst/>
            <a:gdLst/>
            <a:ahLst/>
            <a:cxnLst/>
            <a:rect l="0" t="0" r="r" b="b"/>
            <a:pathLst>
              <a:path w="3111" h="48">
                <a:moveTo>
                  <a:pt x="0" y="0"/>
                </a:moveTo>
                <a:lnTo>
                  <a:pt x="3111" y="0"/>
                </a:lnTo>
                <a:lnTo>
                  <a:pt x="3111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자유형 628">
            <a:extLst>
              <a:ext uri="{FF2B5EF4-FFF2-40B4-BE49-F238E27FC236}">
                <a16:creationId xmlns:a16="http://schemas.microsoft.com/office/drawing/2014/main" id="{F16EF9FC-8037-4D09-9E6D-128F8CAB7D7D}"/>
              </a:ext>
            </a:extLst>
          </p:cNvPr>
          <p:cNvSpPr/>
          <p:nvPr/>
        </p:nvSpPr>
        <p:spPr>
          <a:xfrm>
            <a:off x="5444710" y="2055437"/>
            <a:ext cx="66960" cy="83880"/>
          </a:xfrm>
          <a:custGeom>
            <a:avLst/>
            <a:gdLst/>
            <a:ahLst/>
            <a:cxnLst/>
            <a:rect l="0" t="0" r="r" b="b"/>
            <a:pathLst>
              <a:path w="186" h="233">
                <a:moveTo>
                  <a:pt x="0" y="0"/>
                </a:moveTo>
                <a:lnTo>
                  <a:pt x="0" y="233"/>
                </a:lnTo>
                <a:lnTo>
                  <a:pt x="186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자유형 629">
            <a:extLst>
              <a:ext uri="{FF2B5EF4-FFF2-40B4-BE49-F238E27FC236}">
                <a16:creationId xmlns:a16="http://schemas.microsoft.com/office/drawing/2014/main" id="{1B63F0BD-417E-4143-BBD2-B36BCE1055DD}"/>
              </a:ext>
            </a:extLst>
          </p:cNvPr>
          <p:cNvSpPr/>
          <p:nvPr/>
        </p:nvSpPr>
        <p:spPr>
          <a:xfrm>
            <a:off x="6447310" y="2088917"/>
            <a:ext cx="1120320" cy="17280"/>
          </a:xfrm>
          <a:custGeom>
            <a:avLst/>
            <a:gdLst/>
            <a:ahLst/>
            <a:cxnLst/>
            <a:rect l="0" t="0" r="r" b="b"/>
            <a:pathLst>
              <a:path w="3112" h="48">
                <a:moveTo>
                  <a:pt x="0" y="0"/>
                </a:moveTo>
                <a:lnTo>
                  <a:pt x="3112" y="0"/>
                </a:lnTo>
                <a:lnTo>
                  <a:pt x="3112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자유형 630">
            <a:extLst>
              <a:ext uri="{FF2B5EF4-FFF2-40B4-BE49-F238E27FC236}">
                <a16:creationId xmlns:a16="http://schemas.microsoft.com/office/drawing/2014/main" id="{8104EAC9-D966-4945-93E7-EFEE690FA69E}"/>
              </a:ext>
            </a:extLst>
          </p:cNvPr>
          <p:cNvSpPr/>
          <p:nvPr/>
        </p:nvSpPr>
        <p:spPr>
          <a:xfrm>
            <a:off x="7500310" y="2055437"/>
            <a:ext cx="67320" cy="83880"/>
          </a:xfrm>
          <a:custGeom>
            <a:avLst/>
            <a:gdLst/>
            <a:ahLst/>
            <a:cxn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자유형 631">
            <a:extLst>
              <a:ext uri="{FF2B5EF4-FFF2-40B4-BE49-F238E27FC236}">
                <a16:creationId xmlns:a16="http://schemas.microsoft.com/office/drawing/2014/main" id="{F9F5328D-7084-4EA9-B6D1-E04F55583D6B}"/>
              </a:ext>
            </a:extLst>
          </p:cNvPr>
          <p:cNvSpPr/>
          <p:nvPr/>
        </p:nvSpPr>
        <p:spPr>
          <a:xfrm>
            <a:off x="8636830" y="2088917"/>
            <a:ext cx="1120320" cy="17280"/>
          </a:xfrm>
          <a:custGeom>
            <a:avLst/>
            <a:gdLst/>
            <a:ahLst/>
            <a:cxnLst/>
            <a:rect l="0" t="0" r="r" b="b"/>
            <a:pathLst>
              <a:path w="3112" h="48">
                <a:moveTo>
                  <a:pt x="0" y="0"/>
                </a:moveTo>
                <a:lnTo>
                  <a:pt x="3112" y="0"/>
                </a:lnTo>
                <a:lnTo>
                  <a:pt x="3112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자유형 632">
            <a:extLst>
              <a:ext uri="{FF2B5EF4-FFF2-40B4-BE49-F238E27FC236}">
                <a16:creationId xmlns:a16="http://schemas.microsoft.com/office/drawing/2014/main" id="{8A922470-956D-42CC-A78F-B8D3A190387B}"/>
              </a:ext>
            </a:extLst>
          </p:cNvPr>
          <p:cNvSpPr/>
          <p:nvPr/>
        </p:nvSpPr>
        <p:spPr>
          <a:xfrm>
            <a:off x="9689830" y="2055437"/>
            <a:ext cx="67320" cy="83880"/>
          </a:xfrm>
          <a:custGeom>
            <a:avLst/>
            <a:gdLst/>
            <a:ahLst/>
            <a:cxn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자유형 634">
            <a:extLst>
              <a:ext uri="{FF2B5EF4-FFF2-40B4-BE49-F238E27FC236}">
                <a16:creationId xmlns:a16="http://schemas.microsoft.com/office/drawing/2014/main" id="{6C15A8ED-1E6B-4590-ABB7-73DE0DF4BEF0}"/>
              </a:ext>
            </a:extLst>
          </p:cNvPr>
          <p:cNvSpPr/>
          <p:nvPr/>
        </p:nvSpPr>
        <p:spPr>
          <a:xfrm>
            <a:off x="1567150" y="1612637"/>
            <a:ext cx="501840" cy="501840"/>
          </a:xfrm>
          <a:custGeom>
            <a:avLst/>
            <a:gdLst/>
            <a:ahLst/>
            <a:cxnLst/>
            <a:rect l="0" t="0" r="r" b="b"/>
            <a:pathLst>
              <a:path w="1394" h="1394">
                <a:moveTo>
                  <a:pt x="1394" y="696"/>
                </a:moveTo>
                <a:cubicBezTo>
                  <a:pt x="1394" y="719"/>
                  <a:pt x="1393" y="742"/>
                  <a:pt x="1390" y="765"/>
                </a:cubicBezTo>
                <a:cubicBezTo>
                  <a:pt x="1388" y="788"/>
                  <a:pt x="1385" y="811"/>
                  <a:pt x="1380" y="833"/>
                </a:cubicBezTo>
                <a:cubicBezTo>
                  <a:pt x="1376" y="856"/>
                  <a:pt x="1370" y="878"/>
                  <a:pt x="1364" y="900"/>
                </a:cubicBezTo>
                <a:cubicBezTo>
                  <a:pt x="1357" y="921"/>
                  <a:pt x="1349" y="943"/>
                  <a:pt x="1341" y="964"/>
                </a:cubicBezTo>
                <a:cubicBezTo>
                  <a:pt x="1332" y="985"/>
                  <a:pt x="1322" y="1006"/>
                  <a:pt x="1311" y="1026"/>
                </a:cubicBezTo>
                <a:cubicBezTo>
                  <a:pt x="1301" y="1046"/>
                  <a:pt x="1289" y="1065"/>
                  <a:pt x="1276" y="1084"/>
                </a:cubicBezTo>
                <a:cubicBezTo>
                  <a:pt x="1264" y="1103"/>
                  <a:pt x="1250" y="1122"/>
                  <a:pt x="1236" y="1139"/>
                </a:cubicBezTo>
                <a:cubicBezTo>
                  <a:pt x="1221" y="1157"/>
                  <a:pt x="1206" y="1174"/>
                  <a:pt x="1190" y="1190"/>
                </a:cubicBezTo>
                <a:cubicBezTo>
                  <a:pt x="1174" y="1206"/>
                  <a:pt x="1157" y="1221"/>
                  <a:pt x="1139" y="1236"/>
                </a:cubicBezTo>
                <a:cubicBezTo>
                  <a:pt x="1121" y="1250"/>
                  <a:pt x="1103" y="1264"/>
                  <a:pt x="1084" y="1276"/>
                </a:cubicBezTo>
                <a:cubicBezTo>
                  <a:pt x="1065" y="1289"/>
                  <a:pt x="1046" y="1301"/>
                  <a:pt x="1026" y="1312"/>
                </a:cubicBezTo>
                <a:cubicBezTo>
                  <a:pt x="1005" y="1322"/>
                  <a:pt x="985" y="1332"/>
                  <a:pt x="964" y="1341"/>
                </a:cubicBezTo>
                <a:cubicBezTo>
                  <a:pt x="943" y="1349"/>
                  <a:pt x="920" y="1357"/>
                  <a:pt x="898" y="1364"/>
                </a:cubicBezTo>
                <a:cubicBezTo>
                  <a:pt x="877" y="1370"/>
                  <a:pt x="855" y="1376"/>
                  <a:pt x="832" y="1380"/>
                </a:cubicBezTo>
                <a:cubicBezTo>
                  <a:pt x="810" y="1385"/>
                  <a:pt x="787" y="1388"/>
                  <a:pt x="765" y="1390"/>
                </a:cubicBezTo>
                <a:cubicBezTo>
                  <a:pt x="742" y="1393"/>
                  <a:pt x="719" y="1394"/>
                  <a:pt x="696" y="1394"/>
                </a:cubicBezTo>
                <a:cubicBezTo>
                  <a:pt x="674" y="1394"/>
                  <a:pt x="651" y="1393"/>
                  <a:pt x="628" y="1390"/>
                </a:cubicBezTo>
                <a:cubicBezTo>
                  <a:pt x="605" y="1388"/>
                  <a:pt x="583" y="1385"/>
                  <a:pt x="560" y="1380"/>
                </a:cubicBezTo>
                <a:cubicBezTo>
                  <a:pt x="538" y="1376"/>
                  <a:pt x="516" y="1370"/>
                  <a:pt x="494" y="1364"/>
                </a:cubicBezTo>
                <a:cubicBezTo>
                  <a:pt x="472" y="1357"/>
                  <a:pt x="451" y="1349"/>
                  <a:pt x="430" y="1341"/>
                </a:cubicBezTo>
                <a:cubicBezTo>
                  <a:pt x="409" y="1332"/>
                  <a:pt x="388" y="1322"/>
                  <a:pt x="368" y="1312"/>
                </a:cubicBezTo>
                <a:cubicBezTo>
                  <a:pt x="348" y="1301"/>
                  <a:pt x="328" y="1289"/>
                  <a:pt x="309" y="1276"/>
                </a:cubicBezTo>
                <a:cubicBezTo>
                  <a:pt x="290" y="1264"/>
                  <a:pt x="272" y="1250"/>
                  <a:pt x="255" y="1236"/>
                </a:cubicBezTo>
                <a:cubicBezTo>
                  <a:pt x="237" y="1221"/>
                  <a:pt x="220" y="1206"/>
                  <a:pt x="204" y="1190"/>
                </a:cubicBezTo>
                <a:cubicBezTo>
                  <a:pt x="188" y="1174"/>
                  <a:pt x="172" y="1157"/>
                  <a:pt x="158" y="1139"/>
                </a:cubicBezTo>
                <a:cubicBezTo>
                  <a:pt x="144" y="1122"/>
                  <a:pt x="130" y="1103"/>
                  <a:pt x="117" y="1084"/>
                </a:cubicBezTo>
                <a:cubicBezTo>
                  <a:pt x="105" y="1065"/>
                  <a:pt x="93" y="1046"/>
                  <a:pt x="82" y="1026"/>
                </a:cubicBezTo>
                <a:cubicBezTo>
                  <a:pt x="71" y="1006"/>
                  <a:pt x="62" y="985"/>
                  <a:pt x="53" y="964"/>
                </a:cubicBezTo>
                <a:cubicBezTo>
                  <a:pt x="44" y="943"/>
                  <a:pt x="37" y="921"/>
                  <a:pt x="30" y="900"/>
                </a:cubicBezTo>
                <a:cubicBezTo>
                  <a:pt x="23" y="878"/>
                  <a:pt x="18" y="856"/>
                  <a:pt x="13" y="833"/>
                </a:cubicBezTo>
                <a:cubicBezTo>
                  <a:pt x="9" y="811"/>
                  <a:pt x="6" y="788"/>
                  <a:pt x="3" y="765"/>
                </a:cubicBezTo>
                <a:cubicBezTo>
                  <a:pt x="1" y="742"/>
                  <a:pt x="0" y="719"/>
                  <a:pt x="0" y="696"/>
                </a:cubicBezTo>
                <a:cubicBezTo>
                  <a:pt x="0" y="674"/>
                  <a:pt x="1" y="651"/>
                  <a:pt x="3" y="628"/>
                </a:cubicBezTo>
                <a:cubicBezTo>
                  <a:pt x="6" y="605"/>
                  <a:pt x="9" y="583"/>
                  <a:pt x="13" y="561"/>
                </a:cubicBezTo>
                <a:cubicBezTo>
                  <a:pt x="18" y="538"/>
                  <a:pt x="23" y="516"/>
                  <a:pt x="30" y="494"/>
                </a:cubicBezTo>
                <a:cubicBezTo>
                  <a:pt x="37" y="472"/>
                  <a:pt x="44" y="451"/>
                  <a:pt x="53" y="430"/>
                </a:cubicBezTo>
                <a:cubicBezTo>
                  <a:pt x="62" y="409"/>
                  <a:pt x="71" y="388"/>
                  <a:pt x="82" y="368"/>
                </a:cubicBezTo>
                <a:cubicBezTo>
                  <a:pt x="93" y="348"/>
                  <a:pt x="105" y="328"/>
                  <a:pt x="117" y="309"/>
                </a:cubicBezTo>
                <a:cubicBezTo>
                  <a:pt x="130" y="291"/>
                  <a:pt x="144" y="272"/>
                  <a:pt x="158" y="255"/>
                </a:cubicBezTo>
                <a:cubicBezTo>
                  <a:pt x="172" y="237"/>
                  <a:pt x="188" y="220"/>
                  <a:pt x="204" y="204"/>
                </a:cubicBezTo>
                <a:cubicBezTo>
                  <a:pt x="220" y="188"/>
                  <a:pt x="237" y="173"/>
                  <a:pt x="255" y="158"/>
                </a:cubicBezTo>
                <a:cubicBezTo>
                  <a:pt x="272" y="144"/>
                  <a:pt x="290" y="130"/>
                  <a:pt x="309" y="117"/>
                </a:cubicBezTo>
                <a:cubicBezTo>
                  <a:pt x="328" y="105"/>
                  <a:pt x="348" y="93"/>
                  <a:pt x="368" y="82"/>
                </a:cubicBezTo>
                <a:cubicBezTo>
                  <a:pt x="388" y="71"/>
                  <a:pt x="409" y="62"/>
                  <a:pt x="430" y="53"/>
                </a:cubicBezTo>
                <a:cubicBezTo>
                  <a:pt x="451" y="44"/>
                  <a:pt x="472" y="37"/>
                  <a:pt x="494" y="30"/>
                </a:cubicBezTo>
                <a:cubicBezTo>
                  <a:pt x="516" y="23"/>
                  <a:pt x="538" y="18"/>
                  <a:pt x="560" y="13"/>
                </a:cubicBezTo>
                <a:cubicBezTo>
                  <a:pt x="583" y="9"/>
                  <a:pt x="605" y="6"/>
                  <a:pt x="628" y="3"/>
                </a:cubicBezTo>
                <a:cubicBezTo>
                  <a:pt x="651" y="1"/>
                  <a:pt x="674" y="0"/>
                  <a:pt x="696" y="0"/>
                </a:cubicBezTo>
                <a:cubicBezTo>
                  <a:pt x="719" y="0"/>
                  <a:pt x="742" y="1"/>
                  <a:pt x="765" y="3"/>
                </a:cubicBezTo>
                <a:cubicBezTo>
                  <a:pt x="787" y="6"/>
                  <a:pt x="810" y="9"/>
                  <a:pt x="832" y="13"/>
                </a:cubicBezTo>
                <a:cubicBezTo>
                  <a:pt x="855" y="18"/>
                  <a:pt x="877" y="23"/>
                  <a:pt x="898" y="30"/>
                </a:cubicBezTo>
                <a:cubicBezTo>
                  <a:pt x="920" y="37"/>
                  <a:pt x="943" y="44"/>
                  <a:pt x="964" y="53"/>
                </a:cubicBezTo>
                <a:cubicBezTo>
                  <a:pt x="985" y="62"/>
                  <a:pt x="1005" y="71"/>
                  <a:pt x="1026" y="82"/>
                </a:cubicBezTo>
                <a:cubicBezTo>
                  <a:pt x="1046" y="93"/>
                  <a:pt x="1065" y="105"/>
                  <a:pt x="1084" y="117"/>
                </a:cubicBezTo>
                <a:cubicBezTo>
                  <a:pt x="1103" y="130"/>
                  <a:pt x="1121" y="144"/>
                  <a:pt x="1139" y="158"/>
                </a:cubicBezTo>
                <a:cubicBezTo>
                  <a:pt x="1157" y="173"/>
                  <a:pt x="1174" y="188"/>
                  <a:pt x="1190" y="204"/>
                </a:cubicBezTo>
                <a:cubicBezTo>
                  <a:pt x="1206" y="220"/>
                  <a:pt x="1221" y="237"/>
                  <a:pt x="1236" y="255"/>
                </a:cubicBezTo>
                <a:cubicBezTo>
                  <a:pt x="1250" y="272"/>
                  <a:pt x="1264" y="291"/>
                  <a:pt x="1276" y="309"/>
                </a:cubicBezTo>
                <a:cubicBezTo>
                  <a:pt x="1289" y="328"/>
                  <a:pt x="1301" y="348"/>
                  <a:pt x="1311" y="368"/>
                </a:cubicBezTo>
                <a:cubicBezTo>
                  <a:pt x="1322" y="388"/>
                  <a:pt x="1332" y="409"/>
                  <a:pt x="1341" y="430"/>
                </a:cubicBezTo>
                <a:cubicBezTo>
                  <a:pt x="1349" y="451"/>
                  <a:pt x="1357" y="472"/>
                  <a:pt x="1364" y="494"/>
                </a:cubicBezTo>
                <a:cubicBezTo>
                  <a:pt x="1370" y="516"/>
                  <a:pt x="1376" y="538"/>
                  <a:pt x="1380" y="561"/>
                </a:cubicBezTo>
                <a:cubicBezTo>
                  <a:pt x="1385" y="583"/>
                  <a:pt x="1388" y="605"/>
                  <a:pt x="1390" y="628"/>
                </a:cubicBezTo>
                <a:cubicBezTo>
                  <a:pt x="1393" y="651"/>
                  <a:pt x="1394" y="674"/>
                  <a:pt x="1394" y="696"/>
                </a:cubicBezTo>
                <a:close/>
              </a:path>
            </a:pathLst>
          </a:custGeom>
          <a:solidFill>
            <a:srgbClr val="1E3A8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14" name="그림 1013">
            <a:extLst>
              <a:ext uri="{FF2B5EF4-FFF2-40B4-BE49-F238E27FC236}">
                <a16:creationId xmlns:a16="http://schemas.microsoft.com/office/drawing/2014/main" id="{2E0AF8F8-E748-4A30-87C8-762A025C86E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717630" y="1763117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F41DEF33-7961-4C10-9DA1-CA4B2A9B2410}"/>
              </a:ext>
            </a:extLst>
          </p:cNvPr>
          <p:cNvSpPr txBox="1"/>
          <p:nvPr/>
        </p:nvSpPr>
        <p:spPr>
          <a:xfrm>
            <a:off x="1450150" y="2232557"/>
            <a:ext cx="771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b="1">
                <a:solidFill>
                  <a:srgbClr val="1F2937"/>
                </a:solidFill>
                <a:latin typeface="Pretendard"/>
                <a:ea typeface="Pretendard"/>
              </a:rPr>
              <a:t>요구사항 분석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자유형 638">
            <a:extLst>
              <a:ext uri="{FF2B5EF4-FFF2-40B4-BE49-F238E27FC236}">
                <a16:creationId xmlns:a16="http://schemas.microsoft.com/office/drawing/2014/main" id="{56559180-57E5-405C-9105-7F40D5C669EF}"/>
              </a:ext>
            </a:extLst>
          </p:cNvPr>
          <p:cNvSpPr/>
          <p:nvPr/>
        </p:nvSpPr>
        <p:spPr>
          <a:xfrm>
            <a:off x="3673150" y="1612637"/>
            <a:ext cx="501480" cy="501840"/>
          </a:xfrm>
          <a:custGeom>
            <a:avLst/>
            <a:gdLst/>
            <a:ahLst/>
            <a:cxnLst/>
            <a:rect l="0" t="0" r="r" b="b"/>
            <a:pathLst>
              <a:path w="1393" h="1394">
                <a:moveTo>
                  <a:pt x="1393" y="696"/>
                </a:moveTo>
                <a:cubicBezTo>
                  <a:pt x="1393" y="719"/>
                  <a:pt x="1392" y="742"/>
                  <a:pt x="1390" y="765"/>
                </a:cubicBezTo>
                <a:cubicBezTo>
                  <a:pt x="1388" y="788"/>
                  <a:pt x="1384" y="811"/>
                  <a:pt x="1380" y="833"/>
                </a:cubicBezTo>
                <a:cubicBezTo>
                  <a:pt x="1376" y="856"/>
                  <a:pt x="1370" y="878"/>
                  <a:pt x="1363" y="900"/>
                </a:cubicBezTo>
                <a:cubicBezTo>
                  <a:pt x="1357" y="921"/>
                  <a:pt x="1349" y="943"/>
                  <a:pt x="1340" y="964"/>
                </a:cubicBezTo>
                <a:cubicBezTo>
                  <a:pt x="1332" y="985"/>
                  <a:pt x="1322" y="1006"/>
                  <a:pt x="1311" y="1026"/>
                </a:cubicBezTo>
                <a:cubicBezTo>
                  <a:pt x="1300" y="1046"/>
                  <a:pt x="1289" y="1065"/>
                  <a:pt x="1276" y="1084"/>
                </a:cubicBezTo>
                <a:cubicBezTo>
                  <a:pt x="1263" y="1103"/>
                  <a:pt x="1250" y="1122"/>
                  <a:pt x="1235" y="1139"/>
                </a:cubicBezTo>
                <a:cubicBezTo>
                  <a:pt x="1221" y="1157"/>
                  <a:pt x="1206" y="1174"/>
                  <a:pt x="1189" y="1190"/>
                </a:cubicBezTo>
                <a:cubicBezTo>
                  <a:pt x="1173" y="1206"/>
                  <a:pt x="1156" y="1221"/>
                  <a:pt x="1139" y="1236"/>
                </a:cubicBezTo>
                <a:cubicBezTo>
                  <a:pt x="1121" y="1250"/>
                  <a:pt x="1103" y="1264"/>
                  <a:pt x="1084" y="1276"/>
                </a:cubicBezTo>
                <a:cubicBezTo>
                  <a:pt x="1065" y="1289"/>
                  <a:pt x="1045" y="1301"/>
                  <a:pt x="1025" y="1312"/>
                </a:cubicBezTo>
                <a:cubicBezTo>
                  <a:pt x="1005" y="1322"/>
                  <a:pt x="985" y="1332"/>
                  <a:pt x="964" y="1341"/>
                </a:cubicBezTo>
                <a:cubicBezTo>
                  <a:pt x="942" y="1349"/>
                  <a:pt x="921" y="1357"/>
                  <a:pt x="899" y="1364"/>
                </a:cubicBezTo>
                <a:cubicBezTo>
                  <a:pt x="877" y="1370"/>
                  <a:pt x="855" y="1376"/>
                  <a:pt x="833" y="1380"/>
                </a:cubicBezTo>
                <a:cubicBezTo>
                  <a:pt x="811" y="1385"/>
                  <a:pt x="788" y="1388"/>
                  <a:pt x="765" y="1390"/>
                </a:cubicBezTo>
                <a:cubicBezTo>
                  <a:pt x="743" y="1393"/>
                  <a:pt x="720" y="1394"/>
                  <a:pt x="697" y="1394"/>
                </a:cubicBezTo>
                <a:cubicBezTo>
                  <a:pt x="674" y="1394"/>
                  <a:pt x="651" y="1393"/>
                  <a:pt x="628" y="1390"/>
                </a:cubicBezTo>
                <a:cubicBezTo>
                  <a:pt x="605" y="1388"/>
                  <a:pt x="583" y="1385"/>
                  <a:pt x="560" y="1380"/>
                </a:cubicBezTo>
                <a:cubicBezTo>
                  <a:pt x="538" y="1376"/>
                  <a:pt x="516" y="1370"/>
                  <a:pt x="494" y="1364"/>
                </a:cubicBezTo>
                <a:cubicBezTo>
                  <a:pt x="472" y="1357"/>
                  <a:pt x="451" y="1349"/>
                  <a:pt x="430" y="1341"/>
                </a:cubicBezTo>
                <a:cubicBezTo>
                  <a:pt x="408" y="1332"/>
                  <a:pt x="388" y="1322"/>
                  <a:pt x="368" y="1312"/>
                </a:cubicBezTo>
                <a:cubicBezTo>
                  <a:pt x="348" y="1301"/>
                  <a:pt x="328" y="1289"/>
                  <a:pt x="309" y="1276"/>
                </a:cubicBezTo>
                <a:cubicBezTo>
                  <a:pt x="290" y="1264"/>
                  <a:pt x="272" y="1250"/>
                  <a:pt x="254" y="1236"/>
                </a:cubicBezTo>
                <a:cubicBezTo>
                  <a:pt x="237" y="1221"/>
                  <a:pt x="220" y="1206"/>
                  <a:pt x="204" y="1190"/>
                </a:cubicBezTo>
                <a:cubicBezTo>
                  <a:pt x="187" y="1174"/>
                  <a:pt x="172" y="1157"/>
                  <a:pt x="158" y="1139"/>
                </a:cubicBezTo>
                <a:cubicBezTo>
                  <a:pt x="143" y="1122"/>
                  <a:pt x="130" y="1103"/>
                  <a:pt x="117" y="1084"/>
                </a:cubicBezTo>
                <a:cubicBezTo>
                  <a:pt x="104" y="1065"/>
                  <a:pt x="93" y="1046"/>
                  <a:pt x="82" y="1026"/>
                </a:cubicBezTo>
                <a:cubicBezTo>
                  <a:pt x="71" y="1006"/>
                  <a:pt x="61" y="985"/>
                  <a:pt x="53" y="964"/>
                </a:cubicBezTo>
                <a:cubicBezTo>
                  <a:pt x="44" y="943"/>
                  <a:pt x="36" y="921"/>
                  <a:pt x="30" y="900"/>
                </a:cubicBezTo>
                <a:cubicBezTo>
                  <a:pt x="23" y="878"/>
                  <a:pt x="17" y="856"/>
                  <a:pt x="13" y="833"/>
                </a:cubicBezTo>
                <a:cubicBezTo>
                  <a:pt x="9" y="811"/>
                  <a:pt x="5" y="788"/>
                  <a:pt x="3" y="765"/>
                </a:cubicBezTo>
                <a:cubicBezTo>
                  <a:pt x="1" y="742"/>
                  <a:pt x="0" y="719"/>
                  <a:pt x="0" y="696"/>
                </a:cubicBezTo>
                <a:cubicBezTo>
                  <a:pt x="0" y="674"/>
                  <a:pt x="1" y="651"/>
                  <a:pt x="3" y="628"/>
                </a:cubicBezTo>
                <a:cubicBezTo>
                  <a:pt x="5" y="605"/>
                  <a:pt x="9" y="583"/>
                  <a:pt x="13" y="561"/>
                </a:cubicBezTo>
                <a:cubicBezTo>
                  <a:pt x="17" y="538"/>
                  <a:pt x="23" y="516"/>
                  <a:pt x="30" y="494"/>
                </a:cubicBezTo>
                <a:cubicBezTo>
                  <a:pt x="36" y="472"/>
                  <a:pt x="44" y="451"/>
                  <a:pt x="53" y="430"/>
                </a:cubicBezTo>
                <a:cubicBezTo>
                  <a:pt x="61" y="409"/>
                  <a:pt x="71" y="388"/>
                  <a:pt x="82" y="368"/>
                </a:cubicBezTo>
                <a:cubicBezTo>
                  <a:pt x="93" y="348"/>
                  <a:pt x="104" y="328"/>
                  <a:pt x="117" y="309"/>
                </a:cubicBezTo>
                <a:cubicBezTo>
                  <a:pt x="130" y="291"/>
                  <a:pt x="143" y="272"/>
                  <a:pt x="158" y="255"/>
                </a:cubicBezTo>
                <a:cubicBezTo>
                  <a:pt x="172" y="237"/>
                  <a:pt x="187" y="220"/>
                  <a:pt x="204" y="204"/>
                </a:cubicBezTo>
                <a:cubicBezTo>
                  <a:pt x="220" y="188"/>
                  <a:pt x="237" y="173"/>
                  <a:pt x="254" y="158"/>
                </a:cubicBezTo>
                <a:cubicBezTo>
                  <a:pt x="272" y="144"/>
                  <a:pt x="290" y="130"/>
                  <a:pt x="309" y="117"/>
                </a:cubicBezTo>
                <a:cubicBezTo>
                  <a:pt x="328" y="105"/>
                  <a:pt x="348" y="93"/>
                  <a:pt x="368" y="82"/>
                </a:cubicBezTo>
                <a:cubicBezTo>
                  <a:pt x="388" y="71"/>
                  <a:pt x="408" y="62"/>
                  <a:pt x="430" y="53"/>
                </a:cubicBezTo>
                <a:cubicBezTo>
                  <a:pt x="451" y="44"/>
                  <a:pt x="472" y="37"/>
                  <a:pt x="494" y="30"/>
                </a:cubicBezTo>
                <a:cubicBezTo>
                  <a:pt x="516" y="23"/>
                  <a:pt x="538" y="18"/>
                  <a:pt x="560" y="13"/>
                </a:cubicBezTo>
                <a:cubicBezTo>
                  <a:pt x="583" y="9"/>
                  <a:pt x="605" y="6"/>
                  <a:pt x="628" y="3"/>
                </a:cubicBezTo>
                <a:cubicBezTo>
                  <a:pt x="651" y="1"/>
                  <a:pt x="674" y="0"/>
                  <a:pt x="697" y="0"/>
                </a:cubicBezTo>
                <a:cubicBezTo>
                  <a:pt x="720" y="0"/>
                  <a:pt x="743" y="1"/>
                  <a:pt x="765" y="3"/>
                </a:cubicBezTo>
                <a:cubicBezTo>
                  <a:pt x="788" y="6"/>
                  <a:pt x="811" y="9"/>
                  <a:pt x="833" y="13"/>
                </a:cubicBezTo>
                <a:cubicBezTo>
                  <a:pt x="855" y="18"/>
                  <a:pt x="877" y="23"/>
                  <a:pt x="899" y="30"/>
                </a:cubicBezTo>
                <a:cubicBezTo>
                  <a:pt x="921" y="37"/>
                  <a:pt x="942" y="44"/>
                  <a:pt x="964" y="53"/>
                </a:cubicBezTo>
                <a:cubicBezTo>
                  <a:pt x="985" y="62"/>
                  <a:pt x="1005" y="71"/>
                  <a:pt x="1025" y="82"/>
                </a:cubicBezTo>
                <a:cubicBezTo>
                  <a:pt x="1045" y="93"/>
                  <a:pt x="1065" y="105"/>
                  <a:pt x="1084" y="117"/>
                </a:cubicBezTo>
                <a:cubicBezTo>
                  <a:pt x="1103" y="130"/>
                  <a:pt x="1121" y="144"/>
                  <a:pt x="1139" y="158"/>
                </a:cubicBezTo>
                <a:cubicBezTo>
                  <a:pt x="1156" y="173"/>
                  <a:pt x="1173" y="188"/>
                  <a:pt x="1189" y="204"/>
                </a:cubicBezTo>
                <a:cubicBezTo>
                  <a:pt x="1206" y="220"/>
                  <a:pt x="1221" y="237"/>
                  <a:pt x="1235" y="255"/>
                </a:cubicBezTo>
                <a:cubicBezTo>
                  <a:pt x="1250" y="272"/>
                  <a:pt x="1263" y="291"/>
                  <a:pt x="1276" y="309"/>
                </a:cubicBezTo>
                <a:cubicBezTo>
                  <a:pt x="1289" y="328"/>
                  <a:pt x="1300" y="348"/>
                  <a:pt x="1311" y="368"/>
                </a:cubicBezTo>
                <a:cubicBezTo>
                  <a:pt x="1322" y="388"/>
                  <a:pt x="1332" y="409"/>
                  <a:pt x="1340" y="430"/>
                </a:cubicBezTo>
                <a:cubicBezTo>
                  <a:pt x="1349" y="451"/>
                  <a:pt x="1357" y="472"/>
                  <a:pt x="1363" y="494"/>
                </a:cubicBezTo>
                <a:cubicBezTo>
                  <a:pt x="1370" y="516"/>
                  <a:pt x="1376" y="538"/>
                  <a:pt x="1380" y="561"/>
                </a:cubicBezTo>
                <a:cubicBezTo>
                  <a:pt x="1384" y="583"/>
                  <a:pt x="1388" y="605"/>
                  <a:pt x="1390" y="628"/>
                </a:cubicBezTo>
                <a:cubicBezTo>
                  <a:pt x="1392" y="651"/>
                  <a:pt x="1393" y="674"/>
                  <a:pt x="1393" y="696"/>
                </a:cubicBezTo>
                <a:close/>
              </a:path>
            </a:pathLst>
          </a:custGeom>
          <a:solidFill>
            <a:srgbClr val="1E3A8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17" name="그림 1016">
            <a:extLst>
              <a:ext uri="{FF2B5EF4-FFF2-40B4-BE49-F238E27FC236}">
                <a16:creationId xmlns:a16="http://schemas.microsoft.com/office/drawing/2014/main" id="{4192FAA9-021D-4A17-9015-8D5229046C0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840190" y="1763117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3C6F8E8F-D9F6-4099-8CFE-66ECD0A85658}"/>
              </a:ext>
            </a:extLst>
          </p:cNvPr>
          <p:cNvSpPr txBox="1"/>
          <p:nvPr/>
        </p:nvSpPr>
        <p:spPr>
          <a:xfrm>
            <a:off x="1383550" y="2431997"/>
            <a:ext cx="916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 dirty="0">
                <a:solidFill>
                  <a:srgbClr val="4B5563"/>
                </a:solidFill>
                <a:latin typeface="Pretendard"/>
                <a:ea typeface="Pretendard"/>
              </a:rPr>
              <a:t>비즈니스 목표 정의</a:t>
            </a:r>
            <a:endParaRPr lang="en-US" sz="92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A8E5C95C-6CBF-4A0C-BC5B-4AA343C74D23}"/>
              </a:ext>
            </a:extLst>
          </p:cNvPr>
          <p:cNvSpPr txBox="1"/>
          <p:nvPr/>
        </p:nvSpPr>
        <p:spPr>
          <a:xfrm>
            <a:off x="3656590" y="2232557"/>
            <a:ext cx="614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>
                <a:solidFill>
                  <a:srgbClr val="1F2937"/>
                </a:solidFill>
                <a:latin typeface="Pretendard"/>
                <a:ea typeface="Pretendard"/>
              </a:rPr>
              <a:t>PoC </a:t>
            </a:r>
            <a:r>
              <a:rPr lang="zh-CN" altLang="en-US" sz="1050" b="1">
                <a:solidFill>
                  <a:srgbClr val="1F2937"/>
                </a:solidFill>
                <a:latin typeface="Pretendard"/>
                <a:ea typeface="Pretendard"/>
              </a:rPr>
              <a:t>검증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자유형 642">
            <a:extLst>
              <a:ext uri="{FF2B5EF4-FFF2-40B4-BE49-F238E27FC236}">
                <a16:creationId xmlns:a16="http://schemas.microsoft.com/office/drawing/2014/main" id="{98284B44-1D59-49CD-B893-06E67F24E0D3}"/>
              </a:ext>
            </a:extLst>
          </p:cNvPr>
          <p:cNvSpPr/>
          <p:nvPr/>
        </p:nvSpPr>
        <p:spPr>
          <a:xfrm>
            <a:off x="5728750" y="1612637"/>
            <a:ext cx="501840" cy="501840"/>
          </a:xfrm>
          <a:custGeom>
            <a:avLst/>
            <a:gdLst/>
            <a:ahLst/>
            <a:cxnLst/>
            <a:rect l="0" t="0" r="r" b="b"/>
            <a:pathLst>
              <a:path w="1394" h="1394">
                <a:moveTo>
                  <a:pt x="1394" y="696"/>
                </a:moveTo>
                <a:cubicBezTo>
                  <a:pt x="1394" y="719"/>
                  <a:pt x="1393" y="742"/>
                  <a:pt x="1390" y="765"/>
                </a:cubicBezTo>
                <a:cubicBezTo>
                  <a:pt x="1388" y="788"/>
                  <a:pt x="1385" y="811"/>
                  <a:pt x="1380" y="833"/>
                </a:cubicBezTo>
                <a:cubicBezTo>
                  <a:pt x="1376" y="856"/>
                  <a:pt x="1370" y="878"/>
                  <a:pt x="1364" y="900"/>
                </a:cubicBezTo>
                <a:cubicBezTo>
                  <a:pt x="1357" y="921"/>
                  <a:pt x="1350" y="943"/>
                  <a:pt x="1341" y="964"/>
                </a:cubicBezTo>
                <a:cubicBezTo>
                  <a:pt x="1332" y="985"/>
                  <a:pt x="1322" y="1006"/>
                  <a:pt x="1312" y="1026"/>
                </a:cubicBezTo>
                <a:cubicBezTo>
                  <a:pt x="1301" y="1046"/>
                  <a:pt x="1289" y="1065"/>
                  <a:pt x="1276" y="1084"/>
                </a:cubicBezTo>
                <a:cubicBezTo>
                  <a:pt x="1264" y="1103"/>
                  <a:pt x="1250" y="1122"/>
                  <a:pt x="1236" y="1139"/>
                </a:cubicBezTo>
                <a:cubicBezTo>
                  <a:pt x="1221" y="1157"/>
                  <a:pt x="1206" y="1174"/>
                  <a:pt x="1190" y="1190"/>
                </a:cubicBezTo>
                <a:cubicBezTo>
                  <a:pt x="1174" y="1206"/>
                  <a:pt x="1157" y="1221"/>
                  <a:pt x="1139" y="1236"/>
                </a:cubicBezTo>
                <a:cubicBezTo>
                  <a:pt x="1122" y="1250"/>
                  <a:pt x="1103" y="1264"/>
                  <a:pt x="1084" y="1276"/>
                </a:cubicBezTo>
                <a:cubicBezTo>
                  <a:pt x="1065" y="1289"/>
                  <a:pt x="1046" y="1301"/>
                  <a:pt x="1026" y="1312"/>
                </a:cubicBezTo>
                <a:cubicBezTo>
                  <a:pt x="1006" y="1322"/>
                  <a:pt x="985" y="1332"/>
                  <a:pt x="964" y="1341"/>
                </a:cubicBezTo>
                <a:cubicBezTo>
                  <a:pt x="943" y="1349"/>
                  <a:pt x="921" y="1357"/>
                  <a:pt x="900" y="1364"/>
                </a:cubicBezTo>
                <a:cubicBezTo>
                  <a:pt x="878" y="1370"/>
                  <a:pt x="856" y="1376"/>
                  <a:pt x="833" y="1380"/>
                </a:cubicBezTo>
                <a:cubicBezTo>
                  <a:pt x="811" y="1385"/>
                  <a:pt x="788" y="1388"/>
                  <a:pt x="766" y="1390"/>
                </a:cubicBezTo>
                <a:cubicBezTo>
                  <a:pt x="743" y="1393"/>
                  <a:pt x="720" y="1394"/>
                  <a:pt x="697" y="1394"/>
                </a:cubicBezTo>
                <a:cubicBezTo>
                  <a:pt x="675" y="1394"/>
                  <a:pt x="652" y="1393"/>
                  <a:pt x="629" y="1390"/>
                </a:cubicBezTo>
                <a:cubicBezTo>
                  <a:pt x="606" y="1388"/>
                  <a:pt x="584" y="1385"/>
                  <a:pt x="562" y="1380"/>
                </a:cubicBezTo>
                <a:cubicBezTo>
                  <a:pt x="539" y="1376"/>
                  <a:pt x="517" y="1370"/>
                  <a:pt x="494" y="1364"/>
                </a:cubicBezTo>
                <a:cubicBezTo>
                  <a:pt x="472" y="1357"/>
                  <a:pt x="451" y="1349"/>
                  <a:pt x="430" y="1341"/>
                </a:cubicBezTo>
                <a:cubicBezTo>
                  <a:pt x="409" y="1332"/>
                  <a:pt x="388" y="1322"/>
                  <a:pt x="368" y="1312"/>
                </a:cubicBezTo>
                <a:cubicBezTo>
                  <a:pt x="348" y="1301"/>
                  <a:pt x="328" y="1289"/>
                  <a:pt x="310" y="1276"/>
                </a:cubicBezTo>
                <a:cubicBezTo>
                  <a:pt x="291" y="1264"/>
                  <a:pt x="272" y="1250"/>
                  <a:pt x="255" y="1236"/>
                </a:cubicBezTo>
                <a:cubicBezTo>
                  <a:pt x="237" y="1221"/>
                  <a:pt x="220" y="1206"/>
                  <a:pt x="204" y="1190"/>
                </a:cubicBezTo>
                <a:cubicBezTo>
                  <a:pt x="188" y="1174"/>
                  <a:pt x="173" y="1157"/>
                  <a:pt x="158" y="1139"/>
                </a:cubicBezTo>
                <a:cubicBezTo>
                  <a:pt x="144" y="1122"/>
                  <a:pt x="130" y="1103"/>
                  <a:pt x="117" y="1084"/>
                </a:cubicBezTo>
                <a:cubicBezTo>
                  <a:pt x="105" y="1065"/>
                  <a:pt x="93" y="1046"/>
                  <a:pt x="82" y="1026"/>
                </a:cubicBezTo>
                <a:cubicBezTo>
                  <a:pt x="72" y="1006"/>
                  <a:pt x="62" y="985"/>
                  <a:pt x="53" y="964"/>
                </a:cubicBezTo>
                <a:cubicBezTo>
                  <a:pt x="44" y="943"/>
                  <a:pt x="37" y="921"/>
                  <a:pt x="30" y="900"/>
                </a:cubicBezTo>
                <a:cubicBezTo>
                  <a:pt x="23" y="878"/>
                  <a:pt x="18" y="856"/>
                  <a:pt x="13" y="833"/>
                </a:cubicBezTo>
                <a:cubicBezTo>
                  <a:pt x="9" y="811"/>
                  <a:pt x="6" y="788"/>
                  <a:pt x="3" y="765"/>
                </a:cubicBezTo>
                <a:cubicBezTo>
                  <a:pt x="1" y="742"/>
                  <a:pt x="0" y="719"/>
                  <a:pt x="0" y="696"/>
                </a:cubicBezTo>
                <a:cubicBezTo>
                  <a:pt x="0" y="674"/>
                  <a:pt x="1" y="651"/>
                  <a:pt x="3" y="628"/>
                </a:cubicBezTo>
                <a:cubicBezTo>
                  <a:pt x="6" y="605"/>
                  <a:pt x="9" y="583"/>
                  <a:pt x="13" y="561"/>
                </a:cubicBezTo>
                <a:cubicBezTo>
                  <a:pt x="18" y="538"/>
                  <a:pt x="23" y="516"/>
                  <a:pt x="30" y="494"/>
                </a:cubicBezTo>
                <a:cubicBezTo>
                  <a:pt x="37" y="472"/>
                  <a:pt x="44" y="451"/>
                  <a:pt x="53" y="430"/>
                </a:cubicBezTo>
                <a:cubicBezTo>
                  <a:pt x="62" y="409"/>
                  <a:pt x="72" y="388"/>
                  <a:pt x="82" y="368"/>
                </a:cubicBezTo>
                <a:cubicBezTo>
                  <a:pt x="93" y="348"/>
                  <a:pt x="105" y="328"/>
                  <a:pt x="117" y="309"/>
                </a:cubicBezTo>
                <a:cubicBezTo>
                  <a:pt x="130" y="291"/>
                  <a:pt x="144" y="272"/>
                  <a:pt x="158" y="255"/>
                </a:cubicBezTo>
                <a:cubicBezTo>
                  <a:pt x="173" y="237"/>
                  <a:pt x="188" y="220"/>
                  <a:pt x="204" y="204"/>
                </a:cubicBezTo>
                <a:cubicBezTo>
                  <a:pt x="220" y="188"/>
                  <a:pt x="237" y="173"/>
                  <a:pt x="255" y="158"/>
                </a:cubicBezTo>
                <a:cubicBezTo>
                  <a:pt x="272" y="144"/>
                  <a:pt x="291" y="130"/>
                  <a:pt x="310" y="117"/>
                </a:cubicBezTo>
                <a:cubicBezTo>
                  <a:pt x="328" y="105"/>
                  <a:pt x="348" y="93"/>
                  <a:pt x="368" y="82"/>
                </a:cubicBezTo>
                <a:cubicBezTo>
                  <a:pt x="388" y="71"/>
                  <a:pt x="409" y="62"/>
                  <a:pt x="430" y="53"/>
                </a:cubicBezTo>
                <a:cubicBezTo>
                  <a:pt x="451" y="44"/>
                  <a:pt x="472" y="37"/>
                  <a:pt x="494" y="30"/>
                </a:cubicBezTo>
                <a:cubicBezTo>
                  <a:pt x="517" y="23"/>
                  <a:pt x="539" y="18"/>
                  <a:pt x="562" y="13"/>
                </a:cubicBezTo>
                <a:cubicBezTo>
                  <a:pt x="584" y="9"/>
                  <a:pt x="606" y="6"/>
                  <a:pt x="629" y="3"/>
                </a:cubicBezTo>
                <a:cubicBezTo>
                  <a:pt x="652" y="1"/>
                  <a:pt x="675" y="0"/>
                  <a:pt x="697" y="0"/>
                </a:cubicBezTo>
                <a:cubicBezTo>
                  <a:pt x="720" y="0"/>
                  <a:pt x="743" y="1"/>
                  <a:pt x="766" y="3"/>
                </a:cubicBezTo>
                <a:cubicBezTo>
                  <a:pt x="788" y="6"/>
                  <a:pt x="811" y="9"/>
                  <a:pt x="833" y="13"/>
                </a:cubicBezTo>
                <a:cubicBezTo>
                  <a:pt x="856" y="18"/>
                  <a:pt x="878" y="23"/>
                  <a:pt x="900" y="30"/>
                </a:cubicBezTo>
                <a:cubicBezTo>
                  <a:pt x="921" y="37"/>
                  <a:pt x="943" y="44"/>
                  <a:pt x="964" y="53"/>
                </a:cubicBezTo>
                <a:cubicBezTo>
                  <a:pt x="985" y="62"/>
                  <a:pt x="1006" y="71"/>
                  <a:pt x="1026" y="82"/>
                </a:cubicBezTo>
                <a:cubicBezTo>
                  <a:pt x="1046" y="93"/>
                  <a:pt x="1065" y="105"/>
                  <a:pt x="1084" y="117"/>
                </a:cubicBezTo>
                <a:cubicBezTo>
                  <a:pt x="1103" y="130"/>
                  <a:pt x="1122" y="144"/>
                  <a:pt x="1139" y="158"/>
                </a:cubicBezTo>
                <a:cubicBezTo>
                  <a:pt x="1157" y="173"/>
                  <a:pt x="1174" y="188"/>
                  <a:pt x="1190" y="204"/>
                </a:cubicBezTo>
                <a:cubicBezTo>
                  <a:pt x="1206" y="220"/>
                  <a:pt x="1221" y="237"/>
                  <a:pt x="1236" y="255"/>
                </a:cubicBezTo>
                <a:cubicBezTo>
                  <a:pt x="1250" y="272"/>
                  <a:pt x="1264" y="291"/>
                  <a:pt x="1276" y="309"/>
                </a:cubicBezTo>
                <a:cubicBezTo>
                  <a:pt x="1289" y="328"/>
                  <a:pt x="1301" y="348"/>
                  <a:pt x="1312" y="368"/>
                </a:cubicBezTo>
                <a:cubicBezTo>
                  <a:pt x="1322" y="388"/>
                  <a:pt x="1332" y="409"/>
                  <a:pt x="1341" y="430"/>
                </a:cubicBezTo>
                <a:cubicBezTo>
                  <a:pt x="1350" y="451"/>
                  <a:pt x="1357" y="472"/>
                  <a:pt x="1364" y="494"/>
                </a:cubicBezTo>
                <a:cubicBezTo>
                  <a:pt x="1370" y="516"/>
                  <a:pt x="1376" y="538"/>
                  <a:pt x="1380" y="561"/>
                </a:cubicBezTo>
                <a:cubicBezTo>
                  <a:pt x="1385" y="583"/>
                  <a:pt x="1388" y="605"/>
                  <a:pt x="1390" y="628"/>
                </a:cubicBezTo>
                <a:cubicBezTo>
                  <a:pt x="1393" y="651"/>
                  <a:pt x="1394" y="674"/>
                  <a:pt x="1394" y="696"/>
                </a:cubicBezTo>
                <a:close/>
              </a:path>
            </a:pathLst>
          </a:custGeom>
          <a:solidFill>
            <a:srgbClr val="1E3A8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21" name="그림 1020">
            <a:extLst>
              <a:ext uri="{FF2B5EF4-FFF2-40B4-BE49-F238E27FC236}">
                <a16:creationId xmlns:a16="http://schemas.microsoft.com/office/drawing/2014/main" id="{B5D1CFA4-77EB-4861-AD60-6CED8815378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879230" y="1763117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198A42C7-8EC0-4373-8160-9D14E331CBB5}"/>
              </a:ext>
            </a:extLst>
          </p:cNvPr>
          <p:cNvSpPr txBox="1"/>
          <p:nvPr/>
        </p:nvSpPr>
        <p:spPr>
          <a:xfrm>
            <a:off x="3539590" y="2431997"/>
            <a:ext cx="80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4B5563"/>
                </a:solidFill>
                <a:latin typeface="Pretendard"/>
                <a:ea typeface="Pretendard"/>
              </a:rPr>
              <a:t>기술 효용성 검증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TextBox 1022">
            <a:extLst>
              <a:ext uri="{FF2B5EF4-FFF2-40B4-BE49-F238E27FC236}">
                <a16:creationId xmlns:a16="http://schemas.microsoft.com/office/drawing/2014/main" id="{5F099C6C-EF00-45A1-BF94-60EEAA84916D}"/>
              </a:ext>
            </a:extLst>
          </p:cNvPr>
          <p:cNvSpPr txBox="1"/>
          <p:nvPr/>
        </p:nvSpPr>
        <p:spPr>
          <a:xfrm>
            <a:off x="5670430" y="2232557"/>
            <a:ext cx="648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b="1">
                <a:solidFill>
                  <a:srgbClr val="1F2937"/>
                </a:solidFill>
                <a:latin typeface="Pretendard"/>
                <a:ea typeface="Pretendard"/>
              </a:rPr>
              <a:t>솔루션 설계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자유형 646">
            <a:extLst>
              <a:ext uri="{FF2B5EF4-FFF2-40B4-BE49-F238E27FC236}">
                <a16:creationId xmlns:a16="http://schemas.microsoft.com/office/drawing/2014/main" id="{5065EB3E-15ED-44A4-8CCA-625EB4BCFDBB}"/>
              </a:ext>
            </a:extLst>
          </p:cNvPr>
          <p:cNvSpPr/>
          <p:nvPr/>
        </p:nvSpPr>
        <p:spPr>
          <a:xfrm>
            <a:off x="7851310" y="1612637"/>
            <a:ext cx="501840" cy="501840"/>
          </a:xfrm>
          <a:custGeom>
            <a:avLst/>
            <a:gdLst/>
            <a:ahLst/>
            <a:cxnLst/>
            <a:rect l="0" t="0" r="r" b="b"/>
            <a:pathLst>
              <a:path w="1394" h="1394">
                <a:moveTo>
                  <a:pt x="1394" y="696"/>
                </a:moveTo>
                <a:cubicBezTo>
                  <a:pt x="1394" y="719"/>
                  <a:pt x="1393" y="742"/>
                  <a:pt x="1391" y="765"/>
                </a:cubicBezTo>
                <a:cubicBezTo>
                  <a:pt x="1388" y="788"/>
                  <a:pt x="1385" y="811"/>
                  <a:pt x="1381" y="833"/>
                </a:cubicBezTo>
                <a:cubicBezTo>
                  <a:pt x="1376" y="856"/>
                  <a:pt x="1371" y="878"/>
                  <a:pt x="1364" y="900"/>
                </a:cubicBezTo>
                <a:cubicBezTo>
                  <a:pt x="1357" y="921"/>
                  <a:pt x="1350" y="943"/>
                  <a:pt x="1341" y="964"/>
                </a:cubicBezTo>
                <a:cubicBezTo>
                  <a:pt x="1332" y="985"/>
                  <a:pt x="1322" y="1006"/>
                  <a:pt x="1312" y="1026"/>
                </a:cubicBezTo>
                <a:cubicBezTo>
                  <a:pt x="1301" y="1046"/>
                  <a:pt x="1289" y="1065"/>
                  <a:pt x="1277" y="1084"/>
                </a:cubicBezTo>
                <a:cubicBezTo>
                  <a:pt x="1264" y="1103"/>
                  <a:pt x="1250" y="1122"/>
                  <a:pt x="1236" y="1139"/>
                </a:cubicBezTo>
                <a:cubicBezTo>
                  <a:pt x="1221" y="1157"/>
                  <a:pt x="1206" y="1174"/>
                  <a:pt x="1190" y="1190"/>
                </a:cubicBezTo>
                <a:cubicBezTo>
                  <a:pt x="1174" y="1206"/>
                  <a:pt x="1157" y="1221"/>
                  <a:pt x="1139" y="1236"/>
                </a:cubicBezTo>
                <a:cubicBezTo>
                  <a:pt x="1122" y="1250"/>
                  <a:pt x="1103" y="1264"/>
                  <a:pt x="1084" y="1276"/>
                </a:cubicBezTo>
                <a:cubicBezTo>
                  <a:pt x="1065" y="1289"/>
                  <a:pt x="1046" y="1301"/>
                  <a:pt x="1026" y="1312"/>
                </a:cubicBezTo>
                <a:cubicBezTo>
                  <a:pt x="1006" y="1322"/>
                  <a:pt x="985" y="1332"/>
                  <a:pt x="964" y="1341"/>
                </a:cubicBezTo>
                <a:cubicBezTo>
                  <a:pt x="943" y="1349"/>
                  <a:pt x="922" y="1357"/>
                  <a:pt x="900" y="1364"/>
                </a:cubicBezTo>
                <a:cubicBezTo>
                  <a:pt x="878" y="1370"/>
                  <a:pt x="856" y="1376"/>
                  <a:pt x="833" y="1380"/>
                </a:cubicBezTo>
                <a:cubicBezTo>
                  <a:pt x="811" y="1385"/>
                  <a:pt x="789" y="1388"/>
                  <a:pt x="766" y="1390"/>
                </a:cubicBezTo>
                <a:cubicBezTo>
                  <a:pt x="743" y="1393"/>
                  <a:pt x="720" y="1394"/>
                  <a:pt x="698" y="1394"/>
                </a:cubicBezTo>
                <a:cubicBezTo>
                  <a:pt x="675" y="1394"/>
                  <a:pt x="652" y="1393"/>
                  <a:pt x="629" y="1390"/>
                </a:cubicBezTo>
                <a:cubicBezTo>
                  <a:pt x="607" y="1388"/>
                  <a:pt x="584" y="1385"/>
                  <a:pt x="562" y="1380"/>
                </a:cubicBezTo>
                <a:cubicBezTo>
                  <a:pt x="539" y="1376"/>
                  <a:pt x="517" y="1370"/>
                  <a:pt x="495" y="1364"/>
                </a:cubicBezTo>
                <a:cubicBezTo>
                  <a:pt x="474" y="1357"/>
                  <a:pt x="452" y="1349"/>
                  <a:pt x="431" y="1341"/>
                </a:cubicBezTo>
                <a:cubicBezTo>
                  <a:pt x="410" y="1332"/>
                  <a:pt x="389" y="1322"/>
                  <a:pt x="369" y="1312"/>
                </a:cubicBezTo>
                <a:cubicBezTo>
                  <a:pt x="349" y="1301"/>
                  <a:pt x="330" y="1289"/>
                  <a:pt x="311" y="1276"/>
                </a:cubicBezTo>
                <a:cubicBezTo>
                  <a:pt x="292" y="1264"/>
                  <a:pt x="273" y="1250"/>
                  <a:pt x="256" y="1236"/>
                </a:cubicBezTo>
                <a:cubicBezTo>
                  <a:pt x="238" y="1221"/>
                  <a:pt x="221" y="1206"/>
                  <a:pt x="205" y="1190"/>
                </a:cubicBezTo>
                <a:cubicBezTo>
                  <a:pt x="189" y="1174"/>
                  <a:pt x="173" y="1157"/>
                  <a:pt x="158" y="1139"/>
                </a:cubicBezTo>
                <a:cubicBezTo>
                  <a:pt x="144" y="1122"/>
                  <a:pt x="130" y="1103"/>
                  <a:pt x="118" y="1084"/>
                </a:cubicBezTo>
                <a:cubicBezTo>
                  <a:pt x="105" y="1065"/>
                  <a:pt x="93" y="1046"/>
                  <a:pt x="82" y="1026"/>
                </a:cubicBezTo>
                <a:cubicBezTo>
                  <a:pt x="72" y="1006"/>
                  <a:pt x="62" y="985"/>
                  <a:pt x="53" y="964"/>
                </a:cubicBezTo>
                <a:cubicBezTo>
                  <a:pt x="44" y="943"/>
                  <a:pt x="37" y="921"/>
                  <a:pt x="30" y="900"/>
                </a:cubicBezTo>
                <a:cubicBezTo>
                  <a:pt x="24" y="878"/>
                  <a:pt x="18" y="856"/>
                  <a:pt x="14" y="833"/>
                </a:cubicBezTo>
                <a:cubicBezTo>
                  <a:pt x="9" y="811"/>
                  <a:pt x="6" y="788"/>
                  <a:pt x="4" y="765"/>
                </a:cubicBezTo>
                <a:cubicBezTo>
                  <a:pt x="1" y="742"/>
                  <a:pt x="0" y="719"/>
                  <a:pt x="0" y="696"/>
                </a:cubicBezTo>
                <a:cubicBezTo>
                  <a:pt x="0" y="674"/>
                  <a:pt x="1" y="651"/>
                  <a:pt x="4" y="628"/>
                </a:cubicBezTo>
                <a:cubicBezTo>
                  <a:pt x="6" y="605"/>
                  <a:pt x="9" y="583"/>
                  <a:pt x="14" y="561"/>
                </a:cubicBezTo>
                <a:cubicBezTo>
                  <a:pt x="18" y="538"/>
                  <a:pt x="24" y="516"/>
                  <a:pt x="30" y="494"/>
                </a:cubicBezTo>
                <a:cubicBezTo>
                  <a:pt x="37" y="472"/>
                  <a:pt x="44" y="451"/>
                  <a:pt x="53" y="430"/>
                </a:cubicBezTo>
                <a:cubicBezTo>
                  <a:pt x="62" y="409"/>
                  <a:pt x="72" y="388"/>
                  <a:pt x="82" y="368"/>
                </a:cubicBezTo>
                <a:cubicBezTo>
                  <a:pt x="93" y="348"/>
                  <a:pt x="105" y="328"/>
                  <a:pt x="118" y="309"/>
                </a:cubicBezTo>
                <a:cubicBezTo>
                  <a:pt x="130" y="291"/>
                  <a:pt x="144" y="272"/>
                  <a:pt x="158" y="255"/>
                </a:cubicBezTo>
                <a:cubicBezTo>
                  <a:pt x="173" y="237"/>
                  <a:pt x="189" y="220"/>
                  <a:pt x="205" y="204"/>
                </a:cubicBezTo>
                <a:cubicBezTo>
                  <a:pt x="221" y="188"/>
                  <a:pt x="238" y="173"/>
                  <a:pt x="256" y="158"/>
                </a:cubicBezTo>
                <a:cubicBezTo>
                  <a:pt x="273" y="144"/>
                  <a:pt x="292" y="130"/>
                  <a:pt x="311" y="117"/>
                </a:cubicBezTo>
                <a:cubicBezTo>
                  <a:pt x="330" y="105"/>
                  <a:pt x="349" y="93"/>
                  <a:pt x="369" y="82"/>
                </a:cubicBezTo>
                <a:cubicBezTo>
                  <a:pt x="389" y="71"/>
                  <a:pt x="410" y="62"/>
                  <a:pt x="431" y="53"/>
                </a:cubicBezTo>
                <a:cubicBezTo>
                  <a:pt x="452" y="44"/>
                  <a:pt x="474" y="37"/>
                  <a:pt x="495" y="30"/>
                </a:cubicBezTo>
                <a:cubicBezTo>
                  <a:pt x="517" y="23"/>
                  <a:pt x="539" y="18"/>
                  <a:pt x="562" y="13"/>
                </a:cubicBezTo>
                <a:cubicBezTo>
                  <a:pt x="584" y="9"/>
                  <a:pt x="607" y="6"/>
                  <a:pt x="629" y="3"/>
                </a:cubicBezTo>
                <a:cubicBezTo>
                  <a:pt x="652" y="1"/>
                  <a:pt x="675" y="0"/>
                  <a:pt x="698" y="0"/>
                </a:cubicBezTo>
                <a:cubicBezTo>
                  <a:pt x="720" y="0"/>
                  <a:pt x="743" y="1"/>
                  <a:pt x="766" y="3"/>
                </a:cubicBezTo>
                <a:cubicBezTo>
                  <a:pt x="789" y="6"/>
                  <a:pt x="811" y="9"/>
                  <a:pt x="833" y="13"/>
                </a:cubicBezTo>
                <a:cubicBezTo>
                  <a:pt x="856" y="18"/>
                  <a:pt x="878" y="23"/>
                  <a:pt x="900" y="30"/>
                </a:cubicBezTo>
                <a:cubicBezTo>
                  <a:pt x="922" y="37"/>
                  <a:pt x="943" y="44"/>
                  <a:pt x="964" y="53"/>
                </a:cubicBezTo>
                <a:cubicBezTo>
                  <a:pt x="985" y="62"/>
                  <a:pt x="1006" y="71"/>
                  <a:pt x="1026" y="82"/>
                </a:cubicBezTo>
                <a:cubicBezTo>
                  <a:pt x="1046" y="93"/>
                  <a:pt x="1065" y="105"/>
                  <a:pt x="1084" y="117"/>
                </a:cubicBezTo>
                <a:cubicBezTo>
                  <a:pt x="1103" y="130"/>
                  <a:pt x="1122" y="144"/>
                  <a:pt x="1139" y="158"/>
                </a:cubicBezTo>
                <a:cubicBezTo>
                  <a:pt x="1157" y="173"/>
                  <a:pt x="1174" y="188"/>
                  <a:pt x="1190" y="204"/>
                </a:cubicBezTo>
                <a:cubicBezTo>
                  <a:pt x="1206" y="220"/>
                  <a:pt x="1221" y="237"/>
                  <a:pt x="1236" y="255"/>
                </a:cubicBezTo>
                <a:cubicBezTo>
                  <a:pt x="1250" y="272"/>
                  <a:pt x="1264" y="291"/>
                  <a:pt x="1277" y="309"/>
                </a:cubicBezTo>
                <a:cubicBezTo>
                  <a:pt x="1289" y="328"/>
                  <a:pt x="1301" y="348"/>
                  <a:pt x="1312" y="368"/>
                </a:cubicBezTo>
                <a:cubicBezTo>
                  <a:pt x="1322" y="388"/>
                  <a:pt x="1332" y="409"/>
                  <a:pt x="1341" y="430"/>
                </a:cubicBezTo>
                <a:cubicBezTo>
                  <a:pt x="1350" y="451"/>
                  <a:pt x="1357" y="472"/>
                  <a:pt x="1364" y="494"/>
                </a:cubicBezTo>
                <a:cubicBezTo>
                  <a:pt x="1371" y="516"/>
                  <a:pt x="1376" y="538"/>
                  <a:pt x="1381" y="561"/>
                </a:cubicBezTo>
                <a:cubicBezTo>
                  <a:pt x="1385" y="583"/>
                  <a:pt x="1388" y="605"/>
                  <a:pt x="1391" y="628"/>
                </a:cubicBezTo>
                <a:cubicBezTo>
                  <a:pt x="1393" y="651"/>
                  <a:pt x="1394" y="674"/>
                  <a:pt x="1394" y="696"/>
                </a:cubicBezTo>
                <a:close/>
              </a:path>
            </a:pathLst>
          </a:custGeom>
          <a:solidFill>
            <a:srgbClr val="1E3A8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25" name="그림 1024">
            <a:extLst>
              <a:ext uri="{FF2B5EF4-FFF2-40B4-BE49-F238E27FC236}">
                <a16:creationId xmlns:a16="http://schemas.microsoft.com/office/drawing/2014/main" id="{2697EBA9-98A2-4EBD-A815-0B4E2A1E964C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976950" y="1763117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63B9673-15C2-4C42-AB99-A551D84264C6}"/>
              </a:ext>
            </a:extLst>
          </p:cNvPr>
          <p:cNvSpPr txBox="1"/>
          <p:nvPr/>
        </p:nvSpPr>
        <p:spPr>
          <a:xfrm>
            <a:off x="5595190" y="2431997"/>
            <a:ext cx="88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4B5563"/>
                </a:solidFill>
                <a:latin typeface="Pretendard"/>
                <a:ea typeface="Pretendard"/>
              </a:rPr>
              <a:t>최적 </a:t>
            </a:r>
            <a:r>
              <a:rPr lang="en-US" sz="920">
                <a:solidFill>
                  <a:srgbClr val="4B5563"/>
                </a:solidFill>
                <a:latin typeface="Pretendard"/>
                <a:ea typeface="Pretendard"/>
              </a:rPr>
              <a:t>AI </a:t>
            </a:r>
            <a:r>
              <a:rPr lang="zh-CN" altLang="en-US" sz="920">
                <a:solidFill>
                  <a:srgbClr val="4B5563"/>
                </a:solidFill>
                <a:latin typeface="Pretendard"/>
                <a:ea typeface="Pretendard"/>
              </a:rPr>
              <a:t>아키텍처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73C2EB70-B462-46F1-A0F0-F4BEF9A71623}"/>
              </a:ext>
            </a:extLst>
          </p:cNvPr>
          <p:cNvSpPr txBox="1"/>
          <p:nvPr/>
        </p:nvSpPr>
        <p:spPr>
          <a:xfrm>
            <a:off x="7985230" y="2232557"/>
            <a:ext cx="247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b="1">
                <a:solidFill>
                  <a:srgbClr val="1F2937"/>
                </a:solidFill>
                <a:latin typeface="Pretendard"/>
                <a:ea typeface="Pretendard"/>
              </a:rPr>
              <a:t>구축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자유형 650">
            <a:extLst>
              <a:ext uri="{FF2B5EF4-FFF2-40B4-BE49-F238E27FC236}">
                <a16:creationId xmlns:a16="http://schemas.microsoft.com/office/drawing/2014/main" id="{079391A2-CA1D-4BD0-9C3F-4FA68EB3E18B}"/>
              </a:ext>
            </a:extLst>
          </p:cNvPr>
          <p:cNvSpPr/>
          <p:nvPr/>
        </p:nvSpPr>
        <p:spPr>
          <a:xfrm>
            <a:off x="9973870" y="1612637"/>
            <a:ext cx="501840" cy="501840"/>
          </a:xfrm>
          <a:custGeom>
            <a:avLst/>
            <a:gdLst/>
            <a:ahLst/>
            <a:cxnLst/>
            <a:rect l="0" t="0" r="r" b="b"/>
            <a:pathLst>
              <a:path w="1394" h="1394">
                <a:moveTo>
                  <a:pt x="1394" y="696"/>
                </a:moveTo>
                <a:cubicBezTo>
                  <a:pt x="1394" y="719"/>
                  <a:pt x="1393" y="742"/>
                  <a:pt x="1391" y="765"/>
                </a:cubicBezTo>
                <a:cubicBezTo>
                  <a:pt x="1388" y="788"/>
                  <a:pt x="1385" y="811"/>
                  <a:pt x="1381" y="833"/>
                </a:cubicBezTo>
                <a:cubicBezTo>
                  <a:pt x="1376" y="856"/>
                  <a:pt x="1371" y="878"/>
                  <a:pt x="1364" y="900"/>
                </a:cubicBezTo>
                <a:cubicBezTo>
                  <a:pt x="1357" y="921"/>
                  <a:pt x="1350" y="943"/>
                  <a:pt x="1341" y="964"/>
                </a:cubicBezTo>
                <a:cubicBezTo>
                  <a:pt x="1332" y="985"/>
                  <a:pt x="1323" y="1006"/>
                  <a:pt x="1312" y="1026"/>
                </a:cubicBezTo>
                <a:cubicBezTo>
                  <a:pt x="1301" y="1046"/>
                  <a:pt x="1289" y="1065"/>
                  <a:pt x="1277" y="1084"/>
                </a:cubicBezTo>
                <a:cubicBezTo>
                  <a:pt x="1264" y="1103"/>
                  <a:pt x="1250" y="1122"/>
                  <a:pt x="1235" y="1139"/>
                </a:cubicBezTo>
                <a:cubicBezTo>
                  <a:pt x="1221" y="1157"/>
                  <a:pt x="1205" y="1174"/>
                  <a:pt x="1189" y="1190"/>
                </a:cubicBezTo>
                <a:cubicBezTo>
                  <a:pt x="1173" y="1206"/>
                  <a:pt x="1156" y="1221"/>
                  <a:pt x="1138" y="1236"/>
                </a:cubicBezTo>
                <a:cubicBezTo>
                  <a:pt x="1121" y="1250"/>
                  <a:pt x="1103" y="1264"/>
                  <a:pt x="1084" y="1276"/>
                </a:cubicBezTo>
                <a:cubicBezTo>
                  <a:pt x="1065" y="1289"/>
                  <a:pt x="1045" y="1301"/>
                  <a:pt x="1025" y="1312"/>
                </a:cubicBezTo>
                <a:cubicBezTo>
                  <a:pt x="1005" y="1322"/>
                  <a:pt x="984" y="1332"/>
                  <a:pt x="963" y="1341"/>
                </a:cubicBezTo>
                <a:cubicBezTo>
                  <a:pt x="942" y="1349"/>
                  <a:pt x="921" y="1357"/>
                  <a:pt x="899" y="1364"/>
                </a:cubicBezTo>
                <a:cubicBezTo>
                  <a:pt x="877" y="1370"/>
                  <a:pt x="855" y="1376"/>
                  <a:pt x="833" y="1380"/>
                </a:cubicBezTo>
                <a:cubicBezTo>
                  <a:pt x="810" y="1385"/>
                  <a:pt x="788" y="1388"/>
                  <a:pt x="765" y="1390"/>
                </a:cubicBezTo>
                <a:cubicBezTo>
                  <a:pt x="742" y="1393"/>
                  <a:pt x="719" y="1394"/>
                  <a:pt x="697" y="1394"/>
                </a:cubicBezTo>
                <a:cubicBezTo>
                  <a:pt x="674" y="1394"/>
                  <a:pt x="651" y="1393"/>
                  <a:pt x="628" y="1390"/>
                </a:cubicBezTo>
                <a:cubicBezTo>
                  <a:pt x="606" y="1388"/>
                  <a:pt x="583" y="1385"/>
                  <a:pt x="561" y="1380"/>
                </a:cubicBezTo>
                <a:cubicBezTo>
                  <a:pt x="538" y="1376"/>
                  <a:pt x="516" y="1370"/>
                  <a:pt x="495" y="1364"/>
                </a:cubicBezTo>
                <a:cubicBezTo>
                  <a:pt x="473" y="1357"/>
                  <a:pt x="451" y="1349"/>
                  <a:pt x="430" y="1341"/>
                </a:cubicBezTo>
                <a:cubicBezTo>
                  <a:pt x="409" y="1332"/>
                  <a:pt x="388" y="1322"/>
                  <a:pt x="368" y="1312"/>
                </a:cubicBezTo>
                <a:cubicBezTo>
                  <a:pt x="348" y="1301"/>
                  <a:pt x="329" y="1289"/>
                  <a:pt x="310" y="1276"/>
                </a:cubicBezTo>
                <a:cubicBezTo>
                  <a:pt x="291" y="1264"/>
                  <a:pt x="273" y="1250"/>
                  <a:pt x="255" y="1236"/>
                </a:cubicBezTo>
                <a:cubicBezTo>
                  <a:pt x="237" y="1221"/>
                  <a:pt x="220" y="1206"/>
                  <a:pt x="204" y="1190"/>
                </a:cubicBezTo>
                <a:cubicBezTo>
                  <a:pt x="188" y="1174"/>
                  <a:pt x="173" y="1157"/>
                  <a:pt x="158" y="1139"/>
                </a:cubicBezTo>
                <a:cubicBezTo>
                  <a:pt x="144" y="1122"/>
                  <a:pt x="130" y="1103"/>
                  <a:pt x="118" y="1084"/>
                </a:cubicBezTo>
                <a:cubicBezTo>
                  <a:pt x="105" y="1065"/>
                  <a:pt x="93" y="1046"/>
                  <a:pt x="82" y="1026"/>
                </a:cubicBezTo>
                <a:cubicBezTo>
                  <a:pt x="72" y="1006"/>
                  <a:pt x="62" y="985"/>
                  <a:pt x="53" y="964"/>
                </a:cubicBezTo>
                <a:cubicBezTo>
                  <a:pt x="45" y="943"/>
                  <a:pt x="37" y="921"/>
                  <a:pt x="30" y="900"/>
                </a:cubicBezTo>
                <a:cubicBezTo>
                  <a:pt x="24" y="878"/>
                  <a:pt x="18" y="856"/>
                  <a:pt x="14" y="833"/>
                </a:cubicBezTo>
                <a:cubicBezTo>
                  <a:pt x="9" y="811"/>
                  <a:pt x="6" y="788"/>
                  <a:pt x="4" y="765"/>
                </a:cubicBezTo>
                <a:cubicBezTo>
                  <a:pt x="1" y="742"/>
                  <a:pt x="0" y="719"/>
                  <a:pt x="0" y="696"/>
                </a:cubicBezTo>
                <a:cubicBezTo>
                  <a:pt x="0" y="674"/>
                  <a:pt x="1" y="651"/>
                  <a:pt x="4" y="628"/>
                </a:cubicBezTo>
                <a:cubicBezTo>
                  <a:pt x="6" y="605"/>
                  <a:pt x="9" y="583"/>
                  <a:pt x="14" y="561"/>
                </a:cubicBezTo>
                <a:cubicBezTo>
                  <a:pt x="18" y="538"/>
                  <a:pt x="24" y="516"/>
                  <a:pt x="30" y="494"/>
                </a:cubicBezTo>
                <a:cubicBezTo>
                  <a:pt x="37" y="472"/>
                  <a:pt x="45" y="451"/>
                  <a:pt x="53" y="430"/>
                </a:cubicBezTo>
                <a:cubicBezTo>
                  <a:pt x="62" y="409"/>
                  <a:pt x="72" y="388"/>
                  <a:pt x="82" y="368"/>
                </a:cubicBezTo>
                <a:cubicBezTo>
                  <a:pt x="93" y="348"/>
                  <a:pt x="105" y="328"/>
                  <a:pt x="118" y="309"/>
                </a:cubicBezTo>
                <a:cubicBezTo>
                  <a:pt x="130" y="291"/>
                  <a:pt x="144" y="272"/>
                  <a:pt x="158" y="255"/>
                </a:cubicBezTo>
                <a:cubicBezTo>
                  <a:pt x="173" y="237"/>
                  <a:pt x="188" y="220"/>
                  <a:pt x="204" y="204"/>
                </a:cubicBezTo>
                <a:cubicBezTo>
                  <a:pt x="220" y="188"/>
                  <a:pt x="237" y="173"/>
                  <a:pt x="255" y="158"/>
                </a:cubicBezTo>
                <a:cubicBezTo>
                  <a:pt x="273" y="144"/>
                  <a:pt x="291" y="130"/>
                  <a:pt x="310" y="117"/>
                </a:cubicBezTo>
                <a:cubicBezTo>
                  <a:pt x="329" y="105"/>
                  <a:pt x="348" y="93"/>
                  <a:pt x="368" y="82"/>
                </a:cubicBezTo>
                <a:cubicBezTo>
                  <a:pt x="388" y="71"/>
                  <a:pt x="409" y="62"/>
                  <a:pt x="430" y="53"/>
                </a:cubicBezTo>
                <a:cubicBezTo>
                  <a:pt x="451" y="44"/>
                  <a:pt x="473" y="37"/>
                  <a:pt x="495" y="30"/>
                </a:cubicBezTo>
                <a:cubicBezTo>
                  <a:pt x="516" y="23"/>
                  <a:pt x="538" y="18"/>
                  <a:pt x="561" y="13"/>
                </a:cubicBezTo>
                <a:cubicBezTo>
                  <a:pt x="583" y="9"/>
                  <a:pt x="606" y="6"/>
                  <a:pt x="628" y="3"/>
                </a:cubicBezTo>
                <a:cubicBezTo>
                  <a:pt x="651" y="1"/>
                  <a:pt x="674" y="0"/>
                  <a:pt x="697" y="0"/>
                </a:cubicBezTo>
                <a:cubicBezTo>
                  <a:pt x="719" y="0"/>
                  <a:pt x="742" y="1"/>
                  <a:pt x="765" y="3"/>
                </a:cubicBezTo>
                <a:cubicBezTo>
                  <a:pt x="788" y="6"/>
                  <a:pt x="810" y="9"/>
                  <a:pt x="833" y="13"/>
                </a:cubicBezTo>
                <a:cubicBezTo>
                  <a:pt x="855" y="18"/>
                  <a:pt x="877" y="23"/>
                  <a:pt x="899" y="30"/>
                </a:cubicBezTo>
                <a:cubicBezTo>
                  <a:pt x="921" y="37"/>
                  <a:pt x="942" y="44"/>
                  <a:pt x="963" y="53"/>
                </a:cubicBezTo>
                <a:cubicBezTo>
                  <a:pt x="984" y="62"/>
                  <a:pt x="1005" y="71"/>
                  <a:pt x="1025" y="82"/>
                </a:cubicBezTo>
                <a:cubicBezTo>
                  <a:pt x="1045" y="93"/>
                  <a:pt x="1065" y="105"/>
                  <a:pt x="1084" y="117"/>
                </a:cubicBezTo>
                <a:cubicBezTo>
                  <a:pt x="1103" y="130"/>
                  <a:pt x="1121" y="144"/>
                  <a:pt x="1138" y="158"/>
                </a:cubicBezTo>
                <a:cubicBezTo>
                  <a:pt x="1156" y="173"/>
                  <a:pt x="1173" y="188"/>
                  <a:pt x="1189" y="204"/>
                </a:cubicBezTo>
                <a:cubicBezTo>
                  <a:pt x="1205" y="220"/>
                  <a:pt x="1221" y="237"/>
                  <a:pt x="1235" y="255"/>
                </a:cubicBezTo>
                <a:cubicBezTo>
                  <a:pt x="1250" y="272"/>
                  <a:pt x="1264" y="291"/>
                  <a:pt x="1277" y="309"/>
                </a:cubicBezTo>
                <a:cubicBezTo>
                  <a:pt x="1289" y="328"/>
                  <a:pt x="1301" y="348"/>
                  <a:pt x="1312" y="368"/>
                </a:cubicBezTo>
                <a:cubicBezTo>
                  <a:pt x="1323" y="388"/>
                  <a:pt x="1332" y="409"/>
                  <a:pt x="1341" y="430"/>
                </a:cubicBezTo>
                <a:cubicBezTo>
                  <a:pt x="1350" y="451"/>
                  <a:pt x="1357" y="472"/>
                  <a:pt x="1364" y="494"/>
                </a:cubicBezTo>
                <a:cubicBezTo>
                  <a:pt x="1371" y="516"/>
                  <a:pt x="1376" y="538"/>
                  <a:pt x="1381" y="561"/>
                </a:cubicBezTo>
                <a:cubicBezTo>
                  <a:pt x="1385" y="583"/>
                  <a:pt x="1388" y="605"/>
                  <a:pt x="1391" y="628"/>
                </a:cubicBezTo>
                <a:cubicBezTo>
                  <a:pt x="1393" y="651"/>
                  <a:pt x="1394" y="674"/>
                  <a:pt x="1394" y="696"/>
                </a:cubicBezTo>
                <a:close/>
              </a:path>
            </a:pathLst>
          </a:custGeom>
          <a:solidFill>
            <a:srgbClr val="1E3A8A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29" name="그림 1028">
            <a:extLst>
              <a:ext uri="{FF2B5EF4-FFF2-40B4-BE49-F238E27FC236}">
                <a16:creationId xmlns:a16="http://schemas.microsoft.com/office/drawing/2014/main" id="{C5CF0C0B-FF17-47A2-BEA3-3C94D2090057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10099510" y="1763117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A32C3E55-DD86-43D2-98BA-FB2839575AE5}"/>
              </a:ext>
            </a:extLst>
          </p:cNvPr>
          <p:cNvSpPr txBox="1"/>
          <p:nvPr/>
        </p:nvSpPr>
        <p:spPr>
          <a:xfrm>
            <a:off x="7651150" y="2431997"/>
            <a:ext cx="94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4B5563"/>
                </a:solidFill>
                <a:latin typeface="Pretendard"/>
                <a:ea typeface="Pretendard"/>
              </a:rPr>
              <a:t>시스템 통합 및 개발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DBC15B34-F27E-44F7-A784-76B27166052E}"/>
              </a:ext>
            </a:extLst>
          </p:cNvPr>
          <p:cNvSpPr txBox="1"/>
          <p:nvPr/>
        </p:nvSpPr>
        <p:spPr>
          <a:xfrm>
            <a:off x="9898990" y="2232557"/>
            <a:ext cx="678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b="1">
                <a:solidFill>
                  <a:srgbClr val="1F2937"/>
                </a:solidFill>
                <a:latin typeface="Pretendard"/>
                <a:ea typeface="Pretendard"/>
              </a:rPr>
              <a:t>교육 및 지원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2F211471-7EB0-4B67-AA35-110E3646E6BC}"/>
              </a:ext>
            </a:extLst>
          </p:cNvPr>
          <p:cNvSpPr txBox="1"/>
          <p:nvPr/>
        </p:nvSpPr>
        <p:spPr>
          <a:xfrm>
            <a:off x="9840310" y="2431997"/>
            <a:ext cx="808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20">
                <a:solidFill>
                  <a:srgbClr val="4B5563"/>
                </a:solidFill>
                <a:latin typeface="Pretendard"/>
                <a:ea typeface="Pretendard"/>
              </a:rPr>
              <a:t>지속 가능한 성장</a:t>
            </a:r>
            <a:endParaRPr lang="en-US" sz="9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자유형 588">
            <a:extLst>
              <a:ext uri="{FF2B5EF4-FFF2-40B4-BE49-F238E27FC236}">
                <a16:creationId xmlns:a16="http://schemas.microsoft.com/office/drawing/2014/main" id="{18AB2609-EC30-4A09-AC5F-945D5A7B0290}"/>
              </a:ext>
            </a:extLst>
          </p:cNvPr>
          <p:cNvSpPr/>
          <p:nvPr/>
        </p:nvSpPr>
        <p:spPr>
          <a:xfrm>
            <a:off x="1043698" y="3145383"/>
            <a:ext cx="3283564" cy="2005920"/>
          </a:xfrm>
          <a:custGeom>
            <a:avLst/>
            <a:gdLst/>
            <a:ahLst/>
            <a:cxnLst/>
            <a:rect l="0" t="0" r="r" b="b"/>
            <a:pathLst>
              <a:path w="8613" h="5572">
                <a:moveTo>
                  <a:pt x="0" y="53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5"/>
                </a:cubicBezTo>
                <a:cubicBezTo>
                  <a:pt x="14" y="103"/>
                  <a:pt x="19" y="93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427" y="0"/>
                </a:lnTo>
                <a:cubicBezTo>
                  <a:pt x="8440" y="0"/>
                  <a:pt x="8452" y="1"/>
                  <a:pt x="8464" y="4"/>
                </a:cubicBezTo>
                <a:cubicBezTo>
                  <a:pt x="8476" y="6"/>
                  <a:pt x="8487" y="9"/>
                  <a:pt x="8499" y="14"/>
                </a:cubicBezTo>
                <a:cubicBezTo>
                  <a:pt x="8510" y="19"/>
                  <a:pt x="8521" y="24"/>
                  <a:pt x="8531" y="31"/>
                </a:cubicBezTo>
                <a:cubicBezTo>
                  <a:pt x="8541" y="38"/>
                  <a:pt x="8550" y="46"/>
                  <a:pt x="8559" y="54"/>
                </a:cubicBezTo>
                <a:cubicBezTo>
                  <a:pt x="8567" y="63"/>
                  <a:pt x="8575" y="72"/>
                  <a:pt x="8582" y="82"/>
                </a:cubicBezTo>
                <a:cubicBezTo>
                  <a:pt x="8589" y="93"/>
                  <a:pt x="8594" y="103"/>
                  <a:pt x="8599" y="115"/>
                </a:cubicBezTo>
                <a:cubicBezTo>
                  <a:pt x="8604" y="126"/>
                  <a:pt x="8607" y="137"/>
                  <a:pt x="8610" y="149"/>
                </a:cubicBezTo>
                <a:cubicBezTo>
                  <a:pt x="8612" y="161"/>
                  <a:pt x="8613" y="173"/>
                  <a:pt x="8613" y="186"/>
                </a:cubicBezTo>
                <a:lnTo>
                  <a:pt x="8613" y="5386"/>
                </a:lnTo>
                <a:cubicBezTo>
                  <a:pt x="8613" y="5399"/>
                  <a:pt x="8612" y="5411"/>
                  <a:pt x="8610" y="5423"/>
                </a:cubicBezTo>
                <a:cubicBezTo>
                  <a:pt x="8607" y="5435"/>
                  <a:pt x="8604" y="5446"/>
                  <a:pt x="8599" y="5457"/>
                </a:cubicBezTo>
                <a:cubicBezTo>
                  <a:pt x="8594" y="5469"/>
                  <a:pt x="8589" y="5479"/>
                  <a:pt x="8582" y="5490"/>
                </a:cubicBezTo>
                <a:cubicBezTo>
                  <a:pt x="8575" y="5500"/>
                  <a:pt x="8567" y="5509"/>
                  <a:pt x="8559" y="5518"/>
                </a:cubicBezTo>
                <a:cubicBezTo>
                  <a:pt x="8550" y="5526"/>
                  <a:pt x="8541" y="5534"/>
                  <a:pt x="8531" y="5541"/>
                </a:cubicBezTo>
                <a:cubicBezTo>
                  <a:pt x="8521" y="5548"/>
                  <a:pt x="8510" y="5553"/>
                  <a:pt x="8499" y="5558"/>
                </a:cubicBezTo>
                <a:cubicBezTo>
                  <a:pt x="8487" y="5563"/>
                  <a:pt x="8476" y="5566"/>
                  <a:pt x="8464" y="5569"/>
                </a:cubicBezTo>
                <a:cubicBezTo>
                  <a:pt x="8452" y="5571"/>
                  <a:pt x="8440" y="5572"/>
                  <a:pt x="8427" y="5572"/>
                </a:cubicBezTo>
                <a:lnTo>
                  <a:pt x="139" y="5572"/>
                </a:lnTo>
                <a:cubicBezTo>
                  <a:pt x="130" y="5572"/>
                  <a:pt x="121" y="5571"/>
                  <a:pt x="112" y="5569"/>
                </a:cubicBezTo>
                <a:cubicBezTo>
                  <a:pt x="103" y="5566"/>
                  <a:pt x="95" y="5563"/>
                  <a:pt x="86" y="5558"/>
                </a:cubicBezTo>
                <a:cubicBezTo>
                  <a:pt x="78" y="5553"/>
                  <a:pt x="70" y="5548"/>
                  <a:pt x="62" y="5541"/>
                </a:cubicBezTo>
                <a:cubicBezTo>
                  <a:pt x="54" y="5534"/>
                  <a:pt x="47" y="5526"/>
                  <a:pt x="41" y="5518"/>
                </a:cubicBezTo>
                <a:cubicBezTo>
                  <a:pt x="34" y="5509"/>
                  <a:pt x="29" y="5500"/>
                  <a:pt x="24" y="5490"/>
                </a:cubicBezTo>
                <a:cubicBezTo>
                  <a:pt x="19" y="5479"/>
                  <a:pt x="14" y="5469"/>
                  <a:pt x="11" y="5457"/>
                </a:cubicBezTo>
                <a:cubicBezTo>
                  <a:pt x="7" y="5446"/>
                  <a:pt x="5" y="5435"/>
                  <a:pt x="3" y="5423"/>
                </a:cubicBezTo>
                <a:cubicBezTo>
                  <a:pt x="1" y="5411"/>
                  <a:pt x="0" y="5399"/>
                  <a:pt x="0" y="53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자유형 589">
            <a:extLst>
              <a:ext uri="{FF2B5EF4-FFF2-40B4-BE49-F238E27FC236}">
                <a16:creationId xmlns:a16="http://schemas.microsoft.com/office/drawing/2014/main" id="{E8CAD52C-36F1-40BC-A527-2966D07BD72B}"/>
              </a:ext>
            </a:extLst>
          </p:cNvPr>
          <p:cNvSpPr/>
          <p:nvPr/>
        </p:nvSpPr>
        <p:spPr>
          <a:xfrm>
            <a:off x="1027138" y="3145383"/>
            <a:ext cx="66960" cy="2005920"/>
          </a:xfrm>
          <a:custGeom>
            <a:avLst/>
            <a:gdLst/>
            <a:ahLst/>
            <a:cxnLst/>
            <a:rect l="0" t="0" r="r" b="b"/>
            <a:pathLst>
              <a:path w="186" h="5572">
                <a:moveTo>
                  <a:pt x="0" y="0"/>
                </a:moveTo>
                <a:lnTo>
                  <a:pt x="186" y="0"/>
                </a:lnTo>
                <a:lnTo>
                  <a:pt x="186" y="5572"/>
                </a:lnTo>
                <a:lnTo>
                  <a:pt x="0" y="5572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77" name="그림 976">
            <a:extLst>
              <a:ext uri="{FF2B5EF4-FFF2-40B4-BE49-F238E27FC236}">
                <a16:creationId xmlns:a16="http://schemas.microsoft.com/office/drawing/2014/main" id="{84E6658A-55F2-43C1-986C-8DEBD1D556D4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1261138" y="3346263"/>
            <a:ext cx="1918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8" name="자유형 591">
            <a:extLst>
              <a:ext uri="{FF2B5EF4-FFF2-40B4-BE49-F238E27FC236}">
                <a16:creationId xmlns:a16="http://schemas.microsoft.com/office/drawing/2014/main" id="{9A283CD1-F33F-4E06-864B-DEDF7D3DFAE5}"/>
              </a:ext>
            </a:extLst>
          </p:cNvPr>
          <p:cNvSpPr/>
          <p:nvPr/>
        </p:nvSpPr>
        <p:spPr>
          <a:xfrm>
            <a:off x="1586938" y="3646863"/>
            <a:ext cx="401400" cy="33840"/>
          </a:xfrm>
          <a:custGeom>
            <a:avLst/>
            <a:gdLst/>
            <a:ahLst/>
            <a:cxnLst/>
            <a:rect l="0" t="0" r="r" b="b"/>
            <a:pathLst>
              <a:path w="1115" h="94">
                <a:moveTo>
                  <a:pt x="0" y="0"/>
                </a:moveTo>
                <a:lnTo>
                  <a:pt x="1115" y="0"/>
                </a:lnTo>
                <a:lnTo>
                  <a:pt x="1115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79" name="그림 978">
            <a:extLst>
              <a:ext uri="{FF2B5EF4-FFF2-40B4-BE49-F238E27FC236}">
                <a16:creationId xmlns:a16="http://schemas.microsoft.com/office/drawing/2014/main" id="{D1158B47-5DA8-482B-8202-7146C2C22618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1261138" y="398130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0" name="TextBox 979">
            <a:extLst>
              <a:ext uri="{FF2B5EF4-FFF2-40B4-BE49-F238E27FC236}">
                <a16:creationId xmlns:a16="http://schemas.microsoft.com/office/drawing/2014/main" id="{2D217743-BDCC-4777-8343-151923D4706B}"/>
              </a:ext>
            </a:extLst>
          </p:cNvPr>
          <p:cNvSpPr txBox="1"/>
          <p:nvPr/>
        </p:nvSpPr>
        <p:spPr>
          <a:xfrm>
            <a:off x="1587298" y="3366423"/>
            <a:ext cx="16041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320" b="1">
                <a:solidFill>
                  <a:srgbClr val="1F2937"/>
                </a:solidFill>
                <a:latin typeface="Pretendard"/>
                <a:ea typeface="Pretendard"/>
              </a:rPr>
              <a:t>요구사항 분석 및 </a:t>
            </a:r>
            <a:r>
              <a:rPr lang="en-US" sz="1320" b="1">
                <a:solidFill>
                  <a:srgbClr val="1F2937"/>
                </a:solidFill>
                <a:latin typeface="Pretendard"/>
                <a:ea typeface="Pretendard"/>
              </a:rPr>
              <a:t>PoC</a:t>
            </a:r>
            <a:endParaRPr lang="en-US" sz="13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TextBox 980">
            <a:extLst>
              <a:ext uri="{FF2B5EF4-FFF2-40B4-BE49-F238E27FC236}">
                <a16:creationId xmlns:a16="http://schemas.microsoft.com/office/drawing/2014/main" id="{F03E297B-593D-4319-A9EE-55E26D8F5C22}"/>
              </a:ext>
            </a:extLst>
          </p:cNvPr>
          <p:cNvSpPr txBox="1"/>
          <p:nvPr/>
        </p:nvSpPr>
        <p:spPr>
          <a:xfrm>
            <a:off x="1461658" y="3934827"/>
            <a:ext cx="2531455" cy="3915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60"/>
              </a:lnSpc>
            </a:pP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비즈니스 현황과 목표를 분석하여 최우선 </a:t>
            </a:r>
            <a:r>
              <a:rPr lang="en-US" sz="1050" dirty="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도</a:t>
            </a:r>
            <a:r>
              <a:rPr lang="zh-CN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입 과제 도출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82" name="그림 981">
            <a:extLst>
              <a:ext uri="{FF2B5EF4-FFF2-40B4-BE49-F238E27FC236}">
                <a16:creationId xmlns:a16="http://schemas.microsoft.com/office/drawing/2014/main" id="{EB6246B4-16EF-42CE-B6C5-EC52B2CF1CA4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1261138" y="448278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3" name="그림 982">
            <a:extLst>
              <a:ext uri="{FF2B5EF4-FFF2-40B4-BE49-F238E27FC236}">
                <a16:creationId xmlns:a16="http://schemas.microsoft.com/office/drawing/2014/main" id="{AFE1048F-430F-44F3-8BFA-DCCAE2F1AC70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1261138" y="478338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4" name="TextBox 983">
            <a:extLst>
              <a:ext uri="{FF2B5EF4-FFF2-40B4-BE49-F238E27FC236}">
                <a16:creationId xmlns:a16="http://schemas.microsoft.com/office/drawing/2014/main" id="{46EAE132-0076-4A3A-A28B-C405E62DDCA1}"/>
              </a:ext>
            </a:extLst>
          </p:cNvPr>
          <p:cNvSpPr txBox="1"/>
          <p:nvPr/>
        </p:nvSpPr>
        <p:spPr>
          <a:xfrm>
            <a:off x="1461658" y="4467303"/>
            <a:ext cx="2585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개념 증명</a:t>
            </a:r>
            <a:r>
              <a:rPr lang="en-US" sz="1050">
                <a:solidFill>
                  <a:srgbClr val="374151"/>
                </a:solidFill>
                <a:latin typeface="Pretendard"/>
                <a:ea typeface="Pretendard"/>
              </a:rPr>
              <a:t>(PoC)</a:t>
            </a:r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을 통한 기술 효용성 사전 검증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자유형 600">
            <a:extLst>
              <a:ext uri="{FF2B5EF4-FFF2-40B4-BE49-F238E27FC236}">
                <a16:creationId xmlns:a16="http://schemas.microsoft.com/office/drawing/2014/main" id="{B995DB1F-D302-4FD4-9FF5-775E44E29FAA}"/>
              </a:ext>
            </a:extLst>
          </p:cNvPr>
          <p:cNvSpPr/>
          <p:nvPr/>
        </p:nvSpPr>
        <p:spPr>
          <a:xfrm>
            <a:off x="4519500" y="3145383"/>
            <a:ext cx="3109320" cy="2005920"/>
          </a:xfrm>
          <a:custGeom>
            <a:avLst/>
            <a:gdLst/>
            <a:ahLst/>
            <a:cxnLst/>
            <a:rect l="0" t="0" r="r" b="b"/>
            <a:pathLst>
              <a:path w="8637" h="5572">
                <a:moveTo>
                  <a:pt x="0" y="53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8" y="126"/>
                  <a:pt x="11" y="115"/>
                </a:cubicBezTo>
                <a:cubicBezTo>
                  <a:pt x="15" y="103"/>
                  <a:pt x="19" y="93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8451" y="0"/>
                </a:lnTo>
                <a:cubicBezTo>
                  <a:pt x="8463" y="0"/>
                  <a:pt x="8475" y="1"/>
                  <a:pt x="8487" y="4"/>
                </a:cubicBezTo>
                <a:cubicBezTo>
                  <a:pt x="8499" y="6"/>
                  <a:pt x="8511" y="9"/>
                  <a:pt x="8522" y="14"/>
                </a:cubicBezTo>
                <a:cubicBezTo>
                  <a:pt x="8533" y="19"/>
                  <a:pt x="8544" y="24"/>
                  <a:pt x="8554" y="31"/>
                </a:cubicBezTo>
                <a:cubicBezTo>
                  <a:pt x="8564" y="38"/>
                  <a:pt x="8574" y="46"/>
                  <a:pt x="8582" y="54"/>
                </a:cubicBezTo>
                <a:cubicBezTo>
                  <a:pt x="8591" y="63"/>
                  <a:pt x="8599" y="72"/>
                  <a:pt x="8605" y="82"/>
                </a:cubicBezTo>
                <a:cubicBezTo>
                  <a:pt x="8612" y="93"/>
                  <a:pt x="8618" y="103"/>
                  <a:pt x="8623" y="115"/>
                </a:cubicBezTo>
                <a:cubicBezTo>
                  <a:pt x="8627" y="126"/>
                  <a:pt x="8631" y="137"/>
                  <a:pt x="8633" y="149"/>
                </a:cubicBezTo>
                <a:cubicBezTo>
                  <a:pt x="8636" y="161"/>
                  <a:pt x="8637" y="173"/>
                  <a:pt x="8637" y="186"/>
                </a:cubicBezTo>
                <a:lnTo>
                  <a:pt x="8637" y="5386"/>
                </a:lnTo>
                <a:cubicBezTo>
                  <a:pt x="8637" y="5399"/>
                  <a:pt x="8636" y="5411"/>
                  <a:pt x="8633" y="5423"/>
                </a:cubicBezTo>
                <a:cubicBezTo>
                  <a:pt x="8631" y="5435"/>
                  <a:pt x="8627" y="5446"/>
                  <a:pt x="8623" y="5457"/>
                </a:cubicBezTo>
                <a:cubicBezTo>
                  <a:pt x="8618" y="5469"/>
                  <a:pt x="8612" y="5479"/>
                  <a:pt x="8605" y="5490"/>
                </a:cubicBezTo>
                <a:cubicBezTo>
                  <a:pt x="8599" y="5500"/>
                  <a:pt x="8591" y="5509"/>
                  <a:pt x="8582" y="5518"/>
                </a:cubicBezTo>
                <a:cubicBezTo>
                  <a:pt x="8574" y="5526"/>
                  <a:pt x="8564" y="5534"/>
                  <a:pt x="8554" y="5541"/>
                </a:cubicBezTo>
                <a:cubicBezTo>
                  <a:pt x="8544" y="5548"/>
                  <a:pt x="8533" y="5553"/>
                  <a:pt x="8522" y="5558"/>
                </a:cubicBezTo>
                <a:cubicBezTo>
                  <a:pt x="8511" y="5563"/>
                  <a:pt x="8499" y="5566"/>
                  <a:pt x="8487" y="5569"/>
                </a:cubicBezTo>
                <a:cubicBezTo>
                  <a:pt x="8475" y="5571"/>
                  <a:pt x="8463" y="5572"/>
                  <a:pt x="8451" y="5572"/>
                </a:cubicBezTo>
                <a:lnTo>
                  <a:pt x="140" y="5572"/>
                </a:lnTo>
                <a:cubicBezTo>
                  <a:pt x="131" y="5572"/>
                  <a:pt x="122" y="5571"/>
                  <a:pt x="113" y="5569"/>
                </a:cubicBezTo>
                <a:cubicBezTo>
                  <a:pt x="104" y="5566"/>
                  <a:pt x="95" y="5563"/>
                  <a:pt x="86" y="5558"/>
                </a:cubicBezTo>
                <a:cubicBezTo>
                  <a:pt x="78" y="5553"/>
                  <a:pt x="70" y="5548"/>
                  <a:pt x="62" y="5541"/>
                </a:cubicBezTo>
                <a:cubicBezTo>
                  <a:pt x="55" y="5534"/>
                  <a:pt x="48" y="5526"/>
                  <a:pt x="41" y="5518"/>
                </a:cubicBezTo>
                <a:cubicBezTo>
                  <a:pt x="35" y="5509"/>
                  <a:pt x="29" y="5500"/>
                  <a:pt x="24" y="5490"/>
                </a:cubicBezTo>
                <a:cubicBezTo>
                  <a:pt x="19" y="5479"/>
                  <a:pt x="15" y="5469"/>
                  <a:pt x="11" y="5457"/>
                </a:cubicBezTo>
                <a:cubicBezTo>
                  <a:pt x="8" y="5446"/>
                  <a:pt x="5" y="5435"/>
                  <a:pt x="3" y="5423"/>
                </a:cubicBezTo>
                <a:cubicBezTo>
                  <a:pt x="1" y="5411"/>
                  <a:pt x="0" y="5399"/>
                  <a:pt x="0" y="53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자유형 601">
            <a:extLst>
              <a:ext uri="{FF2B5EF4-FFF2-40B4-BE49-F238E27FC236}">
                <a16:creationId xmlns:a16="http://schemas.microsoft.com/office/drawing/2014/main" id="{47800AEB-B997-4C0F-8AF4-C4024546B66A}"/>
              </a:ext>
            </a:extLst>
          </p:cNvPr>
          <p:cNvSpPr/>
          <p:nvPr/>
        </p:nvSpPr>
        <p:spPr>
          <a:xfrm>
            <a:off x="4502940" y="3145383"/>
            <a:ext cx="67320" cy="2005920"/>
          </a:xfrm>
          <a:custGeom>
            <a:avLst/>
            <a:gdLst/>
            <a:ahLst/>
            <a:cxnLst/>
            <a:rect l="0" t="0" r="r" b="b"/>
            <a:pathLst>
              <a:path w="187" h="5572">
                <a:moveTo>
                  <a:pt x="0" y="0"/>
                </a:moveTo>
                <a:lnTo>
                  <a:pt x="187" y="0"/>
                </a:lnTo>
                <a:lnTo>
                  <a:pt x="187" y="5572"/>
                </a:lnTo>
                <a:lnTo>
                  <a:pt x="0" y="5572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87" name="그림 986">
            <a:extLst>
              <a:ext uri="{FF2B5EF4-FFF2-40B4-BE49-F238E27FC236}">
                <a16:creationId xmlns:a16="http://schemas.microsoft.com/office/drawing/2014/main" id="{4BF7C3E9-FC8B-4D2A-AF71-AE361B1DC2B0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4736940" y="3346263"/>
            <a:ext cx="2836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8" name="자유형 603">
            <a:extLst>
              <a:ext uri="{FF2B5EF4-FFF2-40B4-BE49-F238E27FC236}">
                <a16:creationId xmlns:a16="http://schemas.microsoft.com/office/drawing/2014/main" id="{DBE54BD4-E9CC-418E-90D6-4F3F3865DE14}"/>
              </a:ext>
            </a:extLst>
          </p:cNvPr>
          <p:cNvSpPr/>
          <p:nvPr/>
        </p:nvSpPr>
        <p:spPr>
          <a:xfrm>
            <a:off x="5154900" y="3646863"/>
            <a:ext cx="401400" cy="33840"/>
          </a:xfrm>
          <a:custGeom>
            <a:avLst/>
            <a:gdLst/>
            <a:ahLst/>
            <a:cxnLst/>
            <a:rect l="0" t="0" r="r" b="b"/>
            <a:pathLst>
              <a:path w="1115" h="94">
                <a:moveTo>
                  <a:pt x="0" y="0"/>
                </a:moveTo>
                <a:lnTo>
                  <a:pt x="1115" y="0"/>
                </a:lnTo>
                <a:lnTo>
                  <a:pt x="1115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759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9" name="TextBox 988">
            <a:extLst>
              <a:ext uri="{FF2B5EF4-FFF2-40B4-BE49-F238E27FC236}">
                <a16:creationId xmlns:a16="http://schemas.microsoft.com/office/drawing/2014/main" id="{4078E355-70E2-4C2C-A2CF-9E5898BE4217}"/>
              </a:ext>
            </a:extLst>
          </p:cNvPr>
          <p:cNvSpPr txBox="1"/>
          <p:nvPr/>
        </p:nvSpPr>
        <p:spPr>
          <a:xfrm>
            <a:off x="1461658" y="4767903"/>
            <a:ext cx="1989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현재 </a:t>
            </a:r>
            <a:r>
              <a:rPr lang="en-US" sz="1050">
                <a:solidFill>
                  <a:srgbClr val="374151"/>
                </a:solidFill>
                <a:latin typeface="Pretendard"/>
                <a:ea typeface="Pretendard"/>
              </a:rPr>
              <a:t>IT </a:t>
            </a:r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인프라 및 데이터 자산 평가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90" name="그림 989">
            <a:extLst>
              <a:ext uri="{FF2B5EF4-FFF2-40B4-BE49-F238E27FC236}">
                <a16:creationId xmlns:a16="http://schemas.microsoft.com/office/drawing/2014/main" id="{AC2FD7EE-07FA-419A-B780-8A3BC98269E3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4736940" y="398130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1" name="TextBox 990">
            <a:extLst>
              <a:ext uri="{FF2B5EF4-FFF2-40B4-BE49-F238E27FC236}">
                <a16:creationId xmlns:a16="http://schemas.microsoft.com/office/drawing/2014/main" id="{6A4BF885-9670-4A4A-8D79-814A8F947ACF}"/>
              </a:ext>
            </a:extLst>
          </p:cNvPr>
          <p:cNvSpPr txBox="1"/>
          <p:nvPr/>
        </p:nvSpPr>
        <p:spPr>
          <a:xfrm>
            <a:off x="5157780" y="3366423"/>
            <a:ext cx="18493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320" b="1">
                <a:solidFill>
                  <a:srgbClr val="1F2937"/>
                </a:solidFill>
                <a:latin typeface="Pretendard"/>
                <a:ea typeface="Pretendard"/>
              </a:rPr>
              <a:t>맞춤형 솔루션 설계 및 구축</a:t>
            </a:r>
            <a:endParaRPr lang="en-US" sz="132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92" name="그림 991">
            <a:extLst>
              <a:ext uri="{FF2B5EF4-FFF2-40B4-BE49-F238E27FC236}">
                <a16:creationId xmlns:a16="http://schemas.microsoft.com/office/drawing/2014/main" id="{103DA2D8-DE02-4D22-9AAA-B59A272AFA65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4736940" y="428190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3" name="TextBox 992">
            <a:extLst>
              <a:ext uri="{FF2B5EF4-FFF2-40B4-BE49-F238E27FC236}">
                <a16:creationId xmlns:a16="http://schemas.microsoft.com/office/drawing/2014/main" id="{5030B8EA-0C55-45A7-94CF-CF172338FC58}"/>
              </a:ext>
            </a:extLst>
          </p:cNvPr>
          <p:cNvSpPr txBox="1"/>
          <p:nvPr/>
        </p:nvSpPr>
        <p:spPr>
          <a:xfrm>
            <a:off x="4940340" y="3965823"/>
            <a:ext cx="265457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요구사항 바탕으로 최적의 </a:t>
            </a:r>
            <a:r>
              <a:rPr lang="en-US" sz="1050" dirty="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아키텍처 설계</a:t>
            </a:r>
            <a:endParaRPr lang="en-US" sz="105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94" name="그림 993">
            <a:extLst>
              <a:ext uri="{FF2B5EF4-FFF2-40B4-BE49-F238E27FC236}">
                <a16:creationId xmlns:a16="http://schemas.microsoft.com/office/drawing/2014/main" id="{07F388DD-5270-427A-839C-38B6EA59367B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4736940" y="458286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5" name="TextBox 994">
            <a:extLst>
              <a:ext uri="{FF2B5EF4-FFF2-40B4-BE49-F238E27FC236}">
                <a16:creationId xmlns:a16="http://schemas.microsoft.com/office/drawing/2014/main" id="{51A0B55B-5F50-4E13-BDD8-2BF9A40B36E9}"/>
              </a:ext>
            </a:extLst>
          </p:cNvPr>
          <p:cNvSpPr txBox="1"/>
          <p:nvPr/>
        </p:nvSpPr>
        <p:spPr>
          <a:xfrm>
            <a:off x="4940340" y="4266783"/>
            <a:ext cx="2125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기존 시스템과의 유연한 통합 방안 제시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2881A517-695E-45CD-9E7D-D533EC02CFAD}"/>
              </a:ext>
            </a:extLst>
          </p:cNvPr>
          <p:cNvSpPr txBox="1"/>
          <p:nvPr/>
        </p:nvSpPr>
        <p:spPr>
          <a:xfrm>
            <a:off x="4940341" y="4536388"/>
            <a:ext cx="2629440" cy="3901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60"/>
              </a:lnSpc>
            </a:pPr>
            <a:r>
              <a:rPr lang="zh-CN" altLang="en-US" sz="1050" dirty="0">
                <a:solidFill>
                  <a:srgbClr val="374151"/>
                </a:solidFill>
                <a:latin typeface="Pretendard"/>
                <a:ea typeface="Pretendard"/>
              </a:rPr>
              <a:t>도커 기반 온프레미스 또는 프라이빗 클라우드</a:t>
            </a:r>
            <a:r>
              <a:rPr lang="en-US" altLang="zh-CN" sz="1050" dirty="0">
                <a:solidFill>
                  <a:srgbClr val="374151"/>
                </a:solidFill>
                <a:latin typeface="Pretendard"/>
                <a:ea typeface="Pretendard"/>
              </a:rPr>
              <a:t> </a:t>
            </a:r>
            <a:r>
              <a:rPr lang="zh-CN" altLang="ko-KR" sz="1050" dirty="0">
                <a:solidFill>
                  <a:srgbClr val="374151"/>
                </a:solidFill>
                <a:latin typeface="Pretendard"/>
                <a:ea typeface="Pretendard"/>
              </a:rPr>
              <a:t>환경 구축</a:t>
            </a:r>
            <a:endParaRPr lang="en-US" altLang="ko-KR" sz="105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자유형 612">
            <a:extLst>
              <a:ext uri="{FF2B5EF4-FFF2-40B4-BE49-F238E27FC236}">
                <a16:creationId xmlns:a16="http://schemas.microsoft.com/office/drawing/2014/main" id="{DF0CAF21-C325-466C-BAA0-141F15091855}"/>
              </a:ext>
            </a:extLst>
          </p:cNvPr>
          <p:cNvSpPr/>
          <p:nvPr/>
        </p:nvSpPr>
        <p:spPr>
          <a:xfrm>
            <a:off x="7821058" y="3145383"/>
            <a:ext cx="3343804" cy="2005920"/>
          </a:xfrm>
          <a:custGeom>
            <a:avLst/>
            <a:gdLst/>
            <a:ahLst/>
            <a:cxnLst/>
            <a:rect l="0" t="0" r="r" b="b"/>
            <a:pathLst>
              <a:path w="8613" h="5572">
                <a:moveTo>
                  <a:pt x="0" y="53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6"/>
                  <a:pt x="11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427" y="0"/>
                </a:lnTo>
                <a:cubicBezTo>
                  <a:pt x="8439" y="0"/>
                  <a:pt x="8452" y="1"/>
                  <a:pt x="8464" y="4"/>
                </a:cubicBezTo>
                <a:cubicBezTo>
                  <a:pt x="8475" y="6"/>
                  <a:pt x="8487" y="9"/>
                  <a:pt x="8498" y="14"/>
                </a:cubicBezTo>
                <a:cubicBezTo>
                  <a:pt x="8510" y="19"/>
                  <a:pt x="8520" y="24"/>
                  <a:pt x="8530" y="31"/>
                </a:cubicBezTo>
                <a:cubicBezTo>
                  <a:pt x="8541" y="38"/>
                  <a:pt x="8550" y="46"/>
                  <a:pt x="8559" y="54"/>
                </a:cubicBezTo>
                <a:cubicBezTo>
                  <a:pt x="8567" y="63"/>
                  <a:pt x="8575" y="72"/>
                  <a:pt x="8582" y="82"/>
                </a:cubicBezTo>
                <a:cubicBezTo>
                  <a:pt x="8588" y="93"/>
                  <a:pt x="8594" y="103"/>
                  <a:pt x="8599" y="115"/>
                </a:cubicBezTo>
                <a:cubicBezTo>
                  <a:pt x="8604" y="126"/>
                  <a:pt x="8607" y="137"/>
                  <a:pt x="8609" y="149"/>
                </a:cubicBezTo>
                <a:cubicBezTo>
                  <a:pt x="8612" y="161"/>
                  <a:pt x="8613" y="173"/>
                  <a:pt x="8613" y="186"/>
                </a:cubicBezTo>
                <a:lnTo>
                  <a:pt x="8613" y="5386"/>
                </a:lnTo>
                <a:cubicBezTo>
                  <a:pt x="8613" y="5399"/>
                  <a:pt x="8612" y="5411"/>
                  <a:pt x="8609" y="5423"/>
                </a:cubicBezTo>
                <a:cubicBezTo>
                  <a:pt x="8607" y="5435"/>
                  <a:pt x="8604" y="5446"/>
                  <a:pt x="8599" y="5457"/>
                </a:cubicBezTo>
                <a:cubicBezTo>
                  <a:pt x="8594" y="5469"/>
                  <a:pt x="8588" y="5479"/>
                  <a:pt x="8582" y="5490"/>
                </a:cubicBezTo>
                <a:cubicBezTo>
                  <a:pt x="8575" y="5500"/>
                  <a:pt x="8567" y="5509"/>
                  <a:pt x="8559" y="5518"/>
                </a:cubicBezTo>
                <a:cubicBezTo>
                  <a:pt x="8550" y="5526"/>
                  <a:pt x="8541" y="5534"/>
                  <a:pt x="8530" y="5541"/>
                </a:cubicBezTo>
                <a:cubicBezTo>
                  <a:pt x="8520" y="5548"/>
                  <a:pt x="8510" y="5553"/>
                  <a:pt x="8498" y="5558"/>
                </a:cubicBezTo>
                <a:cubicBezTo>
                  <a:pt x="8487" y="5563"/>
                  <a:pt x="8475" y="5566"/>
                  <a:pt x="8464" y="5569"/>
                </a:cubicBezTo>
                <a:cubicBezTo>
                  <a:pt x="8452" y="5571"/>
                  <a:pt x="8439" y="5572"/>
                  <a:pt x="8427" y="5572"/>
                </a:cubicBezTo>
                <a:lnTo>
                  <a:pt x="139" y="5572"/>
                </a:lnTo>
                <a:cubicBezTo>
                  <a:pt x="130" y="5572"/>
                  <a:pt x="121" y="5571"/>
                  <a:pt x="112" y="5569"/>
                </a:cubicBezTo>
                <a:cubicBezTo>
                  <a:pt x="103" y="5566"/>
                  <a:pt x="94" y="5563"/>
                  <a:pt x="86" y="5558"/>
                </a:cubicBezTo>
                <a:cubicBezTo>
                  <a:pt x="77" y="5553"/>
                  <a:pt x="69" y="5548"/>
                  <a:pt x="62" y="5541"/>
                </a:cubicBezTo>
                <a:cubicBezTo>
                  <a:pt x="54" y="5534"/>
                  <a:pt x="47" y="5526"/>
                  <a:pt x="41" y="5518"/>
                </a:cubicBezTo>
                <a:cubicBezTo>
                  <a:pt x="34" y="5509"/>
                  <a:pt x="28" y="5500"/>
                  <a:pt x="23" y="5490"/>
                </a:cubicBezTo>
                <a:cubicBezTo>
                  <a:pt x="18" y="5479"/>
                  <a:pt x="14" y="5469"/>
                  <a:pt x="11" y="5457"/>
                </a:cubicBezTo>
                <a:cubicBezTo>
                  <a:pt x="7" y="5446"/>
                  <a:pt x="4" y="5435"/>
                  <a:pt x="3" y="5423"/>
                </a:cubicBezTo>
                <a:cubicBezTo>
                  <a:pt x="1" y="5411"/>
                  <a:pt x="0" y="5399"/>
                  <a:pt x="0" y="53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자유형 613">
            <a:extLst>
              <a:ext uri="{FF2B5EF4-FFF2-40B4-BE49-F238E27FC236}">
                <a16:creationId xmlns:a16="http://schemas.microsoft.com/office/drawing/2014/main" id="{714DE644-B99F-4621-8903-1D83F51C48B1}"/>
              </a:ext>
            </a:extLst>
          </p:cNvPr>
          <p:cNvSpPr/>
          <p:nvPr/>
        </p:nvSpPr>
        <p:spPr>
          <a:xfrm>
            <a:off x="7804498" y="3145383"/>
            <a:ext cx="66960" cy="2005920"/>
          </a:xfrm>
          <a:custGeom>
            <a:avLst/>
            <a:gdLst/>
            <a:ahLst/>
            <a:cxnLst/>
            <a:rect l="0" t="0" r="r" b="b"/>
            <a:pathLst>
              <a:path w="186" h="5572">
                <a:moveTo>
                  <a:pt x="0" y="0"/>
                </a:moveTo>
                <a:lnTo>
                  <a:pt x="186" y="0"/>
                </a:lnTo>
                <a:lnTo>
                  <a:pt x="186" y="5572"/>
                </a:lnTo>
                <a:lnTo>
                  <a:pt x="0" y="5572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99" name="그림 998">
            <a:extLst>
              <a:ext uri="{FF2B5EF4-FFF2-40B4-BE49-F238E27FC236}">
                <a16:creationId xmlns:a16="http://schemas.microsoft.com/office/drawing/2014/main" id="{95B225B9-03F3-4765-96DF-34A6F180851A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8038498" y="3346263"/>
            <a:ext cx="31716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0" name="자유형 615">
            <a:extLst>
              <a:ext uri="{FF2B5EF4-FFF2-40B4-BE49-F238E27FC236}">
                <a16:creationId xmlns:a16="http://schemas.microsoft.com/office/drawing/2014/main" id="{C5BDF43F-7AB8-48AB-8071-627BC248E034}"/>
              </a:ext>
            </a:extLst>
          </p:cNvPr>
          <p:cNvSpPr/>
          <p:nvPr/>
        </p:nvSpPr>
        <p:spPr>
          <a:xfrm>
            <a:off x="8489578" y="3646863"/>
            <a:ext cx="401400" cy="33840"/>
          </a:xfrm>
          <a:custGeom>
            <a:avLst/>
            <a:gdLst/>
            <a:ahLst/>
            <a:cxnLst/>
            <a:rect l="0" t="0" r="r" b="b"/>
            <a:pathLst>
              <a:path w="1115" h="94">
                <a:moveTo>
                  <a:pt x="0" y="0"/>
                </a:moveTo>
                <a:lnTo>
                  <a:pt x="1115" y="0"/>
                </a:lnTo>
                <a:lnTo>
                  <a:pt x="1115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CA3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1" name="TextBox 1000">
            <a:extLst>
              <a:ext uri="{FF2B5EF4-FFF2-40B4-BE49-F238E27FC236}">
                <a16:creationId xmlns:a16="http://schemas.microsoft.com/office/drawing/2014/main" id="{E57D586B-1157-45FA-973C-AEB89ECF0D3F}"/>
              </a:ext>
            </a:extLst>
          </p:cNvPr>
          <p:cNvSpPr txBox="1"/>
          <p:nvPr/>
        </p:nvSpPr>
        <p:spPr>
          <a:xfrm>
            <a:off x="8487058" y="3366423"/>
            <a:ext cx="11944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320" b="1">
                <a:solidFill>
                  <a:srgbClr val="1F2937"/>
                </a:solidFill>
                <a:latin typeface="Pretendard"/>
                <a:ea typeface="Pretendard"/>
              </a:rPr>
              <a:t>교육 및 기술 지원</a:t>
            </a:r>
            <a:endParaRPr lang="en-US" sz="132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TextBox 1001">
            <a:extLst>
              <a:ext uri="{FF2B5EF4-FFF2-40B4-BE49-F238E27FC236}">
                <a16:creationId xmlns:a16="http://schemas.microsoft.com/office/drawing/2014/main" id="{F62696BD-3CD3-4BE0-A092-EDE946886649}"/>
              </a:ext>
            </a:extLst>
          </p:cNvPr>
          <p:cNvSpPr txBox="1"/>
          <p:nvPr/>
        </p:nvSpPr>
        <p:spPr>
          <a:xfrm>
            <a:off x="8236138" y="3965823"/>
            <a:ext cx="2645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임직원 대상 맞춤형 </a:t>
            </a:r>
            <a:r>
              <a:rPr lang="en-US" sz="105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활용 교육 프로그램 제공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TextBox 1002">
            <a:extLst>
              <a:ext uri="{FF2B5EF4-FFF2-40B4-BE49-F238E27FC236}">
                <a16:creationId xmlns:a16="http://schemas.microsoft.com/office/drawing/2014/main" id="{A1F4C713-8181-4B6E-BA47-D3130F72542B}"/>
              </a:ext>
            </a:extLst>
          </p:cNvPr>
          <p:cNvSpPr txBox="1"/>
          <p:nvPr/>
        </p:nvSpPr>
        <p:spPr>
          <a:xfrm>
            <a:off x="8236138" y="4266783"/>
            <a:ext cx="2525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전담 기술팀의 지속적인 유지보수 및 기술 지원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TextBox 1003">
            <a:extLst>
              <a:ext uri="{FF2B5EF4-FFF2-40B4-BE49-F238E27FC236}">
                <a16:creationId xmlns:a16="http://schemas.microsoft.com/office/drawing/2014/main" id="{6D35E9AF-6E62-45CF-A5D2-2AE5ACC213F2}"/>
              </a:ext>
            </a:extLst>
          </p:cNvPr>
          <p:cNvSpPr txBox="1"/>
          <p:nvPr/>
        </p:nvSpPr>
        <p:spPr>
          <a:xfrm>
            <a:off x="8236138" y="4567383"/>
            <a:ext cx="2398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사용자 피드백 기반 </a:t>
            </a:r>
            <a:r>
              <a:rPr lang="en-US" sz="1050">
                <a:solidFill>
                  <a:srgbClr val="374151"/>
                </a:solidFill>
                <a:latin typeface="Pretendard"/>
                <a:ea typeface="Pretendard"/>
              </a:rPr>
              <a:t>AI </a:t>
            </a:r>
            <a:r>
              <a:rPr lang="zh-CN" altLang="en-US" sz="1050">
                <a:solidFill>
                  <a:srgbClr val="374151"/>
                </a:solidFill>
                <a:latin typeface="Pretendard"/>
                <a:ea typeface="Pretendard"/>
              </a:rPr>
              <a:t>모델 성능 지속 개선</a:t>
            </a:r>
            <a:endParaRPr lang="en-US" sz="105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33" name="그림 1032">
            <a:extLst>
              <a:ext uri="{FF2B5EF4-FFF2-40B4-BE49-F238E27FC236}">
                <a16:creationId xmlns:a16="http://schemas.microsoft.com/office/drawing/2014/main" id="{335B7DCD-8F2B-4959-B33F-C9FA604573CD}"/>
              </a:ext>
            </a:extLst>
          </p:cNvPr>
          <p:cNvPicPr/>
          <p:nvPr/>
        </p:nvPicPr>
        <p:blipFill>
          <a:blip r:embed="rId12"/>
          <a:stretch/>
        </p:blipFill>
        <p:spPr>
          <a:xfrm>
            <a:off x="8038498" y="3980125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4" name="그림 1033">
            <a:extLst>
              <a:ext uri="{FF2B5EF4-FFF2-40B4-BE49-F238E27FC236}">
                <a16:creationId xmlns:a16="http://schemas.microsoft.com/office/drawing/2014/main" id="{148AD24D-8CE4-4EF6-BFE4-A8747E9679AE}"/>
              </a:ext>
            </a:extLst>
          </p:cNvPr>
          <p:cNvPicPr/>
          <p:nvPr/>
        </p:nvPicPr>
        <p:blipFill>
          <a:blip r:embed="rId12"/>
          <a:stretch/>
        </p:blipFill>
        <p:spPr>
          <a:xfrm>
            <a:off x="8041738" y="4281903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5" name="그림 1034">
            <a:extLst>
              <a:ext uri="{FF2B5EF4-FFF2-40B4-BE49-F238E27FC236}">
                <a16:creationId xmlns:a16="http://schemas.microsoft.com/office/drawing/2014/main" id="{8816972E-0230-4939-AAB0-2B7A9A82A69F}"/>
              </a:ext>
            </a:extLst>
          </p:cNvPr>
          <p:cNvPicPr/>
          <p:nvPr/>
        </p:nvPicPr>
        <p:blipFill>
          <a:blip r:embed="rId12"/>
          <a:stretch/>
        </p:blipFill>
        <p:spPr>
          <a:xfrm>
            <a:off x="8041738" y="4583838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6" name="자유형 585">
            <a:extLst>
              <a:ext uri="{FF2B5EF4-FFF2-40B4-BE49-F238E27FC236}">
                <a16:creationId xmlns:a16="http://schemas.microsoft.com/office/drawing/2014/main" id="{F5875B1D-E48F-43F8-9A5B-4FD402EE558F}"/>
              </a:ext>
            </a:extLst>
          </p:cNvPr>
          <p:cNvSpPr/>
          <p:nvPr/>
        </p:nvSpPr>
        <p:spPr>
          <a:xfrm>
            <a:off x="1043698" y="5659189"/>
            <a:ext cx="10121164" cy="468360"/>
          </a:xfrm>
          <a:custGeom>
            <a:avLst/>
            <a:gdLst/>
            <a:ahLst/>
            <a:cxnLst/>
            <a:rect l="0" t="0" r="r" b="b"/>
            <a:pathLst>
              <a:path w="27439" h="1301">
                <a:moveTo>
                  <a:pt x="0" y="11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5"/>
                  <a:pt x="11" y="114"/>
                </a:cubicBezTo>
                <a:cubicBezTo>
                  <a:pt x="14" y="103"/>
                  <a:pt x="19" y="92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27253" y="0"/>
                </a:lnTo>
                <a:cubicBezTo>
                  <a:pt x="27265" y="0"/>
                  <a:pt x="27278" y="1"/>
                  <a:pt x="27290" y="3"/>
                </a:cubicBezTo>
                <a:cubicBezTo>
                  <a:pt x="27301" y="6"/>
                  <a:pt x="27313" y="9"/>
                  <a:pt x="27324" y="14"/>
                </a:cubicBezTo>
                <a:cubicBezTo>
                  <a:pt x="27336" y="18"/>
                  <a:pt x="27346" y="24"/>
                  <a:pt x="27356" y="31"/>
                </a:cubicBezTo>
                <a:cubicBezTo>
                  <a:pt x="27367" y="38"/>
                  <a:pt x="27376" y="45"/>
                  <a:pt x="27385" y="54"/>
                </a:cubicBezTo>
                <a:cubicBezTo>
                  <a:pt x="27393" y="63"/>
                  <a:pt x="27401" y="72"/>
                  <a:pt x="27408" y="82"/>
                </a:cubicBezTo>
                <a:cubicBezTo>
                  <a:pt x="27414" y="92"/>
                  <a:pt x="27420" y="103"/>
                  <a:pt x="27425" y="114"/>
                </a:cubicBezTo>
                <a:cubicBezTo>
                  <a:pt x="27430" y="125"/>
                  <a:pt x="27433" y="137"/>
                  <a:pt x="27435" y="149"/>
                </a:cubicBezTo>
                <a:cubicBezTo>
                  <a:pt x="27438" y="161"/>
                  <a:pt x="27439" y="173"/>
                  <a:pt x="27439" y="185"/>
                </a:cubicBezTo>
                <a:lnTo>
                  <a:pt x="27439" y="1115"/>
                </a:lnTo>
                <a:cubicBezTo>
                  <a:pt x="27439" y="1127"/>
                  <a:pt x="27438" y="1139"/>
                  <a:pt x="27435" y="1151"/>
                </a:cubicBezTo>
                <a:cubicBezTo>
                  <a:pt x="27433" y="1163"/>
                  <a:pt x="27430" y="1175"/>
                  <a:pt x="27425" y="1186"/>
                </a:cubicBezTo>
                <a:cubicBezTo>
                  <a:pt x="27420" y="1197"/>
                  <a:pt x="27414" y="1208"/>
                  <a:pt x="27408" y="1218"/>
                </a:cubicBezTo>
                <a:cubicBezTo>
                  <a:pt x="27401" y="1228"/>
                  <a:pt x="27393" y="1238"/>
                  <a:pt x="27385" y="1246"/>
                </a:cubicBezTo>
                <a:cubicBezTo>
                  <a:pt x="27376" y="1255"/>
                  <a:pt x="27367" y="1262"/>
                  <a:pt x="27356" y="1269"/>
                </a:cubicBezTo>
                <a:cubicBezTo>
                  <a:pt x="27346" y="1276"/>
                  <a:pt x="27336" y="1282"/>
                  <a:pt x="27324" y="1286"/>
                </a:cubicBezTo>
                <a:cubicBezTo>
                  <a:pt x="27313" y="1291"/>
                  <a:pt x="27301" y="1295"/>
                  <a:pt x="27290" y="1297"/>
                </a:cubicBezTo>
                <a:cubicBezTo>
                  <a:pt x="27278" y="1299"/>
                  <a:pt x="27265" y="1301"/>
                  <a:pt x="27253" y="1301"/>
                </a:cubicBezTo>
                <a:lnTo>
                  <a:pt x="139" y="1301"/>
                </a:lnTo>
                <a:cubicBezTo>
                  <a:pt x="130" y="1301"/>
                  <a:pt x="121" y="1299"/>
                  <a:pt x="112" y="1297"/>
                </a:cubicBezTo>
                <a:cubicBezTo>
                  <a:pt x="103" y="1295"/>
                  <a:pt x="95" y="1291"/>
                  <a:pt x="86" y="1286"/>
                </a:cubicBezTo>
                <a:cubicBezTo>
                  <a:pt x="78" y="1282"/>
                  <a:pt x="70" y="1276"/>
                  <a:pt x="62" y="1269"/>
                </a:cubicBezTo>
                <a:cubicBezTo>
                  <a:pt x="54" y="1262"/>
                  <a:pt x="47" y="1255"/>
                  <a:pt x="41" y="1246"/>
                </a:cubicBezTo>
                <a:cubicBezTo>
                  <a:pt x="34" y="1238"/>
                  <a:pt x="29" y="1228"/>
                  <a:pt x="24" y="1218"/>
                </a:cubicBezTo>
                <a:cubicBezTo>
                  <a:pt x="19" y="1208"/>
                  <a:pt x="14" y="1197"/>
                  <a:pt x="11" y="1186"/>
                </a:cubicBezTo>
                <a:cubicBezTo>
                  <a:pt x="7" y="1175"/>
                  <a:pt x="5" y="1163"/>
                  <a:pt x="3" y="1151"/>
                </a:cubicBezTo>
                <a:cubicBezTo>
                  <a:pt x="1" y="1139"/>
                  <a:pt x="0" y="1127"/>
                  <a:pt x="0" y="1115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자유형 586">
            <a:extLst>
              <a:ext uri="{FF2B5EF4-FFF2-40B4-BE49-F238E27FC236}">
                <a16:creationId xmlns:a16="http://schemas.microsoft.com/office/drawing/2014/main" id="{658170F1-0159-47E6-908D-3145BAF8E449}"/>
              </a:ext>
            </a:extLst>
          </p:cNvPr>
          <p:cNvSpPr/>
          <p:nvPr/>
        </p:nvSpPr>
        <p:spPr>
          <a:xfrm>
            <a:off x="1027138" y="5659189"/>
            <a:ext cx="66960" cy="468360"/>
          </a:xfrm>
          <a:custGeom>
            <a:avLst/>
            <a:gdLst/>
            <a:ahLst/>
            <a:cxnLst/>
            <a:rect l="0" t="0" r="r" b="b"/>
            <a:pathLst>
              <a:path w="186" h="1301">
                <a:moveTo>
                  <a:pt x="0" y="0"/>
                </a:moveTo>
                <a:lnTo>
                  <a:pt x="186" y="0"/>
                </a:lnTo>
                <a:lnTo>
                  <a:pt x="186" y="1301"/>
                </a:lnTo>
                <a:lnTo>
                  <a:pt x="0" y="1301"/>
                </a:lnTo>
                <a:lnTo>
                  <a:pt x="0" y="0"/>
                </a:ln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8" name="그림 1037">
            <a:extLst>
              <a:ext uri="{FF2B5EF4-FFF2-40B4-BE49-F238E27FC236}">
                <a16:creationId xmlns:a16="http://schemas.microsoft.com/office/drawing/2014/main" id="{89A061AB-DF54-41FC-ABA2-D56028106392}"/>
              </a:ext>
            </a:extLst>
          </p:cNvPr>
          <p:cNvPicPr/>
          <p:nvPr/>
        </p:nvPicPr>
        <p:blipFill>
          <a:blip r:embed="rId13"/>
          <a:stretch/>
        </p:blipFill>
        <p:spPr>
          <a:xfrm>
            <a:off x="1194178" y="5809669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9" name="TextBox 1038">
            <a:extLst>
              <a:ext uri="{FF2B5EF4-FFF2-40B4-BE49-F238E27FC236}">
                <a16:creationId xmlns:a16="http://schemas.microsoft.com/office/drawing/2014/main" id="{9C688307-12EE-422C-B630-01064E4E5AF6}"/>
              </a:ext>
            </a:extLst>
          </p:cNvPr>
          <p:cNvSpPr txBox="1"/>
          <p:nvPr/>
        </p:nvSpPr>
        <p:spPr>
          <a:xfrm>
            <a:off x="1419898" y="5810749"/>
            <a:ext cx="722633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050" b="0" u="none" strike="noStrike" dirty="0" err="1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이썸은</a:t>
            </a:r>
            <a:r>
              <a:rPr lang="ko-KR" altLang="en-US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단순한 기술 공급자가 아닌</a:t>
            </a:r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고객의 비즈니스 성공을 함께 고민하는 </a:t>
            </a:r>
            <a:r>
              <a:rPr lang="zh-CN" sz="1050" b="1" u="none" strike="noStrike" dirty="0">
                <a:solidFill>
                  <a:srgbClr val="1E40AF"/>
                </a:solidFill>
                <a:effectLst/>
                <a:uFillTx/>
                <a:latin typeface="Pretendard-Semi"/>
                <a:ea typeface="Pretendard-Semi"/>
              </a:rPr>
              <a:t>진정한 기술 파트너</a:t>
            </a:r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로서의 역할을 수행합니다</a:t>
            </a:r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583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995E-B163-2AD4-C1C2-FD9D490D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0B3120-F6C6-FDE5-926A-78EDA7AAA817}"/>
              </a:ext>
            </a:extLst>
          </p:cNvPr>
          <p:cNvSpPr txBox="1"/>
          <p:nvPr/>
        </p:nvSpPr>
        <p:spPr>
          <a:xfrm>
            <a:off x="480941" y="389520"/>
            <a:ext cx="4254370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>
                <a:solidFill>
                  <a:srgbClr val="1F2937"/>
                </a:solidFill>
                <a:latin typeface="Pretendard"/>
                <a:ea typeface="Pretendard"/>
              </a:rPr>
              <a:t>활용사례</a:t>
            </a:r>
            <a:r>
              <a:rPr lang="en-US" altLang="ko-KR" sz="1600" b="1">
                <a:solidFill>
                  <a:srgbClr val="1F2937"/>
                </a:solidFill>
                <a:latin typeface="Pretendard"/>
                <a:ea typeface="Pretendard"/>
              </a:rPr>
              <a:t>_</a:t>
            </a:r>
            <a:r>
              <a:rPr lang="ko-KR" altLang="en-US" sz="1600" b="1">
                <a:solidFill>
                  <a:srgbClr val="1F2937"/>
                </a:solidFill>
                <a:latin typeface="Pretendard"/>
                <a:ea typeface="Pretendard"/>
              </a:rPr>
              <a:t>사내규정 챗봇</a:t>
            </a:r>
            <a:endParaRPr lang="en-US" altLang="ko-KR" sz="2400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1ABEBDE-1E00-10EC-38DA-8F5D6E437C29}"/>
              </a:ext>
            </a:extLst>
          </p:cNvPr>
          <p:cNvGrpSpPr>
            <a:grpSpLocks noChangeAspect="1"/>
          </p:cNvGrpSpPr>
          <p:nvPr/>
        </p:nvGrpSpPr>
        <p:grpSpPr>
          <a:xfrm>
            <a:off x="628359" y="1341567"/>
            <a:ext cx="5168639" cy="5032643"/>
            <a:chOff x="480942" y="1578533"/>
            <a:chExt cx="4771891" cy="464633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80AB599-0A43-DA14-F524-1C8687A95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6275"/>
            <a:stretch>
              <a:fillRect/>
            </a:stretch>
          </p:blipFill>
          <p:spPr>
            <a:xfrm>
              <a:off x="480942" y="1578533"/>
              <a:ext cx="4614934" cy="464633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3C03F0-61DC-969D-A903-D4BE41F0ADB9}"/>
                </a:ext>
              </a:extLst>
            </p:cNvPr>
            <p:cNvSpPr/>
            <p:nvPr/>
          </p:nvSpPr>
          <p:spPr>
            <a:xfrm>
              <a:off x="637900" y="2822190"/>
              <a:ext cx="4457975" cy="284331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549B53A-77F4-06C8-48C5-45F823589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309" y="3363521"/>
              <a:ext cx="2585965" cy="2301987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87C5523-96B4-1678-B19D-09A5F22EB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535"/>
            <a:stretch>
              <a:fillRect/>
            </a:stretch>
          </p:blipFill>
          <p:spPr>
            <a:xfrm>
              <a:off x="3625910" y="1578533"/>
              <a:ext cx="1626923" cy="4646334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315BD6F2-5BAF-2298-D5E1-4C8EB8E25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003" y="1341567"/>
            <a:ext cx="5146048" cy="31291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09FDFD-1C29-54C7-608E-6A524FE8E9B0}"/>
              </a:ext>
            </a:extLst>
          </p:cNvPr>
          <p:cNvSpPr txBox="1"/>
          <p:nvPr/>
        </p:nvSpPr>
        <p:spPr>
          <a:xfrm>
            <a:off x="6395003" y="4521654"/>
            <a:ext cx="4540090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사용자 입력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Input String :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사용자 질의 표준 텍스트 스키마 변환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Qdrant Retrieval Tool : Qdrant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벡터 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DB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에서 관련 규정 문서 조회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DB Memory :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과거 대화 이력과 컨텍스트 조회후 메모리 객체로 제공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Agent MindMesh :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질의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문서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메모리를 통합해 규정 기반 답변 생성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Print Any(Stream) :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생성된 답변 스트림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,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채팅 인터페이스로 전송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3E893C-2290-95B0-1948-B68334584623}"/>
              </a:ext>
            </a:extLst>
          </p:cNvPr>
          <p:cNvSpPr txBox="1"/>
          <p:nvPr/>
        </p:nvSpPr>
        <p:spPr>
          <a:xfrm>
            <a:off x="531771" y="985827"/>
            <a:ext cx="10790885" cy="1894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16"/>
              </a:lnSpc>
            </a:pPr>
            <a:r>
              <a:rPr lang="ko-KR" altLang="en-US" sz="1200">
                <a:solidFill>
                  <a:srgbClr val="374151"/>
                </a:solidFill>
                <a:latin typeface="Pretendard"/>
                <a:ea typeface="Pretendard"/>
              </a:rPr>
              <a:t>사내 규정 문서를 벡터 </a:t>
            </a:r>
            <a:r>
              <a:rPr lang="en-US" altLang="ko-KR" sz="1200">
                <a:solidFill>
                  <a:srgbClr val="374151"/>
                </a:solidFill>
                <a:latin typeface="Pretendard"/>
                <a:ea typeface="Pretendard"/>
              </a:rPr>
              <a:t>DB</a:t>
            </a:r>
            <a:r>
              <a:rPr lang="ko-KR" altLang="en-US" sz="1200">
                <a:solidFill>
                  <a:srgbClr val="374151"/>
                </a:solidFill>
                <a:latin typeface="Pretendard"/>
                <a:ea typeface="Pretendard"/>
              </a:rPr>
              <a:t>와 에이전트에 연동해 직원 질의를 자동으로 응답하는 </a:t>
            </a:r>
            <a:r>
              <a:rPr lang="en-US" altLang="ko-KR" sz="1200">
                <a:solidFill>
                  <a:srgbClr val="374151"/>
                </a:solidFill>
                <a:latin typeface="Pretendard"/>
                <a:ea typeface="Pretendard"/>
              </a:rPr>
              <a:t>MindMesh </a:t>
            </a:r>
            <a:r>
              <a:rPr lang="ko-KR" altLang="en-US" sz="1200">
                <a:solidFill>
                  <a:srgbClr val="374151"/>
                </a:solidFill>
                <a:latin typeface="Pretendard"/>
                <a:ea typeface="Pretendard"/>
              </a:rPr>
              <a:t>기반 챗봇 구축 사례</a:t>
            </a:r>
            <a:endParaRPr lang="en-US" altLang="ko-KR" sz="118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276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0541D-9B91-0853-4C27-2DAF33D4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3A17CC-7057-0015-11BD-3060AED28E66}"/>
              </a:ext>
            </a:extLst>
          </p:cNvPr>
          <p:cNvSpPr txBox="1"/>
          <p:nvPr/>
        </p:nvSpPr>
        <p:spPr>
          <a:xfrm>
            <a:off x="480941" y="389520"/>
            <a:ext cx="4818627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>
                <a:solidFill>
                  <a:srgbClr val="1F2937"/>
                </a:solidFill>
                <a:latin typeface="Pretendard"/>
                <a:ea typeface="Pretendard"/>
              </a:rPr>
              <a:t>활용사례</a:t>
            </a:r>
            <a:r>
              <a:rPr lang="en-US" altLang="ko-KR" sz="1600" b="1">
                <a:solidFill>
                  <a:srgbClr val="1F2937"/>
                </a:solidFill>
                <a:latin typeface="Pretendard"/>
                <a:ea typeface="Pretendard"/>
              </a:rPr>
              <a:t>_</a:t>
            </a:r>
            <a:r>
              <a:rPr lang="ko-KR" altLang="en-US" sz="1600" b="1">
                <a:solidFill>
                  <a:srgbClr val="1F2937"/>
                </a:solidFill>
                <a:latin typeface="Pretendard"/>
                <a:ea typeface="Pretendard"/>
              </a:rPr>
              <a:t>마켓시스템</a:t>
            </a:r>
            <a:r>
              <a:rPr lang="en-US" altLang="ko-KR" sz="1600" b="1">
                <a:solidFill>
                  <a:srgbClr val="1F2937"/>
                </a:solidFill>
                <a:latin typeface="Pretendard"/>
                <a:ea typeface="Pretendard"/>
              </a:rPr>
              <a:t>(DB</a:t>
            </a:r>
            <a:r>
              <a:rPr lang="ko-KR" altLang="en-US" sz="1600" b="1">
                <a:solidFill>
                  <a:srgbClr val="1F2937"/>
                </a:solidFill>
                <a:latin typeface="Pretendard"/>
                <a:ea typeface="Pretendard"/>
              </a:rPr>
              <a:t>조회</a:t>
            </a:r>
            <a:r>
              <a:rPr lang="en-US" altLang="ko-KR" sz="1600" b="1">
                <a:solidFill>
                  <a:srgbClr val="1F2937"/>
                </a:solidFill>
                <a:latin typeface="Pretendard"/>
                <a:ea typeface="Pretendard"/>
              </a:rPr>
              <a:t>)</a:t>
            </a:r>
            <a:endParaRPr lang="en-US" altLang="ko-KR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TextBox 912">
            <a:extLst>
              <a:ext uri="{FF2B5EF4-FFF2-40B4-BE49-F238E27FC236}">
                <a16:creationId xmlns:a16="http://schemas.microsoft.com/office/drawing/2014/main" id="{5C50CD72-B26F-9569-5DEB-3E1452D5E2EA}"/>
              </a:ext>
            </a:extLst>
          </p:cNvPr>
          <p:cNvSpPr txBox="1"/>
          <p:nvPr/>
        </p:nvSpPr>
        <p:spPr>
          <a:xfrm>
            <a:off x="480941" y="998518"/>
            <a:ext cx="10324219" cy="20313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자연어 질의를 </a:t>
            </a:r>
            <a:r>
              <a:rPr lang="en-US" altLang="ko-KR" sz="1320">
                <a:solidFill>
                  <a:srgbClr val="4B5563"/>
                </a:solidFill>
                <a:latin typeface="Times New Roman"/>
                <a:ea typeface="Pretendard"/>
              </a:rPr>
              <a:t>Qdrant </a:t>
            </a:r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스키마 검색과 </a:t>
            </a:r>
            <a:r>
              <a:rPr lang="en-US" altLang="ko-KR" sz="1320">
                <a:solidFill>
                  <a:srgbClr val="4B5563"/>
                </a:solidFill>
                <a:latin typeface="Times New Roman"/>
                <a:ea typeface="Pretendard"/>
              </a:rPr>
              <a:t>PostgreSQL DB </a:t>
            </a:r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조회로 변환해 마켓 주문 현황을 자동 분석</a:t>
            </a:r>
            <a:r>
              <a:rPr lang="en-US" altLang="ko-KR" sz="1320">
                <a:solidFill>
                  <a:srgbClr val="4B5563"/>
                </a:solidFill>
                <a:latin typeface="Times New Roman"/>
                <a:ea typeface="Pretendard"/>
              </a:rPr>
              <a:t>·</a:t>
            </a:r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응답하는 </a:t>
            </a:r>
            <a:r>
              <a:rPr lang="en-US" altLang="ko-KR" sz="1320">
                <a:solidFill>
                  <a:srgbClr val="4B5563"/>
                </a:solidFill>
                <a:latin typeface="Times New Roman"/>
                <a:ea typeface="Pretendard"/>
              </a:rPr>
              <a:t>MindMesh </a:t>
            </a:r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기반 워크플로우 사례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DBAB7A-B432-20A6-5B28-7C5C3BC02589}"/>
              </a:ext>
            </a:extLst>
          </p:cNvPr>
          <p:cNvSpPr txBox="1"/>
          <p:nvPr/>
        </p:nvSpPr>
        <p:spPr>
          <a:xfrm>
            <a:off x="592919" y="4537443"/>
            <a:ext cx="5097608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사용자 입력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Qdrant Retrieval Tool : </a:t>
            </a:r>
          </a:p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생선마켓 주문 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DB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의 테이블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컬럼 설명 문서를 검색해 조회 컨텍스트 제공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 </a:t>
            </a:r>
          </a:p>
          <a:p>
            <a:pPr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Agent Planner + PostgreSQL MCP</a:t>
            </a:r>
          </a:p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Qdrant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컨텍스트와 질의를 기반으로 조회 대상 테이블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컬럼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조건을 설계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PostgreSQL MCP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를 통해 실제 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DB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를 쿼리하여 주문 데이터를 조회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E6589C-C897-C2EF-EDAD-733FC578B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397" y="1526342"/>
            <a:ext cx="5704789" cy="28957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8776EC-27FA-9BCB-1095-19DCF6C26256}"/>
              </a:ext>
            </a:extLst>
          </p:cNvPr>
          <p:cNvSpPr txBox="1"/>
          <p:nvPr/>
        </p:nvSpPr>
        <p:spPr>
          <a:xfrm>
            <a:off x="6067125" y="4537443"/>
            <a:ext cx="5643934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>
              <a:lnSpc>
                <a:spcPct val="200000"/>
              </a:lnSpc>
              <a:buFont typeface="+mj-lt"/>
              <a:buAutoNum type="arabicPeriod" startAt="4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DB Memory :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과거 대화 이력과 컨텍스트 조회후 메모리 객체로 제공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>
              <a:lnSpc>
                <a:spcPct val="200000"/>
              </a:lnSpc>
              <a:buFont typeface="+mj-lt"/>
              <a:buAutoNum type="arabicPeriod" startAt="4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Agent MindMesh : </a:t>
            </a:r>
          </a:p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질문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·DB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조회 결과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문서 컨텍스트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메모리를 종합해 기간별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/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상품별 주문 현황 답변 생성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>
              <a:lnSpc>
                <a:spcPct val="200000"/>
              </a:lnSpc>
              <a:buFont typeface="+mj-lt"/>
              <a:buAutoNum type="arabicPeriod" startAt="4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Print Any(Stream) :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생성된 답변 스트림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,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채팅 인터페이스로 전송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94C845E-3C28-0611-5B56-7C959AE025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4225" r="-57" b="4225"/>
          <a:stretch>
            <a:fillRect/>
          </a:stretch>
        </p:blipFill>
        <p:spPr>
          <a:xfrm>
            <a:off x="592919" y="1526341"/>
            <a:ext cx="4928923" cy="289577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A317858-0977-A6C6-B1BF-5FE070F2D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41" y="1587849"/>
            <a:ext cx="662239" cy="13397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70B2E8-C283-13AB-72A5-BBB092BF1FC0}"/>
              </a:ext>
            </a:extLst>
          </p:cNvPr>
          <p:cNvSpPr/>
          <p:nvPr/>
        </p:nvSpPr>
        <p:spPr>
          <a:xfrm>
            <a:off x="1900704" y="2728433"/>
            <a:ext cx="2541270" cy="7690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7221B70-F0EE-80A1-E86B-4454D4340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974" y="2203603"/>
            <a:ext cx="838415" cy="29440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D20380F-067E-3034-295C-FD39E7AFF8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68" r="-1"/>
          <a:stretch>
            <a:fillRect/>
          </a:stretch>
        </p:blipFill>
        <p:spPr>
          <a:xfrm>
            <a:off x="869328" y="2390676"/>
            <a:ext cx="2062751" cy="169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10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7FA5-09DA-7004-F244-0B8E1115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D7E227A-D0F5-C48C-3ACC-2D0C6C7BB90B}"/>
              </a:ext>
            </a:extLst>
          </p:cNvPr>
          <p:cNvSpPr txBox="1"/>
          <p:nvPr/>
        </p:nvSpPr>
        <p:spPr>
          <a:xfrm>
            <a:off x="480941" y="389520"/>
            <a:ext cx="4323299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>
                <a:solidFill>
                  <a:srgbClr val="1F2937"/>
                </a:solidFill>
                <a:latin typeface="Pretendard"/>
                <a:ea typeface="Pretendard"/>
              </a:rPr>
              <a:t>활용사례</a:t>
            </a:r>
            <a:r>
              <a:rPr lang="en-US" altLang="ko-KR" sz="1600" b="1">
                <a:solidFill>
                  <a:srgbClr val="1F2937"/>
                </a:solidFill>
                <a:latin typeface="Pretendard"/>
                <a:ea typeface="Pretendard"/>
              </a:rPr>
              <a:t>_API </a:t>
            </a:r>
            <a:r>
              <a:rPr lang="ko-KR" altLang="en-US" sz="1600" b="1">
                <a:solidFill>
                  <a:srgbClr val="1F2937"/>
                </a:solidFill>
                <a:latin typeface="Pretendard"/>
                <a:ea typeface="Pretendard"/>
              </a:rPr>
              <a:t>상품 검색</a:t>
            </a:r>
            <a:endParaRPr lang="en-US" altLang="ko-KR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TextBox 912">
            <a:extLst>
              <a:ext uri="{FF2B5EF4-FFF2-40B4-BE49-F238E27FC236}">
                <a16:creationId xmlns:a16="http://schemas.microsoft.com/office/drawing/2014/main" id="{273C90BF-D1B0-ECC4-0DBB-0BC2DF75E389}"/>
              </a:ext>
            </a:extLst>
          </p:cNvPr>
          <p:cNvSpPr txBox="1"/>
          <p:nvPr/>
        </p:nvSpPr>
        <p:spPr>
          <a:xfrm>
            <a:off x="480941" y="998518"/>
            <a:ext cx="10696349" cy="4062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사용자의 상품 검색어를 스키마로 변환해 </a:t>
            </a:r>
            <a:r>
              <a:rPr lang="en-US" altLang="ko-KR" sz="1320">
                <a:solidFill>
                  <a:srgbClr val="4B5563"/>
                </a:solidFill>
                <a:latin typeface="Times New Roman"/>
                <a:ea typeface="Pretendard"/>
              </a:rPr>
              <a:t>API(</a:t>
            </a:r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목록</a:t>
            </a:r>
            <a:r>
              <a:rPr lang="en-US" altLang="ko-KR" sz="1320">
                <a:solidFill>
                  <a:srgbClr val="4B5563"/>
                </a:solidFill>
                <a:latin typeface="Times New Roman"/>
                <a:ea typeface="Pretendard"/>
              </a:rPr>
              <a:t>·</a:t>
            </a:r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상세</a:t>
            </a:r>
            <a:r>
              <a:rPr lang="en-US" altLang="ko-KR" sz="1320">
                <a:solidFill>
                  <a:srgbClr val="4B5563"/>
                </a:solidFill>
                <a:latin typeface="Times New Roman"/>
                <a:ea typeface="Pretendard"/>
              </a:rPr>
              <a:t>)</a:t>
            </a:r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를 호출하고</a:t>
            </a:r>
            <a:r>
              <a:rPr lang="en-US" altLang="ko-KR" sz="1320">
                <a:solidFill>
                  <a:srgbClr val="4B5563"/>
                </a:solidFill>
                <a:latin typeface="Times New Roman"/>
                <a:ea typeface="Pretendard"/>
              </a:rPr>
              <a:t>, </a:t>
            </a:r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응답 데이터를 요약</a:t>
            </a:r>
            <a:r>
              <a:rPr lang="en-US" altLang="ko-KR" sz="1320">
                <a:solidFill>
                  <a:srgbClr val="4B5563"/>
                </a:solidFill>
                <a:latin typeface="Times New Roman"/>
                <a:ea typeface="Pretendard"/>
              </a:rPr>
              <a:t>·</a:t>
            </a:r>
            <a:r>
              <a:rPr lang="ko-KR" altLang="en-US" sz="1320">
                <a:solidFill>
                  <a:srgbClr val="4B5563"/>
                </a:solidFill>
                <a:latin typeface="Times New Roman"/>
                <a:ea typeface="Pretendard"/>
              </a:rPr>
              <a:t>정리하여 상품 정보를 한 번에 보여주는 검색 에이전트 워크플로우 사례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2FB813-683F-CAD5-DFF8-9A0E47687338}"/>
              </a:ext>
            </a:extLst>
          </p:cNvPr>
          <p:cNvSpPr txBox="1"/>
          <p:nvPr/>
        </p:nvSpPr>
        <p:spPr>
          <a:xfrm>
            <a:off x="6191806" y="3995690"/>
            <a:ext cx="5446478" cy="250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사용자 입력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Input String : API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용 파라미터 스키마로 변환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API Calling Tool : </a:t>
            </a:r>
          </a:p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검색 조건으로 상품 리스트를 조회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, </a:t>
            </a:r>
          </a:p>
          <a:p>
            <a:pPr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선택된 상품코드로 중량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규격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이미지 등 상세 정보를 조회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DB Memory :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과거 대화 이력과 컨텍스트 조회후 메모리 객체로 제공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Agent MindMesh :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두 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API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결과와 메모리를 종합해 대표 상품 정보와 요약 설명 생성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Print Any(Stream) :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생성된 답변 스트림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,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채팅 인터페이스로 전송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0CE4A34E-7A3E-85C7-2A3A-AA3A2A924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800" y="1562100"/>
            <a:ext cx="4524490" cy="243359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5DB62CFA-EB17-1E42-3A41-607A49049434}"/>
              </a:ext>
            </a:extLst>
          </p:cNvPr>
          <p:cNvGrpSpPr/>
          <p:nvPr/>
        </p:nvGrpSpPr>
        <p:grpSpPr>
          <a:xfrm>
            <a:off x="628360" y="1562100"/>
            <a:ext cx="4910842" cy="4781629"/>
            <a:chOff x="628360" y="1562100"/>
            <a:chExt cx="4910842" cy="4781629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1E600B34-B51F-5BA7-C167-6F834B854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5238"/>
            <a:stretch>
              <a:fillRect/>
            </a:stretch>
          </p:blipFill>
          <p:spPr>
            <a:xfrm>
              <a:off x="628360" y="1562100"/>
              <a:ext cx="3896130" cy="4781629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FC92986-D4AB-F313-293F-E34ECC710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8342"/>
            <a:stretch>
              <a:fillRect/>
            </a:stretch>
          </p:blipFill>
          <p:spPr>
            <a:xfrm>
              <a:off x="4524490" y="1562100"/>
              <a:ext cx="1014712" cy="4781629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1FCEEBF-1B0E-14D0-E271-2D3BA3399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820" y="1825461"/>
              <a:ext cx="1425230" cy="1494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969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4EE9-6495-6248-D2F7-886960F88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9344C3AB-A4C0-EC8D-7E57-735374614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702" y="1309405"/>
            <a:ext cx="5886216" cy="32690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774B96-61F0-9BB1-D2AD-41B01833CF0E}"/>
              </a:ext>
            </a:extLst>
          </p:cNvPr>
          <p:cNvSpPr txBox="1"/>
          <p:nvPr/>
        </p:nvSpPr>
        <p:spPr>
          <a:xfrm>
            <a:off x="480941" y="389520"/>
            <a:ext cx="5424562" cy="364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2370" b="1" err="1">
                <a:solidFill>
                  <a:srgbClr val="1F2937"/>
                </a:solidFill>
                <a:latin typeface="Pretendard"/>
                <a:ea typeface="Pretendard"/>
              </a:rPr>
              <a:t>MindMesh</a:t>
            </a:r>
            <a:r>
              <a:rPr lang="en-US" altLang="ko-KR" sz="2370" b="1">
                <a:solidFill>
                  <a:srgbClr val="1F2937"/>
                </a:solidFill>
                <a:latin typeface="Pretendard"/>
                <a:ea typeface="Pretendard"/>
              </a:rPr>
              <a:t> </a:t>
            </a:r>
            <a:r>
              <a:rPr lang="ko-KR" altLang="en-US" sz="2370" b="1">
                <a:solidFill>
                  <a:srgbClr val="1F2937"/>
                </a:solidFill>
                <a:latin typeface="Pretendard"/>
                <a:ea typeface="Pretendard"/>
              </a:rPr>
              <a:t>활용사례</a:t>
            </a:r>
            <a:r>
              <a:rPr lang="en-US" altLang="ko-KR" sz="1600" b="1">
                <a:solidFill>
                  <a:srgbClr val="1F2937"/>
                </a:solidFill>
                <a:latin typeface="Pretendard"/>
                <a:ea typeface="Pretendard"/>
              </a:rPr>
              <a:t>_</a:t>
            </a:r>
            <a:r>
              <a:rPr lang="ko-KR" altLang="en-US" sz="1600" b="1">
                <a:solidFill>
                  <a:srgbClr val="1F2937"/>
                </a:solidFill>
                <a:latin typeface="Pretendard"/>
                <a:ea typeface="Pretendard"/>
              </a:rPr>
              <a:t>쇼핑몰 마켓 리서치 보고서</a:t>
            </a:r>
            <a:endParaRPr lang="en-US" altLang="ko-KR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183461-0333-A9F9-312D-E6B1873115C1}"/>
              </a:ext>
            </a:extLst>
          </p:cNvPr>
          <p:cNvSpPr txBox="1"/>
          <p:nvPr/>
        </p:nvSpPr>
        <p:spPr>
          <a:xfrm>
            <a:off x="531771" y="985827"/>
            <a:ext cx="10790885" cy="1894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16"/>
              </a:lnSpc>
            </a:pPr>
            <a:r>
              <a:rPr lang="ko-KR" altLang="en-US" sz="1200">
                <a:solidFill>
                  <a:srgbClr val="374151"/>
                </a:solidFill>
                <a:latin typeface="Pretendard"/>
                <a:ea typeface="Pretendard"/>
              </a:rPr>
              <a:t>멀티 </a:t>
            </a:r>
            <a:r>
              <a:rPr lang="en-US" altLang="ko-KR" sz="1200">
                <a:solidFill>
                  <a:srgbClr val="374151"/>
                </a:solidFill>
                <a:latin typeface="Pretendard"/>
                <a:ea typeface="Pretendard"/>
              </a:rPr>
              <a:t>API Calling Tool</a:t>
            </a:r>
            <a:r>
              <a:rPr lang="ko-KR" altLang="en-US" sz="1200">
                <a:solidFill>
                  <a:srgbClr val="374151"/>
                </a:solidFill>
                <a:latin typeface="Pretendard"/>
                <a:ea typeface="Pretendard"/>
              </a:rPr>
              <a:t>로 각 채널의 검색</a:t>
            </a:r>
            <a:r>
              <a:rPr lang="en-US" altLang="ko-KR" sz="1200">
                <a:solidFill>
                  <a:srgbClr val="374151"/>
                </a:solidFill>
                <a:latin typeface="Pretendard"/>
                <a:ea typeface="Pretendard"/>
              </a:rPr>
              <a:t>·</a:t>
            </a:r>
            <a:r>
              <a:rPr lang="ko-KR" altLang="en-US" sz="1200">
                <a:solidFill>
                  <a:srgbClr val="374151"/>
                </a:solidFill>
                <a:latin typeface="Pretendard"/>
                <a:ea typeface="Pretendard"/>
              </a:rPr>
              <a:t>판매</a:t>
            </a:r>
            <a:r>
              <a:rPr lang="en-US" altLang="ko-KR" sz="1200">
                <a:solidFill>
                  <a:srgbClr val="374151"/>
                </a:solidFill>
                <a:latin typeface="Pretendard"/>
                <a:ea typeface="Pretendard"/>
              </a:rPr>
              <a:t>·</a:t>
            </a:r>
            <a:r>
              <a:rPr lang="ko-KR" altLang="en-US" sz="1200">
                <a:solidFill>
                  <a:srgbClr val="374151"/>
                </a:solidFill>
                <a:latin typeface="Pretendard"/>
                <a:ea typeface="Pretendard"/>
              </a:rPr>
              <a:t>트렌드 데이터를 자동 수집</a:t>
            </a:r>
            <a:r>
              <a:rPr lang="en-US" altLang="ko-KR" sz="1200">
                <a:solidFill>
                  <a:srgbClr val="374151"/>
                </a:solidFill>
                <a:latin typeface="Pretendard"/>
                <a:ea typeface="Pretendard"/>
              </a:rPr>
              <a:t>·</a:t>
            </a:r>
            <a:r>
              <a:rPr lang="ko-KR" altLang="en-US" sz="1200">
                <a:solidFill>
                  <a:srgbClr val="374151"/>
                </a:solidFill>
                <a:latin typeface="Pretendard"/>
                <a:ea typeface="Pretendard"/>
              </a:rPr>
              <a:t>정규화하여 쇼핑몰 카테고리 인사이트를 도출한 멀티 </a:t>
            </a:r>
            <a:r>
              <a:rPr lang="en-US" altLang="ko-KR" sz="1200">
                <a:solidFill>
                  <a:srgbClr val="374151"/>
                </a:solidFill>
                <a:latin typeface="Pretendard"/>
                <a:ea typeface="Pretendard"/>
              </a:rPr>
              <a:t>Agent </a:t>
            </a:r>
            <a:r>
              <a:rPr lang="ko-KR" altLang="en-US" sz="1200">
                <a:solidFill>
                  <a:srgbClr val="374151"/>
                </a:solidFill>
                <a:latin typeface="Pretendard"/>
                <a:ea typeface="Pretendard"/>
              </a:rPr>
              <a:t>기술 기반 리서치 사례</a:t>
            </a:r>
            <a:endParaRPr lang="en-US" altLang="ko-KR" sz="118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AC3E0-94FA-5FB7-7985-DDF764863C12}"/>
              </a:ext>
            </a:extLst>
          </p:cNvPr>
          <p:cNvSpPr txBox="1"/>
          <p:nvPr/>
        </p:nvSpPr>
        <p:spPr>
          <a:xfrm>
            <a:off x="480941" y="4709572"/>
            <a:ext cx="5734918" cy="1713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 algn="just">
              <a:lnSpc>
                <a:spcPct val="18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Agent (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입력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판별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)</a:t>
            </a:r>
          </a:p>
          <a:p>
            <a:pPr lvl="1" indent="-342900" algn="just">
              <a:lnSpc>
                <a:spcPct val="18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사용자 질의를 표준 스키마로 변환하고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,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리서치 요청인지 여부를 판별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 algn="just">
              <a:lnSpc>
                <a:spcPct val="18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Router (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요청 분기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)</a:t>
            </a:r>
          </a:p>
          <a:p>
            <a:pPr lvl="1" indent="-342900" algn="just">
              <a:lnSpc>
                <a:spcPct val="18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입력된 플래그를 확인해 요청을 적절한 에이전트 경로로 분기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  <a:p>
            <a:pPr indent="-342900" algn="just">
              <a:lnSpc>
                <a:spcPct val="180000"/>
              </a:lnSpc>
              <a:buFont typeface="+mj-lt"/>
              <a:buAutoNum type="arabicPeriod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Agent (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데이터 수집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, 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정제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)</a:t>
            </a:r>
          </a:p>
          <a:p>
            <a:pPr lvl="1" indent="-342900" algn="just">
              <a:lnSpc>
                <a:spcPct val="18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분석 스키마를 기반으로 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Agent Planner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가 여러 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API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를 호출해 각 채널 데이터를 수집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정제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57C19AE-DFE3-926D-5A0D-E1041BBECC86}"/>
              </a:ext>
            </a:extLst>
          </p:cNvPr>
          <p:cNvGrpSpPr/>
          <p:nvPr/>
        </p:nvGrpSpPr>
        <p:grpSpPr>
          <a:xfrm>
            <a:off x="480941" y="1314540"/>
            <a:ext cx="5064112" cy="3263935"/>
            <a:chOff x="480941" y="1314540"/>
            <a:chExt cx="4998632" cy="316208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6BC6F2E-5B0B-0074-D790-74759D5BC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941" y="1314540"/>
              <a:ext cx="4998632" cy="3162081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7E9E251-B9F1-5526-2716-849963C7630A}"/>
                </a:ext>
              </a:extLst>
            </p:cNvPr>
            <p:cNvSpPr/>
            <p:nvPr/>
          </p:nvSpPr>
          <p:spPr>
            <a:xfrm>
              <a:off x="601098" y="2526633"/>
              <a:ext cx="3532752" cy="165008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42BF685-EDB7-640A-E656-F20F73208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5368" y="2693333"/>
              <a:ext cx="2565965" cy="1471333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3406BB4-8D60-ACEE-7C9D-B783FE7E8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368" y="2523826"/>
              <a:ext cx="1089281" cy="118580"/>
            </a:xfrm>
            <a:prstGeom prst="rect">
              <a:avLst/>
            </a:prstGeom>
          </p:spPr>
        </p:pic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98E9B9E-7832-6DC5-B063-A2B7612BA794}"/>
              </a:ext>
            </a:extLst>
          </p:cNvPr>
          <p:cNvSpPr/>
          <p:nvPr/>
        </p:nvSpPr>
        <p:spPr>
          <a:xfrm>
            <a:off x="5815014" y="3393470"/>
            <a:ext cx="1604962" cy="1049944"/>
          </a:xfrm>
          <a:prstGeom prst="roundRect">
            <a:avLst>
              <a:gd name="adj" fmla="val 4762"/>
            </a:avLst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DA0F745-2FB5-6919-DB72-915D81A55478}"/>
              </a:ext>
            </a:extLst>
          </p:cNvPr>
          <p:cNvSpPr/>
          <p:nvPr/>
        </p:nvSpPr>
        <p:spPr>
          <a:xfrm>
            <a:off x="8439150" y="1309405"/>
            <a:ext cx="3181350" cy="981358"/>
          </a:xfrm>
          <a:prstGeom prst="roundRect">
            <a:avLst>
              <a:gd name="adj" fmla="val 4762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B81AF57-1A87-1E41-DA24-0DC3C83D3098}"/>
              </a:ext>
            </a:extLst>
          </p:cNvPr>
          <p:cNvSpPr/>
          <p:nvPr/>
        </p:nvSpPr>
        <p:spPr>
          <a:xfrm>
            <a:off x="8439150" y="3667125"/>
            <a:ext cx="1604962" cy="911350"/>
          </a:xfrm>
          <a:prstGeom prst="roundRect">
            <a:avLst>
              <a:gd name="adj" fmla="val 4762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3B448E4-2A32-8CA3-D291-5D0C2C5EE12A}"/>
              </a:ext>
            </a:extLst>
          </p:cNvPr>
          <p:cNvCxnSpPr/>
          <p:nvPr/>
        </p:nvCxnSpPr>
        <p:spPr>
          <a:xfrm>
            <a:off x="6567488" y="1557338"/>
            <a:ext cx="0" cy="1766887"/>
          </a:xfrm>
          <a:prstGeom prst="line">
            <a:avLst/>
          </a:prstGeom>
          <a:ln w="127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2AACC80-2DD7-387F-7AC9-32B57F6E4221}"/>
              </a:ext>
            </a:extLst>
          </p:cNvPr>
          <p:cNvCxnSpPr>
            <a:cxnSpLocks/>
          </p:cNvCxnSpPr>
          <p:nvPr/>
        </p:nvCxnSpPr>
        <p:spPr>
          <a:xfrm flipH="1">
            <a:off x="6567488" y="1557338"/>
            <a:ext cx="1757362" cy="0"/>
          </a:xfrm>
          <a:prstGeom prst="line">
            <a:avLst/>
          </a:prstGeom>
          <a:ln w="127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F057FD2-32C6-FB2F-CB8A-357EA80F512F}"/>
              </a:ext>
            </a:extLst>
          </p:cNvPr>
          <p:cNvCxnSpPr>
            <a:cxnSpLocks/>
          </p:cNvCxnSpPr>
          <p:nvPr/>
        </p:nvCxnSpPr>
        <p:spPr>
          <a:xfrm flipV="1">
            <a:off x="8324850" y="1557338"/>
            <a:ext cx="0" cy="871537"/>
          </a:xfrm>
          <a:prstGeom prst="line">
            <a:avLst/>
          </a:prstGeom>
          <a:ln w="127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C7EE0A3-C447-E605-19C0-E325B8508884}"/>
              </a:ext>
            </a:extLst>
          </p:cNvPr>
          <p:cNvCxnSpPr>
            <a:cxnSpLocks/>
          </p:cNvCxnSpPr>
          <p:nvPr/>
        </p:nvCxnSpPr>
        <p:spPr>
          <a:xfrm flipH="1">
            <a:off x="8324850" y="2428875"/>
            <a:ext cx="909638" cy="0"/>
          </a:xfrm>
          <a:prstGeom prst="line">
            <a:avLst/>
          </a:prstGeom>
          <a:ln w="127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FF6AF63-F767-D7CE-C21F-89FDD7EC2078}"/>
              </a:ext>
            </a:extLst>
          </p:cNvPr>
          <p:cNvCxnSpPr>
            <a:cxnSpLocks/>
          </p:cNvCxnSpPr>
          <p:nvPr/>
        </p:nvCxnSpPr>
        <p:spPr>
          <a:xfrm flipV="1">
            <a:off x="9234488" y="2428875"/>
            <a:ext cx="0" cy="904875"/>
          </a:xfrm>
          <a:prstGeom prst="line">
            <a:avLst/>
          </a:prstGeom>
          <a:ln w="127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5710002-6BBB-D20B-14F5-FF1F34D3C940}"/>
              </a:ext>
            </a:extLst>
          </p:cNvPr>
          <p:cNvCxnSpPr>
            <a:cxnSpLocks/>
          </p:cNvCxnSpPr>
          <p:nvPr/>
        </p:nvCxnSpPr>
        <p:spPr>
          <a:xfrm flipH="1">
            <a:off x="6567488" y="3333750"/>
            <a:ext cx="2667000" cy="0"/>
          </a:xfrm>
          <a:prstGeom prst="line">
            <a:avLst/>
          </a:prstGeom>
          <a:ln w="127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E85D8C9-62F5-0B87-F96C-D12909DC8F66}"/>
              </a:ext>
            </a:extLst>
          </p:cNvPr>
          <p:cNvSpPr txBox="1"/>
          <p:nvPr/>
        </p:nvSpPr>
        <p:spPr>
          <a:xfrm>
            <a:off x="11324639" y="2271041"/>
            <a:ext cx="295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solidFill>
                  <a:srgbClr val="ED7D31"/>
                </a:solidFill>
                <a:sym typeface="Wingdings" panose="05000000000000000000" pitchFamily="2" charset="2"/>
              </a:rPr>
              <a:t></a:t>
            </a:r>
            <a:endParaRPr lang="ko-KR" altLang="en-US" sz="1400">
              <a:solidFill>
                <a:srgbClr val="ED7D3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4D1EC-5FC8-E6CA-DBE4-52E6AF4C92FC}"/>
              </a:ext>
            </a:extLst>
          </p:cNvPr>
          <p:cNvSpPr txBox="1"/>
          <p:nvPr/>
        </p:nvSpPr>
        <p:spPr>
          <a:xfrm>
            <a:off x="5671295" y="3121222"/>
            <a:ext cx="441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rgbClr val="4472C4"/>
                </a:solidFill>
                <a:sym typeface="Wingdings" panose="05000000000000000000" pitchFamily="2" charset="2"/>
              </a:rPr>
              <a:t></a:t>
            </a:r>
            <a:endParaRPr lang="ko-KR" altLang="en-US" sz="1400">
              <a:solidFill>
                <a:srgbClr val="4472C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D70CE-4E88-5828-6BF1-02B1935459DC}"/>
              </a:ext>
            </a:extLst>
          </p:cNvPr>
          <p:cNvSpPr txBox="1"/>
          <p:nvPr/>
        </p:nvSpPr>
        <p:spPr>
          <a:xfrm>
            <a:off x="7546218" y="3815023"/>
            <a:ext cx="255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ym typeface="Wingdings" panose="05000000000000000000" pitchFamily="2" charset="2"/>
              </a:rPr>
              <a:t></a:t>
            </a:r>
            <a:endParaRPr lang="ko-KR" alt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53BEE-29DD-F62F-C42A-0ECB7AA55D9C}"/>
              </a:ext>
            </a:extLst>
          </p:cNvPr>
          <p:cNvSpPr txBox="1"/>
          <p:nvPr/>
        </p:nvSpPr>
        <p:spPr>
          <a:xfrm>
            <a:off x="9275840" y="4066663"/>
            <a:ext cx="690679" cy="29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800">
                <a:solidFill>
                  <a:srgbClr val="374151"/>
                </a:solidFill>
                <a:ea typeface="Pretendard"/>
              </a:rPr>
              <a:t>False </a:t>
            </a:r>
            <a:r>
              <a:rPr lang="ko-KR" altLang="en-US" sz="800">
                <a:solidFill>
                  <a:srgbClr val="374151"/>
                </a:solidFill>
                <a:ea typeface="Pretendard"/>
              </a:rPr>
              <a:t>답변</a:t>
            </a:r>
            <a:endParaRPr lang="ko-KR" altLang="en-US" sz="1000">
              <a:solidFill>
                <a:srgbClr val="374151"/>
              </a:solidFill>
              <a:ea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65FEC-D3CE-0554-7BF2-DB41C3BD96C4}"/>
              </a:ext>
            </a:extLst>
          </p:cNvPr>
          <p:cNvSpPr txBox="1"/>
          <p:nvPr/>
        </p:nvSpPr>
        <p:spPr>
          <a:xfrm>
            <a:off x="6474932" y="1274847"/>
            <a:ext cx="2851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rgbClr val="FFC000"/>
                </a:solidFill>
                <a:sym typeface="Wingdings" panose="05000000000000000000" pitchFamily="2" charset="2"/>
              </a:rPr>
              <a:t></a:t>
            </a:r>
            <a:endParaRPr lang="ko-KR" altLang="en-US" sz="1400">
              <a:solidFill>
                <a:srgbClr val="FFC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C0252E-A8BE-C223-7E8B-14DF157C0C1F}"/>
              </a:ext>
            </a:extLst>
          </p:cNvPr>
          <p:cNvSpPr txBox="1"/>
          <p:nvPr/>
        </p:nvSpPr>
        <p:spPr>
          <a:xfrm>
            <a:off x="6236680" y="4703578"/>
            <a:ext cx="5474379" cy="882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 algn="just">
              <a:lnSpc>
                <a:spcPct val="180000"/>
              </a:lnSpc>
              <a:buFont typeface="+mj-lt"/>
              <a:buAutoNum type="arabicPeriod" startAt="4"/>
            </a:pPr>
            <a:r>
              <a:rPr lang="en-US" altLang="ko-KR" sz="1000">
                <a:solidFill>
                  <a:srgbClr val="374151"/>
                </a:solidFill>
                <a:ea typeface="Pretendard"/>
              </a:rPr>
              <a:t>Agent (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입력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판별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)</a:t>
            </a:r>
          </a:p>
          <a:p>
            <a:pPr lvl="1" indent="-342900" algn="just">
              <a:lnSpc>
                <a:spcPct val="18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374151"/>
                </a:solidFill>
                <a:ea typeface="Pretendard"/>
              </a:rPr>
              <a:t>여러 채널 데이터를 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API·MCP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로 통합 수집</a:t>
            </a:r>
            <a:r>
              <a:rPr lang="en-US" altLang="ko-KR" sz="1000">
                <a:solidFill>
                  <a:srgbClr val="374151"/>
                </a:solidFill>
                <a:ea typeface="Pretendard"/>
              </a:rPr>
              <a:t>·</a:t>
            </a:r>
            <a:r>
              <a:rPr lang="ko-KR" altLang="en-US" sz="1000">
                <a:solidFill>
                  <a:srgbClr val="374151"/>
                </a:solidFill>
                <a:ea typeface="Pretendard"/>
              </a:rPr>
              <a:t>분석해 쇼핑몰 전략 수립에 필요한 핵심 인사이트와 리포트 생성</a:t>
            </a:r>
            <a:endParaRPr lang="en-US" altLang="ko-KR" sz="1000">
              <a:solidFill>
                <a:srgbClr val="374151"/>
              </a:solidFill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55781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89D5E341-DC8D-4F86-A1D3-F6BD13978F0C}"/>
              </a:ext>
            </a:extLst>
          </p:cNvPr>
          <p:cNvSpPr/>
          <p:nvPr/>
        </p:nvSpPr>
        <p:spPr>
          <a:xfrm>
            <a:off x="183471" y="197528"/>
            <a:ext cx="11825057" cy="6462944"/>
          </a:xfrm>
          <a:custGeom>
            <a:avLst/>
            <a:gdLst/>
            <a:ahLst/>
            <a:cxnLst/>
            <a:rect l="0" t="0" r="r" b="b"/>
            <a:pathLst>
              <a:path w="29713" h="20892">
                <a:moveTo>
                  <a:pt x="0" y="0"/>
                </a:moveTo>
                <a:lnTo>
                  <a:pt x="29713" y="0"/>
                </a:lnTo>
                <a:lnTo>
                  <a:pt x="29713" y="20892"/>
                </a:lnTo>
                <a:lnTo>
                  <a:pt x="0" y="20892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Box 10">
            <a:extLst>
              <a:ext uri="{FF2B5EF4-FFF2-40B4-BE49-F238E27FC236}">
                <a16:creationId xmlns:a16="http://schemas.microsoft.com/office/drawing/2014/main" id="{2CEFF975-6678-4E21-A40C-C2A867F25E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91253" y="2321560"/>
            <a:ext cx="4029073" cy="1015663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dist" eaLnBrk="1" latinLnBrk="1" hangingPunct="1">
              <a:defRPr/>
            </a:pPr>
            <a:r>
              <a:rPr lang="ko-KR" altLang="en-US" sz="6000" b="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54F541-7721-466E-982B-6FC3C49DFA19}"/>
              </a:ext>
            </a:extLst>
          </p:cNvPr>
          <p:cNvSpPr txBox="1"/>
          <p:nvPr userDrawn="1"/>
        </p:nvSpPr>
        <p:spPr>
          <a:xfrm>
            <a:off x="3976979" y="1732112"/>
            <a:ext cx="3816350" cy="25736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lIns="108000" tIns="36000" rIns="108000" bIns="36000" rtlCol="0" anchor="ctr">
            <a:spAutoFit/>
          </a:bodyPr>
          <a:lstStyle>
            <a:defPPr>
              <a:defRPr lang="ko-KR"/>
            </a:defPPr>
            <a:lvl1pPr lvl="0" algn="dist">
              <a:buSzPct val="110000"/>
              <a:defRPr sz="120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 eaLnBrk="1" latinLnBrk="1" hangingPunct="1">
              <a:defRPr sz="1800">
                <a:latin typeface="+mn-lt"/>
                <a:ea typeface="+mn-ea"/>
              </a:defRPr>
            </a:lvl2pPr>
            <a:lvl3pPr defTabSz="914400" eaLnBrk="1" latinLnBrk="1" hangingPunct="1">
              <a:defRPr sz="1800">
                <a:latin typeface="+mn-lt"/>
                <a:ea typeface="+mn-ea"/>
              </a:defRPr>
            </a:lvl3pPr>
            <a:lvl4pPr defTabSz="914400" eaLnBrk="1" latinLnBrk="1" hangingPunct="1">
              <a:defRPr sz="1800">
                <a:latin typeface="+mn-lt"/>
                <a:ea typeface="+mn-ea"/>
              </a:defRPr>
            </a:lvl4pPr>
            <a:lvl5pPr defTabSz="914400" eaLnBrk="1" latin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lvl="0" algn="ctr"/>
            <a:r>
              <a:rPr lang="en-US" altLang="ko-KR" dirty="0" err="1"/>
              <a:t>MindMesh</a:t>
            </a:r>
            <a:r>
              <a:rPr lang="en-US" altLang="ko-KR" dirty="0"/>
              <a:t> </a:t>
            </a:r>
            <a:r>
              <a:rPr lang="ko-KR" altLang="en-US" dirty="0"/>
              <a:t>소개서</a:t>
            </a: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B8F429FA-1326-4785-A4A9-F08D18076E1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86688" y="4228063"/>
            <a:ext cx="3840813" cy="30482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589B657-9DFD-433A-ADD8-351F1EE62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945" y="4940274"/>
            <a:ext cx="1447061" cy="30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5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3076</TotalTime>
  <Words>3178</Words>
  <Application>Microsoft Office PowerPoint</Application>
  <PresentationFormat>와이드스크린</PresentationFormat>
  <Paragraphs>280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8" baseType="lpstr">
      <vt:lpstr>Frutiger65</vt:lpstr>
      <vt:lpstr>Microsoft YaHei</vt:lpstr>
      <vt:lpstr>NotoSansKR</vt:lpstr>
      <vt:lpstr>Pretendard</vt:lpstr>
      <vt:lpstr>Pretendard Black</vt:lpstr>
      <vt:lpstr>Pretendard Medium</vt:lpstr>
      <vt:lpstr>Pretendard-Semi</vt:lpstr>
      <vt:lpstr>맑은 고딕</vt:lpstr>
      <vt:lpstr>Arial</vt:lpstr>
      <vt:lpstr>Symbol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</dc:creator>
  <cp:lastModifiedBy>KA B</cp:lastModifiedBy>
  <cp:revision>199</cp:revision>
  <dcterms:created xsi:type="dcterms:W3CDTF">2025-09-03T04:01:41Z</dcterms:created>
  <dcterms:modified xsi:type="dcterms:W3CDTF">2025-11-14T13:58:26Z</dcterms:modified>
</cp:coreProperties>
</file>